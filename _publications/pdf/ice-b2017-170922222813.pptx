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5.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9" r:id="rId1"/>
  </p:sldMasterIdLst>
  <p:notesMasterIdLst>
    <p:notesMasterId r:id="rId31"/>
  </p:notesMasterIdLst>
  <p:sldIdLst>
    <p:sldId id="324" r:id="rId2"/>
    <p:sldId id="325" r:id="rId3"/>
    <p:sldId id="326" r:id="rId4"/>
    <p:sldId id="351" r:id="rId5"/>
    <p:sldId id="352" r:id="rId6"/>
    <p:sldId id="355" r:id="rId7"/>
    <p:sldId id="356" r:id="rId8"/>
    <p:sldId id="357" r:id="rId9"/>
    <p:sldId id="327" r:id="rId10"/>
    <p:sldId id="361" r:id="rId11"/>
    <p:sldId id="362" r:id="rId12"/>
    <p:sldId id="363" r:id="rId13"/>
    <p:sldId id="365" r:id="rId14"/>
    <p:sldId id="328" r:id="rId15"/>
    <p:sldId id="367" r:id="rId16"/>
    <p:sldId id="368" r:id="rId17"/>
    <p:sldId id="375" r:id="rId18"/>
    <p:sldId id="369" r:id="rId19"/>
    <p:sldId id="370" r:id="rId20"/>
    <p:sldId id="371" r:id="rId21"/>
    <p:sldId id="372" r:id="rId22"/>
    <p:sldId id="377" r:id="rId23"/>
    <p:sldId id="383" r:id="rId24"/>
    <p:sldId id="329" r:id="rId25"/>
    <p:sldId id="378" r:id="rId26"/>
    <p:sldId id="379" r:id="rId27"/>
    <p:sldId id="358" r:id="rId28"/>
    <p:sldId id="381" r:id="rId29"/>
    <p:sldId id="330"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95BC"/>
    <a:srgbClr val="EDB931"/>
    <a:srgbClr val="C1301E"/>
    <a:srgbClr val="EC877C"/>
    <a:srgbClr val="A2B931"/>
    <a:srgbClr val="E4594A"/>
    <a:srgbClr val="EBCB38"/>
    <a:srgbClr val="EBE638"/>
    <a:srgbClr val="40BA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10" autoAdjust="0"/>
    <p:restoredTop sz="81912" autoAdjust="0"/>
  </p:normalViewPr>
  <p:slideViewPr>
    <p:cSldViewPr snapToGrid="0">
      <p:cViewPr varScale="1">
        <p:scale>
          <a:sx n="74" d="100"/>
          <a:sy n="74" d="100"/>
        </p:scale>
        <p:origin x="1242" y="78"/>
      </p:cViewPr>
      <p:guideLst/>
    </p:cSldViewPr>
  </p:slideViewPr>
  <p:notesTextViewPr>
    <p:cViewPr>
      <p:scale>
        <a:sx n="3" d="2"/>
        <a:sy n="3" d="2"/>
      </p:scale>
      <p:origin x="0" y="0"/>
    </p:cViewPr>
  </p:notesTextViewPr>
  <p:sorterViewPr>
    <p:cViewPr>
      <p:scale>
        <a:sx n="100" d="100"/>
        <a:sy n="100" d="100"/>
      </p:scale>
      <p:origin x="0" y="-1096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0B132CF-6D9F-4564-8703-C5506E13926F}" type="doc">
      <dgm:prSet loTypeId="urn:microsoft.com/office/officeart/2005/8/layout/cycle6" loCatId="cycle" qsTypeId="urn:microsoft.com/office/officeart/2005/8/quickstyle/simple1" qsCatId="simple" csTypeId="urn:microsoft.com/office/officeart/2005/8/colors/colorful1#1" csCatId="colorful" phldr="1"/>
      <dgm:spPr/>
      <dgm:t>
        <a:bodyPr/>
        <a:lstStyle/>
        <a:p>
          <a:endParaRPr lang="en-GB"/>
        </a:p>
      </dgm:t>
    </dgm:pt>
    <dgm:pt modelId="{11F173E9-47DE-42F5-AC47-982351C700CE}">
      <dgm:prSet phldrT="[Text]"/>
      <dgm:spPr/>
      <dgm:t>
        <a:bodyPr/>
        <a:lstStyle/>
        <a:p>
          <a:r>
            <a:rPr lang="en-GB" dirty="0" smtClean="0"/>
            <a:t>Process </a:t>
          </a:r>
          <a:r>
            <a:rPr lang="en-GB" dirty="0" smtClean="0">
              <a:latin typeface="Corbel" panose="020B0503020204020204" pitchFamily="34" charset="0"/>
            </a:rPr>
            <a:t>Specification</a:t>
          </a:r>
          <a:endParaRPr lang="en-GB" dirty="0">
            <a:latin typeface="Corbel" panose="020B0503020204020204" pitchFamily="34" charset="0"/>
          </a:endParaRPr>
        </a:p>
      </dgm:t>
    </dgm:pt>
    <dgm:pt modelId="{6216F33E-961B-4167-9BBE-86D3CD8B0D58}" type="parTrans" cxnId="{BAFB094C-4FE5-4B5F-B152-3481447C2932}">
      <dgm:prSet/>
      <dgm:spPr/>
      <dgm:t>
        <a:bodyPr/>
        <a:lstStyle/>
        <a:p>
          <a:endParaRPr lang="en-GB"/>
        </a:p>
      </dgm:t>
    </dgm:pt>
    <dgm:pt modelId="{377E14DF-AE63-43B2-BC1F-2762A9326714}" type="sibTrans" cxnId="{BAFB094C-4FE5-4B5F-B152-3481447C2932}">
      <dgm:prSet/>
      <dgm:spPr/>
      <dgm:t>
        <a:bodyPr/>
        <a:lstStyle/>
        <a:p>
          <a:endParaRPr lang="en-GB"/>
        </a:p>
      </dgm:t>
    </dgm:pt>
    <dgm:pt modelId="{2EC8C1C1-ECDC-4D02-978F-10DB13345E36}">
      <dgm:prSet phldrT="[Text]"/>
      <dgm:spPr/>
      <dgm:t>
        <a:bodyPr/>
        <a:lstStyle/>
        <a:p>
          <a:r>
            <a:rPr lang="en-GB" dirty="0" smtClean="0">
              <a:latin typeface="Corbel" panose="020B0503020204020204" pitchFamily="34" charset="0"/>
            </a:rPr>
            <a:t>Data</a:t>
          </a:r>
          <a:r>
            <a:rPr lang="en-GB" dirty="0" smtClean="0"/>
            <a:t> Specification</a:t>
          </a:r>
          <a:endParaRPr lang="en-GB" dirty="0"/>
        </a:p>
      </dgm:t>
    </dgm:pt>
    <dgm:pt modelId="{7D812DFB-5D16-4C42-978D-AAD00A4EA4F4}" type="parTrans" cxnId="{E1819428-FAF9-4FE8-A9DA-AF78F0B3F990}">
      <dgm:prSet/>
      <dgm:spPr/>
      <dgm:t>
        <a:bodyPr/>
        <a:lstStyle/>
        <a:p>
          <a:endParaRPr lang="en-GB"/>
        </a:p>
      </dgm:t>
    </dgm:pt>
    <dgm:pt modelId="{E6F74323-F9E5-425D-AC07-E7D41774BCB8}" type="sibTrans" cxnId="{E1819428-FAF9-4FE8-A9DA-AF78F0B3F990}">
      <dgm:prSet/>
      <dgm:spPr/>
      <dgm:t>
        <a:bodyPr/>
        <a:lstStyle/>
        <a:p>
          <a:endParaRPr lang="en-GB"/>
        </a:p>
      </dgm:t>
    </dgm:pt>
    <dgm:pt modelId="{1C486D8B-4EC1-4288-8117-2272712F0E34}">
      <dgm:prSet phldrT="[Text]"/>
      <dgm:spPr/>
      <dgm:t>
        <a:bodyPr/>
        <a:lstStyle/>
        <a:p>
          <a:r>
            <a:rPr lang="en-GB" dirty="0" smtClean="0">
              <a:latin typeface="Corbel" panose="020B0503020204020204" pitchFamily="34" charset="0"/>
            </a:rPr>
            <a:t>Business</a:t>
          </a:r>
          <a:r>
            <a:rPr lang="en-GB" dirty="0" smtClean="0"/>
            <a:t> Rules Specification</a:t>
          </a:r>
          <a:endParaRPr lang="en-GB" dirty="0"/>
        </a:p>
      </dgm:t>
    </dgm:pt>
    <dgm:pt modelId="{88D87D4E-54F0-4ED5-9E72-2879A971450F}" type="parTrans" cxnId="{05EAA174-1F39-4BAD-AE43-E0696EF62C24}">
      <dgm:prSet/>
      <dgm:spPr/>
      <dgm:t>
        <a:bodyPr/>
        <a:lstStyle/>
        <a:p>
          <a:endParaRPr lang="en-GB"/>
        </a:p>
      </dgm:t>
    </dgm:pt>
    <dgm:pt modelId="{572ADB68-C45F-4D58-9CE1-CD1CADBC25D1}" type="sibTrans" cxnId="{05EAA174-1F39-4BAD-AE43-E0696EF62C24}">
      <dgm:prSet/>
      <dgm:spPr/>
      <dgm:t>
        <a:bodyPr/>
        <a:lstStyle/>
        <a:p>
          <a:endParaRPr lang="en-GB"/>
        </a:p>
      </dgm:t>
    </dgm:pt>
    <dgm:pt modelId="{F1841AA8-2739-4439-AEBA-B0E8946071E9}">
      <dgm:prSet phldrT="[Text]"/>
      <dgm:spPr/>
      <dgm:t>
        <a:bodyPr/>
        <a:lstStyle/>
        <a:p>
          <a:r>
            <a:rPr lang="en-GB" dirty="0" smtClean="0"/>
            <a:t>Goal </a:t>
          </a:r>
          <a:r>
            <a:rPr lang="en-GB" dirty="0" smtClean="0">
              <a:latin typeface="Corbel" panose="020B0503020204020204" pitchFamily="34" charset="0"/>
            </a:rPr>
            <a:t>Specification</a:t>
          </a:r>
          <a:endParaRPr lang="en-GB" dirty="0">
            <a:latin typeface="Corbel" panose="020B0503020204020204" pitchFamily="34" charset="0"/>
          </a:endParaRPr>
        </a:p>
      </dgm:t>
    </dgm:pt>
    <dgm:pt modelId="{D3E4E9C0-7428-42A2-B65F-A4F010285C12}" type="parTrans" cxnId="{3C624F8D-36AA-44F6-BD90-B74D5204CF5C}">
      <dgm:prSet/>
      <dgm:spPr/>
      <dgm:t>
        <a:bodyPr/>
        <a:lstStyle/>
        <a:p>
          <a:endParaRPr lang="en-GB"/>
        </a:p>
      </dgm:t>
    </dgm:pt>
    <dgm:pt modelId="{C498DC06-51FB-46AF-BCAF-756E72B04F94}" type="sibTrans" cxnId="{3C624F8D-36AA-44F6-BD90-B74D5204CF5C}">
      <dgm:prSet/>
      <dgm:spPr/>
      <dgm:t>
        <a:bodyPr/>
        <a:lstStyle/>
        <a:p>
          <a:endParaRPr lang="en-GB"/>
        </a:p>
      </dgm:t>
    </dgm:pt>
    <dgm:pt modelId="{1E98C9E2-36EE-4C15-90CF-87FAB175EBA7}">
      <dgm:prSet phldrT="[Text]"/>
      <dgm:spPr/>
      <dgm:t>
        <a:bodyPr/>
        <a:lstStyle/>
        <a:p>
          <a:r>
            <a:rPr lang="en-GB" dirty="0" smtClean="0">
              <a:latin typeface="Corbel" panose="020B0503020204020204" pitchFamily="34" charset="0"/>
            </a:rPr>
            <a:t>Knowledge Workers Specification</a:t>
          </a:r>
          <a:endParaRPr lang="en-GB" dirty="0">
            <a:latin typeface="Corbel" panose="020B0503020204020204" pitchFamily="34" charset="0"/>
          </a:endParaRPr>
        </a:p>
      </dgm:t>
    </dgm:pt>
    <dgm:pt modelId="{8031F48B-F6B1-44B4-BAB3-2B10E903E458}" type="parTrans" cxnId="{76E7BEA7-F070-46CC-B142-2BB63FCCAEA3}">
      <dgm:prSet/>
      <dgm:spPr/>
      <dgm:t>
        <a:bodyPr/>
        <a:lstStyle/>
        <a:p>
          <a:endParaRPr lang="en-GB"/>
        </a:p>
      </dgm:t>
    </dgm:pt>
    <dgm:pt modelId="{CA142BD3-71FB-483A-BCCD-56961A24FF88}" type="sibTrans" cxnId="{76E7BEA7-F070-46CC-B142-2BB63FCCAEA3}">
      <dgm:prSet/>
      <dgm:spPr/>
      <dgm:t>
        <a:bodyPr/>
        <a:lstStyle/>
        <a:p>
          <a:endParaRPr lang="en-GB"/>
        </a:p>
      </dgm:t>
    </dgm:pt>
    <dgm:pt modelId="{F6B6422F-21A1-4543-8D0B-358ED5B19281}">
      <dgm:prSet/>
      <dgm:spPr/>
      <dgm:t>
        <a:bodyPr/>
        <a:lstStyle/>
        <a:p>
          <a:r>
            <a:rPr lang="en-GB" dirty="0" smtClean="0"/>
            <a:t> Activities </a:t>
          </a:r>
          <a:r>
            <a:rPr lang="en-GB" dirty="0" smtClean="0">
              <a:latin typeface="Corbel" panose="020B0503020204020204" pitchFamily="34" charset="0"/>
            </a:rPr>
            <a:t>Specification</a:t>
          </a:r>
          <a:endParaRPr lang="en-GB" dirty="0">
            <a:latin typeface="Corbel" panose="020B0503020204020204" pitchFamily="34" charset="0"/>
          </a:endParaRPr>
        </a:p>
      </dgm:t>
    </dgm:pt>
    <dgm:pt modelId="{A4FC89C7-ED78-433E-ACFE-3A15FD1BAFA6}" type="parTrans" cxnId="{F1D0CCE3-081B-4B21-A121-A19CFF490391}">
      <dgm:prSet/>
      <dgm:spPr/>
      <dgm:t>
        <a:bodyPr/>
        <a:lstStyle/>
        <a:p>
          <a:endParaRPr lang="en-GB"/>
        </a:p>
      </dgm:t>
    </dgm:pt>
    <dgm:pt modelId="{68D65773-9567-489C-8496-20FD6EB023DA}" type="sibTrans" cxnId="{F1D0CCE3-081B-4B21-A121-A19CFF490391}">
      <dgm:prSet/>
      <dgm:spPr/>
      <dgm:t>
        <a:bodyPr/>
        <a:lstStyle/>
        <a:p>
          <a:endParaRPr lang="en-GB"/>
        </a:p>
      </dgm:t>
    </dgm:pt>
    <dgm:pt modelId="{E3618D46-C17B-4C35-B1A6-E2F3F2CB7997}" type="pres">
      <dgm:prSet presAssocID="{90B132CF-6D9F-4564-8703-C5506E13926F}" presName="cycle" presStyleCnt="0">
        <dgm:presLayoutVars>
          <dgm:dir/>
          <dgm:resizeHandles val="exact"/>
        </dgm:presLayoutVars>
      </dgm:prSet>
      <dgm:spPr/>
      <dgm:t>
        <a:bodyPr/>
        <a:lstStyle/>
        <a:p>
          <a:endParaRPr lang="en-GB"/>
        </a:p>
      </dgm:t>
    </dgm:pt>
    <dgm:pt modelId="{E3668891-DCB4-4DDA-8D42-EA0702C282F4}" type="pres">
      <dgm:prSet presAssocID="{11F173E9-47DE-42F5-AC47-982351C700CE}" presName="node" presStyleLbl="node1" presStyleIdx="0" presStyleCnt="6">
        <dgm:presLayoutVars>
          <dgm:bulletEnabled val="1"/>
        </dgm:presLayoutVars>
      </dgm:prSet>
      <dgm:spPr/>
      <dgm:t>
        <a:bodyPr/>
        <a:lstStyle/>
        <a:p>
          <a:endParaRPr lang="en-GB"/>
        </a:p>
      </dgm:t>
    </dgm:pt>
    <dgm:pt modelId="{15CE6906-1731-43D8-82CB-C29C3FF899ED}" type="pres">
      <dgm:prSet presAssocID="{11F173E9-47DE-42F5-AC47-982351C700CE}" presName="spNode" presStyleCnt="0"/>
      <dgm:spPr/>
    </dgm:pt>
    <dgm:pt modelId="{EEF577B0-BF1B-4E99-A46A-097D31338B25}" type="pres">
      <dgm:prSet presAssocID="{377E14DF-AE63-43B2-BC1F-2762A9326714}" presName="sibTrans" presStyleLbl="sibTrans1D1" presStyleIdx="0" presStyleCnt="6"/>
      <dgm:spPr/>
      <dgm:t>
        <a:bodyPr/>
        <a:lstStyle/>
        <a:p>
          <a:endParaRPr lang="en-GB"/>
        </a:p>
      </dgm:t>
    </dgm:pt>
    <dgm:pt modelId="{D6A8E2AC-115F-493E-A090-C7B85EC67B38}" type="pres">
      <dgm:prSet presAssocID="{F6B6422F-21A1-4543-8D0B-358ED5B19281}" presName="node" presStyleLbl="node1" presStyleIdx="1" presStyleCnt="6">
        <dgm:presLayoutVars>
          <dgm:bulletEnabled val="1"/>
        </dgm:presLayoutVars>
      </dgm:prSet>
      <dgm:spPr/>
      <dgm:t>
        <a:bodyPr/>
        <a:lstStyle/>
        <a:p>
          <a:endParaRPr lang="en-GB"/>
        </a:p>
      </dgm:t>
    </dgm:pt>
    <dgm:pt modelId="{11F7898A-E949-457E-AC2D-BC05492026FE}" type="pres">
      <dgm:prSet presAssocID="{F6B6422F-21A1-4543-8D0B-358ED5B19281}" presName="spNode" presStyleCnt="0"/>
      <dgm:spPr/>
    </dgm:pt>
    <dgm:pt modelId="{8A8E8891-100D-47D8-B653-B23A023387F8}" type="pres">
      <dgm:prSet presAssocID="{68D65773-9567-489C-8496-20FD6EB023DA}" presName="sibTrans" presStyleLbl="sibTrans1D1" presStyleIdx="1" presStyleCnt="6"/>
      <dgm:spPr/>
      <dgm:t>
        <a:bodyPr/>
        <a:lstStyle/>
        <a:p>
          <a:endParaRPr lang="en-GB"/>
        </a:p>
      </dgm:t>
    </dgm:pt>
    <dgm:pt modelId="{FFEAF6B0-5379-4D2C-9C2B-04E30292FC8D}" type="pres">
      <dgm:prSet presAssocID="{2EC8C1C1-ECDC-4D02-978F-10DB13345E36}" presName="node" presStyleLbl="node1" presStyleIdx="2" presStyleCnt="6">
        <dgm:presLayoutVars>
          <dgm:bulletEnabled val="1"/>
        </dgm:presLayoutVars>
      </dgm:prSet>
      <dgm:spPr/>
      <dgm:t>
        <a:bodyPr/>
        <a:lstStyle/>
        <a:p>
          <a:endParaRPr lang="en-GB"/>
        </a:p>
      </dgm:t>
    </dgm:pt>
    <dgm:pt modelId="{46B6FF26-C557-49ED-981E-46AC042F616F}" type="pres">
      <dgm:prSet presAssocID="{2EC8C1C1-ECDC-4D02-978F-10DB13345E36}" presName="spNode" presStyleCnt="0"/>
      <dgm:spPr/>
    </dgm:pt>
    <dgm:pt modelId="{15C49F12-C505-40C6-B9F4-1FCCB2203DF7}" type="pres">
      <dgm:prSet presAssocID="{E6F74323-F9E5-425D-AC07-E7D41774BCB8}" presName="sibTrans" presStyleLbl="sibTrans1D1" presStyleIdx="2" presStyleCnt="6"/>
      <dgm:spPr/>
      <dgm:t>
        <a:bodyPr/>
        <a:lstStyle/>
        <a:p>
          <a:endParaRPr lang="en-GB"/>
        </a:p>
      </dgm:t>
    </dgm:pt>
    <dgm:pt modelId="{567AA5A0-1732-4C99-9A8C-C642E2BB8C3F}" type="pres">
      <dgm:prSet presAssocID="{1C486D8B-4EC1-4288-8117-2272712F0E34}" presName="node" presStyleLbl="node1" presStyleIdx="3" presStyleCnt="6">
        <dgm:presLayoutVars>
          <dgm:bulletEnabled val="1"/>
        </dgm:presLayoutVars>
      </dgm:prSet>
      <dgm:spPr/>
      <dgm:t>
        <a:bodyPr/>
        <a:lstStyle/>
        <a:p>
          <a:endParaRPr lang="en-GB"/>
        </a:p>
      </dgm:t>
    </dgm:pt>
    <dgm:pt modelId="{D7306261-344A-4681-80EF-8E3EF91A977F}" type="pres">
      <dgm:prSet presAssocID="{1C486D8B-4EC1-4288-8117-2272712F0E34}" presName="spNode" presStyleCnt="0"/>
      <dgm:spPr/>
    </dgm:pt>
    <dgm:pt modelId="{5D17457B-E1C5-40FA-A1EC-6756D666C637}" type="pres">
      <dgm:prSet presAssocID="{572ADB68-C45F-4D58-9CE1-CD1CADBC25D1}" presName="sibTrans" presStyleLbl="sibTrans1D1" presStyleIdx="3" presStyleCnt="6"/>
      <dgm:spPr/>
      <dgm:t>
        <a:bodyPr/>
        <a:lstStyle/>
        <a:p>
          <a:endParaRPr lang="en-GB"/>
        </a:p>
      </dgm:t>
    </dgm:pt>
    <dgm:pt modelId="{FF696E88-F1B4-418A-8C23-599F197926FC}" type="pres">
      <dgm:prSet presAssocID="{F1841AA8-2739-4439-AEBA-B0E8946071E9}" presName="node" presStyleLbl="node1" presStyleIdx="4" presStyleCnt="6">
        <dgm:presLayoutVars>
          <dgm:bulletEnabled val="1"/>
        </dgm:presLayoutVars>
      </dgm:prSet>
      <dgm:spPr/>
      <dgm:t>
        <a:bodyPr/>
        <a:lstStyle/>
        <a:p>
          <a:endParaRPr lang="en-GB"/>
        </a:p>
      </dgm:t>
    </dgm:pt>
    <dgm:pt modelId="{B0652E76-2819-4509-8510-6EE64BAA6899}" type="pres">
      <dgm:prSet presAssocID="{F1841AA8-2739-4439-AEBA-B0E8946071E9}" presName="spNode" presStyleCnt="0"/>
      <dgm:spPr/>
    </dgm:pt>
    <dgm:pt modelId="{C27819FD-A95F-438C-9FC8-9EF975412D11}" type="pres">
      <dgm:prSet presAssocID="{C498DC06-51FB-46AF-BCAF-756E72B04F94}" presName="sibTrans" presStyleLbl="sibTrans1D1" presStyleIdx="4" presStyleCnt="6"/>
      <dgm:spPr/>
      <dgm:t>
        <a:bodyPr/>
        <a:lstStyle/>
        <a:p>
          <a:endParaRPr lang="en-GB"/>
        </a:p>
      </dgm:t>
    </dgm:pt>
    <dgm:pt modelId="{51024184-D190-421E-B06B-5F04C919EC14}" type="pres">
      <dgm:prSet presAssocID="{1E98C9E2-36EE-4C15-90CF-87FAB175EBA7}" presName="node" presStyleLbl="node1" presStyleIdx="5" presStyleCnt="6">
        <dgm:presLayoutVars>
          <dgm:bulletEnabled val="1"/>
        </dgm:presLayoutVars>
      </dgm:prSet>
      <dgm:spPr/>
      <dgm:t>
        <a:bodyPr/>
        <a:lstStyle/>
        <a:p>
          <a:endParaRPr lang="en-GB"/>
        </a:p>
      </dgm:t>
    </dgm:pt>
    <dgm:pt modelId="{51AB7FC8-003F-4822-AC5E-441DDA1465C7}" type="pres">
      <dgm:prSet presAssocID="{1E98C9E2-36EE-4C15-90CF-87FAB175EBA7}" presName="spNode" presStyleCnt="0"/>
      <dgm:spPr/>
    </dgm:pt>
    <dgm:pt modelId="{CA3ED16E-2E81-4C91-84F8-CF5331B4C05C}" type="pres">
      <dgm:prSet presAssocID="{CA142BD3-71FB-483A-BCCD-56961A24FF88}" presName="sibTrans" presStyleLbl="sibTrans1D1" presStyleIdx="5" presStyleCnt="6"/>
      <dgm:spPr/>
      <dgm:t>
        <a:bodyPr/>
        <a:lstStyle/>
        <a:p>
          <a:endParaRPr lang="en-GB"/>
        </a:p>
      </dgm:t>
    </dgm:pt>
  </dgm:ptLst>
  <dgm:cxnLst>
    <dgm:cxn modelId="{63852F91-CDF7-4BB6-8685-2053AEB9241D}" type="presOf" srcId="{2EC8C1C1-ECDC-4D02-978F-10DB13345E36}" destId="{FFEAF6B0-5379-4D2C-9C2B-04E30292FC8D}" srcOrd="0" destOrd="0" presId="urn:microsoft.com/office/officeart/2005/8/layout/cycle6"/>
    <dgm:cxn modelId="{3EF9C499-09A7-40A2-B344-37FCFC1D26E4}" type="presOf" srcId="{F1841AA8-2739-4439-AEBA-B0E8946071E9}" destId="{FF696E88-F1B4-418A-8C23-599F197926FC}" srcOrd="0" destOrd="0" presId="urn:microsoft.com/office/officeart/2005/8/layout/cycle6"/>
    <dgm:cxn modelId="{BAFB094C-4FE5-4B5F-B152-3481447C2932}" srcId="{90B132CF-6D9F-4564-8703-C5506E13926F}" destId="{11F173E9-47DE-42F5-AC47-982351C700CE}" srcOrd="0" destOrd="0" parTransId="{6216F33E-961B-4167-9BBE-86D3CD8B0D58}" sibTransId="{377E14DF-AE63-43B2-BC1F-2762A9326714}"/>
    <dgm:cxn modelId="{05EAA174-1F39-4BAD-AE43-E0696EF62C24}" srcId="{90B132CF-6D9F-4564-8703-C5506E13926F}" destId="{1C486D8B-4EC1-4288-8117-2272712F0E34}" srcOrd="3" destOrd="0" parTransId="{88D87D4E-54F0-4ED5-9E72-2879A971450F}" sibTransId="{572ADB68-C45F-4D58-9CE1-CD1CADBC25D1}"/>
    <dgm:cxn modelId="{40A35C13-4B09-4607-AB1A-9D2B0911792D}" type="presOf" srcId="{90B132CF-6D9F-4564-8703-C5506E13926F}" destId="{E3618D46-C17B-4C35-B1A6-E2F3F2CB7997}" srcOrd="0" destOrd="0" presId="urn:microsoft.com/office/officeart/2005/8/layout/cycle6"/>
    <dgm:cxn modelId="{6D2A6F96-FA7F-4FE6-9F9D-8E97058F0CE8}" type="presOf" srcId="{572ADB68-C45F-4D58-9CE1-CD1CADBC25D1}" destId="{5D17457B-E1C5-40FA-A1EC-6756D666C637}" srcOrd="0" destOrd="0" presId="urn:microsoft.com/office/officeart/2005/8/layout/cycle6"/>
    <dgm:cxn modelId="{B6139F63-8642-4654-AA7F-DEB69A6FD6E7}" type="presOf" srcId="{1C486D8B-4EC1-4288-8117-2272712F0E34}" destId="{567AA5A0-1732-4C99-9A8C-C642E2BB8C3F}" srcOrd="0" destOrd="0" presId="urn:microsoft.com/office/officeart/2005/8/layout/cycle6"/>
    <dgm:cxn modelId="{8E9EEEF1-7A38-4820-A0E9-8D98B5695EF4}" type="presOf" srcId="{F6B6422F-21A1-4543-8D0B-358ED5B19281}" destId="{D6A8E2AC-115F-493E-A090-C7B85EC67B38}" srcOrd="0" destOrd="0" presId="urn:microsoft.com/office/officeart/2005/8/layout/cycle6"/>
    <dgm:cxn modelId="{2896A25B-AB9C-4409-83C3-13DF4ECCE655}" type="presOf" srcId="{1E98C9E2-36EE-4C15-90CF-87FAB175EBA7}" destId="{51024184-D190-421E-B06B-5F04C919EC14}" srcOrd="0" destOrd="0" presId="urn:microsoft.com/office/officeart/2005/8/layout/cycle6"/>
    <dgm:cxn modelId="{F1D0CCE3-081B-4B21-A121-A19CFF490391}" srcId="{90B132CF-6D9F-4564-8703-C5506E13926F}" destId="{F6B6422F-21A1-4543-8D0B-358ED5B19281}" srcOrd="1" destOrd="0" parTransId="{A4FC89C7-ED78-433E-ACFE-3A15FD1BAFA6}" sibTransId="{68D65773-9567-489C-8496-20FD6EB023DA}"/>
    <dgm:cxn modelId="{E1819428-FAF9-4FE8-A9DA-AF78F0B3F990}" srcId="{90B132CF-6D9F-4564-8703-C5506E13926F}" destId="{2EC8C1C1-ECDC-4D02-978F-10DB13345E36}" srcOrd="2" destOrd="0" parTransId="{7D812DFB-5D16-4C42-978D-AAD00A4EA4F4}" sibTransId="{E6F74323-F9E5-425D-AC07-E7D41774BCB8}"/>
    <dgm:cxn modelId="{77AA37C9-B919-439B-A5ED-284F29875E40}" type="presOf" srcId="{377E14DF-AE63-43B2-BC1F-2762A9326714}" destId="{EEF577B0-BF1B-4E99-A46A-097D31338B25}" srcOrd="0" destOrd="0" presId="urn:microsoft.com/office/officeart/2005/8/layout/cycle6"/>
    <dgm:cxn modelId="{76E7BEA7-F070-46CC-B142-2BB63FCCAEA3}" srcId="{90B132CF-6D9F-4564-8703-C5506E13926F}" destId="{1E98C9E2-36EE-4C15-90CF-87FAB175EBA7}" srcOrd="5" destOrd="0" parTransId="{8031F48B-F6B1-44B4-BAB3-2B10E903E458}" sibTransId="{CA142BD3-71FB-483A-BCCD-56961A24FF88}"/>
    <dgm:cxn modelId="{547FE1F5-D05F-4776-A8F7-1E64D2F643DB}" type="presOf" srcId="{E6F74323-F9E5-425D-AC07-E7D41774BCB8}" destId="{15C49F12-C505-40C6-B9F4-1FCCB2203DF7}" srcOrd="0" destOrd="0" presId="urn:microsoft.com/office/officeart/2005/8/layout/cycle6"/>
    <dgm:cxn modelId="{72B7CE07-14EF-44D3-8139-291C7633AA37}" type="presOf" srcId="{C498DC06-51FB-46AF-BCAF-756E72B04F94}" destId="{C27819FD-A95F-438C-9FC8-9EF975412D11}" srcOrd="0" destOrd="0" presId="urn:microsoft.com/office/officeart/2005/8/layout/cycle6"/>
    <dgm:cxn modelId="{2F1E5F25-7064-4466-931E-61D6522AF2D3}" type="presOf" srcId="{CA142BD3-71FB-483A-BCCD-56961A24FF88}" destId="{CA3ED16E-2E81-4C91-84F8-CF5331B4C05C}" srcOrd="0" destOrd="0" presId="urn:microsoft.com/office/officeart/2005/8/layout/cycle6"/>
    <dgm:cxn modelId="{415C270D-9BBD-4371-B941-83230CC55699}" type="presOf" srcId="{68D65773-9567-489C-8496-20FD6EB023DA}" destId="{8A8E8891-100D-47D8-B653-B23A023387F8}" srcOrd="0" destOrd="0" presId="urn:microsoft.com/office/officeart/2005/8/layout/cycle6"/>
    <dgm:cxn modelId="{D029CB58-F127-484E-8643-0F5E7898F6C2}" type="presOf" srcId="{11F173E9-47DE-42F5-AC47-982351C700CE}" destId="{E3668891-DCB4-4DDA-8D42-EA0702C282F4}" srcOrd="0" destOrd="0" presId="urn:microsoft.com/office/officeart/2005/8/layout/cycle6"/>
    <dgm:cxn modelId="{3C624F8D-36AA-44F6-BD90-B74D5204CF5C}" srcId="{90B132CF-6D9F-4564-8703-C5506E13926F}" destId="{F1841AA8-2739-4439-AEBA-B0E8946071E9}" srcOrd="4" destOrd="0" parTransId="{D3E4E9C0-7428-42A2-B65F-A4F010285C12}" sibTransId="{C498DC06-51FB-46AF-BCAF-756E72B04F94}"/>
    <dgm:cxn modelId="{31747804-224C-4857-8C75-C173CBB72947}" type="presParOf" srcId="{E3618D46-C17B-4C35-B1A6-E2F3F2CB7997}" destId="{E3668891-DCB4-4DDA-8D42-EA0702C282F4}" srcOrd="0" destOrd="0" presId="urn:microsoft.com/office/officeart/2005/8/layout/cycle6"/>
    <dgm:cxn modelId="{7F74F5CF-3235-4593-8941-F53577B0DD2B}" type="presParOf" srcId="{E3618D46-C17B-4C35-B1A6-E2F3F2CB7997}" destId="{15CE6906-1731-43D8-82CB-C29C3FF899ED}" srcOrd="1" destOrd="0" presId="urn:microsoft.com/office/officeart/2005/8/layout/cycle6"/>
    <dgm:cxn modelId="{894FB505-D412-42F6-8EBE-F755D44A98A6}" type="presParOf" srcId="{E3618D46-C17B-4C35-B1A6-E2F3F2CB7997}" destId="{EEF577B0-BF1B-4E99-A46A-097D31338B25}" srcOrd="2" destOrd="0" presId="urn:microsoft.com/office/officeart/2005/8/layout/cycle6"/>
    <dgm:cxn modelId="{80B37F25-AB4F-4D2D-A5A5-23FDFF477AB0}" type="presParOf" srcId="{E3618D46-C17B-4C35-B1A6-E2F3F2CB7997}" destId="{D6A8E2AC-115F-493E-A090-C7B85EC67B38}" srcOrd="3" destOrd="0" presId="urn:microsoft.com/office/officeart/2005/8/layout/cycle6"/>
    <dgm:cxn modelId="{0C8468BE-E6B0-46AE-8C6C-F9503AFE7F04}" type="presParOf" srcId="{E3618D46-C17B-4C35-B1A6-E2F3F2CB7997}" destId="{11F7898A-E949-457E-AC2D-BC05492026FE}" srcOrd="4" destOrd="0" presId="urn:microsoft.com/office/officeart/2005/8/layout/cycle6"/>
    <dgm:cxn modelId="{3A1CB038-4B5D-4260-8909-5249CC064154}" type="presParOf" srcId="{E3618D46-C17B-4C35-B1A6-E2F3F2CB7997}" destId="{8A8E8891-100D-47D8-B653-B23A023387F8}" srcOrd="5" destOrd="0" presId="urn:microsoft.com/office/officeart/2005/8/layout/cycle6"/>
    <dgm:cxn modelId="{64BE38EC-B2FA-4859-90CD-1AC4A9BB2F48}" type="presParOf" srcId="{E3618D46-C17B-4C35-B1A6-E2F3F2CB7997}" destId="{FFEAF6B0-5379-4D2C-9C2B-04E30292FC8D}" srcOrd="6" destOrd="0" presId="urn:microsoft.com/office/officeart/2005/8/layout/cycle6"/>
    <dgm:cxn modelId="{4F17D3B9-7FCE-49BC-997A-6FE093569EA8}" type="presParOf" srcId="{E3618D46-C17B-4C35-B1A6-E2F3F2CB7997}" destId="{46B6FF26-C557-49ED-981E-46AC042F616F}" srcOrd="7" destOrd="0" presId="urn:microsoft.com/office/officeart/2005/8/layout/cycle6"/>
    <dgm:cxn modelId="{BC29905D-CC2E-4102-8CD4-0DBF5DB8BB98}" type="presParOf" srcId="{E3618D46-C17B-4C35-B1A6-E2F3F2CB7997}" destId="{15C49F12-C505-40C6-B9F4-1FCCB2203DF7}" srcOrd="8" destOrd="0" presId="urn:microsoft.com/office/officeart/2005/8/layout/cycle6"/>
    <dgm:cxn modelId="{7D7CCBE2-0F44-4A95-9CD9-69FAADAB6A29}" type="presParOf" srcId="{E3618D46-C17B-4C35-B1A6-E2F3F2CB7997}" destId="{567AA5A0-1732-4C99-9A8C-C642E2BB8C3F}" srcOrd="9" destOrd="0" presId="urn:microsoft.com/office/officeart/2005/8/layout/cycle6"/>
    <dgm:cxn modelId="{1C712489-75B0-4BE1-9F19-46FAD95169FD}" type="presParOf" srcId="{E3618D46-C17B-4C35-B1A6-E2F3F2CB7997}" destId="{D7306261-344A-4681-80EF-8E3EF91A977F}" srcOrd="10" destOrd="0" presId="urn:microsoft.com/office/officeart/2005/8/layout/cycle6"/>
    <dgm:cxn modelId="{52629FD0-060C-4908-8D37-290B1A5AB5E8}" type="presParOf" srcId="{E3618D46-C17B-4C35-B1A6-E2F3F2CB7997}" destId="{5D17457B-E1C5-40FA-A1EC-6756D666C637}" srcOrd="11" destOrd="0" presId="urn:microsoft.com/office/officeart/2005/8/layout/cycle6"/>
    <dgm:cxn modelId="{C104B9F9-7E9B-489D-9851-8B71C8CC989B}" type="presParOf" srcId="{E3618D46-C17B-4C35-B1A6-E2F3F2CB7997}" destId="{FF696E88-F1B4-418A-8C23-599F197926FC}" srcOrd="12" destOrd="0" presId="urn:microsoft.com/office/officeart/2005/8/layout/cycle6"/>
    <dgm:cxn modelId="{997AC092-0A6C-4FC7-A2B2-B48DF3636CEF}" type="presParOf" srcId="{E3618D46-C17B-4C35-B1A6-E2F3F2CB7997}" destId="{B0652E76-2819-4509-8510-6EE64BAA6899}" srcOrd="13" destOrd="0" presId="urn:microsoft.com/office/officeart/2005/8/layout/cycle6"/>
    <dgm:cxn modelId="{7CF9C022-1FBC-4AE5-9E32-5A357DC61773}" type="presParOf" srcId="{E3618D46-C17B-4C35-B1A6-E2F3F2CB7997}" destId="{C27819FD-A95F-438C-9FC8-9EF975412D11}" srcOrd="14" destOrd="0" presId="urn:microsoft.com/office/officeart/2005/8/layout/cycle6"/>
    <dgm:cxn modelId="{1313FD15-1A68-409D-A553-C0697A333EFD}" type="presParOf" srcId="{E3618D46-C17B-4C35-B1A6-E2F3F2CB7997}" destId="{51024184-D190-421E-B06B-5F04C919EC14}" srcOrd="15" destOrd="0" presId="urn:microsoft.com/office/officeart/2005/8/layout/cycle6"/>
    <dgm:cxn modelId="{0B82594B-FA26-42E4-94F4-0BDB34ADF217}" type="presParOf" srcId="{E3618D46-C17B-4C35-B1A6-E2F3F2CB7997}" destId="{51AB7FC8-003F-4822-AC5E-441DDA1465C7}" srcOrd="16" destOrd="0" presId="urn:microsoft.com/office/officeart/2005/8/layout/cycle6"/>
    <dgm:cxn modelId="{34ADDFD3-2D7C-471A-878F-A5CA28A35F19}" type="presParOf" srcId="{E3618D46-C17B-4C35-B1A6-E2F3F2CB7997}" destId="{CA3ED16E-2E81-4C91-84F8-CF5331B4C05C}" srcOrd="17" destOrd="0" presId="urn:microsoft.com/office/officeart/2005/8/layout/cycle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422E5BE-243F-4E67-B5EF-CAAE2A55258B}" type="doc">
      <dgm:prSet loTypeId="urn:microsoft.com/office/officeart/2005/8/layout/hierarchy1" loCatId="hierarchy" qsTypeId="urn:microsoft.com/office/officeart/2005/8/quickstyle/simple1" qsCatId="simple" csTypeId="urn:microsoft.com/office/officeart/2005/8/colors/colorful3" csCatId="colorful" phldr="1"/>
      <dgm:spPr/>
      <dgm:t>
        <a:bodyPr/>
        <a:lstStyle/>
        <a:p>
          <a:endParaRPr lang="en-GB"/>
        </a:p>
      </dgm:t>
    </dgm:pt>
    <dgm:pt modelId="{112089D7-DB56-44BC-9769-1386B4FD8DD8}">
      <dgm:prSet phldrT="[Text]"/>
      <dgm:spPr/>
      <dgm:t>
        <a:bodyPr/>
        <a:lstStyle/>
        <a:p>
          <a:r>
            <a:rPr lang="en-GB" dirty="0" smtClean="0"/>
            <a:t>Extended BPMN</a:t>
          </a:r>
          <a:endParaRPr lang="en-GB" dirty="0"/>
        </a:p>
      </dgm:t>
    </dgm:pt>
    <dgm:pt modelId="{7FFA24F7-D3D7-4888-A6C8-7B320E8AFE28}" type="parTrans" cxnId="{1D9A8C34-BFDA-42E8-8377-8A748F064279}">
      <dgm:prSet/>
      <dgm:spPr/>
      <dgm:t>
        <a:bodyPr/>
        <a:lstStyle/>
        <a:p>
          <a:endParaRPr lang="en-GB"/>
        </a:p>
      </dgm:t>
    </dgm:pt>
    <dgm:pt modelId="{087D71E9-F27E-4166-BAC2-D72957F22156}" type="sibTrans" cxnId="{1D9A8C34-BFDA-42E8-8377-8A748F064279}">
      <dgm:prSet/>
      <dgm:spPr/>
      <dgm:t>
        <a:bodyPr/>
        <a:lstStyle/>
        <a:p>
          <a:endParaRPr lang="en-GB"/>
        </a:p>
      </dgm:t>
    </dgm:pt>
    <dgm:pt modelId="{2DF08807-9752-4554-9C7B-82D630B55A19}">
      <dgm:prSet phldrT="[Text]"/>
      <dgm:spPr>
        <a:solidFill>
          <a:schemeClr val="bg1">
            <a:alpha val="90000"/>
          </a:schemeClr>
        </a:solidFill>
        <a:ln w="25400">
          <a:solidFill>
            <a:schemeClr val="accent4"/>
          </a:solidFill>
        </a:ln>
      </dgm:spPr>
      <dgm:t>
        <a:bodyPr/>
        <a:lstStyle/>
        <a:p>
          <a:r>
            <a:rPr lang="en-GB" dirty="0" smtClean="0">
              <a:latin typeface="Corbel" panose="020B0503020204020204" pitchFamily="34" charset="0"/>
            </a:rPr>
            <a:t>Process</a:t>
          </a:r>
          <a:endParaRPr lang="en-GB" dirty="0">
            <a:latin typeface="Corbel" panose="020B0503020204020204" pitchFamily="34" charset="0"/>
          </a:endParaRPr>
        </a:p>
      </dgm:t>
    </dgm:pt>
    <dgm:pt modelId="{60BA8DFA-FEE5-48B4-A53F-029D0609B0CD}" type="parTrans" cxnId="{97DE7FEC-2B6E-4211-AC10-8F275461FCE0}">
      <dgm:prSet/>
      <dgm:spPr/>
      <dgm:t>
        <a:bodyPr/>
        <a:lstStyle/>
        <a:p>
          <a:endParaRPr lang="en-GB"/>
        </a:p>
      </dgm:t>
    </dgm:pt>
    <dgm:pt modelId="{97A99BCF-D153-44BA-9041-CA37C8107756}" type="sibTrans" cxnId="{97DE7FEC-2B6E-4211-AC10-8F275461FCE0}">
      <dgm:prSet/>
      <dgm:spPr/>
      <dgm:t>
        <a:bodyPr/>
        <a:lstStyle/>
        <a:p>
          <a:endParaRPr lang="en-GB"/>
        </a:p>
      </dgm:t>
    </dgm:pt>
    <dgm:pt modelId="{5FDBDD60-7640-48EC-B68C-CE4840DB47FF}">
      <dgm:prSet phldrT="[Text]"/>
      <dgm:spPr/>
      <dgm:t>
        <a:bodyPr/>
        <a:lstStyle/>
        <a:p>
          <a:r>
            <a:rPr lang="en-GB" dirty="0" smtClean="0">
              <a:latin typeface="Corbel" panose="020B0503020204020204" pitchFamily="34" charset="0"/>
            </a:rPr>
            <a:t>Activity</a:t>
          </a:r>
          <a:endParaRPr lang="en-GB" dirty="0">
            <a:latin typeface="Corbel" panose="020B0503020204020204" pitchFamily="34" charset="0"/>
          </a:endParaRPr>
        </a:p>
      </dgm:t>
    </dgm:pt>
    <dgm:pt modelId="{95BE5E79-368B-421E-B6A4-B44966A1B821}" type="parTrans" cxnId="{208A39F8-D02A-48E3-B697-1135D80124E5}">
      <dgm:prSet/>
      <dgm:spPr/>
      <dgm:t>
        <a:bodyPr/>
        <a:lstStyle/>
        <a:p>
          <a:endParaRPr lang="en-GB"/>
        </a:p>
      </dgm:t>
    </dgm:pt>
    <dgm:pt modelId="{F4A78AD6-7DF1-4391-A1E6-35335579DB51}" type="sibTrans" cxnId="{208A39F8-D02A-48E3-B697-1135D80124E5}">
      <dgm:prSet/>
      <dgm:spPr/>
      <dgm:t>
        <a:bodyPr/>
        <a:lstStyle/>
        <a:p>
          <a:endParaRPr lang="en-GB"/>
        </a:p>
      </dgm:t>
    </dgm:pt>
    <dgm:pt modelId="{05E85DF6-84EF-4DC1-9C0E-24B15A1F4050}">
      <dgm:prSet/>
      <dgm:spPr/>
      <dgm:t>
        <a:bodyPr/>
        <a:lstStyle/>
        <a:p>
          <a:r>
            <a:rPr lang="en-GB" dirty="0" smtClean="0">
              <a:latin typeface="Corbel" panose="020B0503020204020204" pitchFamily="34" charset="0"/>
            </a:rPr>
            <a:t>Data</a:t>
          </a:r>
          <a:endParaRPr lang="en-GB" dirty="0">
            <a:latin typeface="Corbel" panose="020B0503020204020204" pitchFamily="34" charset="0"/>
          </a:endParaRPr>
        </a:p>
      </dgm:t>
    </dgm:pt>
    <dgm:pt modelId="{07BD20B2-5927-4CC2-B2C4-EDFB0FC32AB1}" type="parTrans" cxnId="{773D38B8-FA6E-4BFF-90D4-AC08A278D36E}">
      <dgm:prSet/>
      <dgm:spPr/>
      <dgm:t>
        <a:bodyPr/>
        <a:lstStyle/>
        <a:p>
          <a:endParaRPr lang="en-GB"/>
        </a:p>
      </dgm:t>
    </dgm:pt>
    <dgm:pt modelId="{55DAB10F-2E9C-48C0-B311-092E6B97F4D9}" type="sibTrans" cxnId="{773D38B8-FA6E-4BFF-90D4-AC08A278D36E}">
      <dgm:prSet/>
      <dgm:spPr/>
      <dgm:t>
        <a:bodyPr/>
        <a:lstStyle/>
        <a:p>
          <a:endParaRPr lang="en-GB"/>
        </a:p>
      </dgm:t>
    </dgm:pt>
    <dgm:pt modelId="{54932213-EAC8-4C7B-8F5A-20B5FBC1D941}">
      <dgm:prSet/>
      <dgm:spPr/>
      <dgm:t>
        <a:bodyPr/>
        <a:lstStyle/>
        <a:p>
          <a:r>
            <a:rPr lang="en-GB" dirty="0" smtClean="0">
              <a:latin typeface="Corbel" panose="020B0503020204020204" pitchFamily="34" charset="0"/>
            </a:rPr>
            <a:t>User role</a:t>
          </a:r>
          <a:endParaRPr lang="en-GB" dirty="0">
            <a:latin typeface="Corbel" panose="020B0503020204020204" pitchFamily="34" charset="0"/>
          </a:endParaRPr>
        </a:p>
      </dgm:t>
    </dgm:pt>
    <dgm:pt modelId="{1854CB00-7703-42BF-82BE-AD9229BEC4DB}" type="parTrans" cxnId="{22387A96-7925-4BEB-9058-BC4B05E0CED8}">
      <dgm:prSet/>
      <dgm:spPr/>
      <dgm:t>
        <a:bodyPr/>
        <a:lstStyle/>
        <a:p>
          <a:endParaRPr lang="en-GB"/>
        </a:p>
      </dgm:t>
    </dgm:pt>
    <dgm:pt modelId="{0EF9BA69-3D14-4C07-9EC4-EF17AF4CB8AA}" type="sibTrans" cxnId="{22387A96-7925-4BEB-9058-BC4B05E0CED8}">
      <dgm:prSet/>
      <dgm:spPr/>
      <dgm:t>
        <a:bodyPr/>
        <a:lstStyle/>
        <a:p>
          <a:endParaRPr lang="en-GB"/>
        </a:p>
      </dgm:t>
    </dgm:pt>
    <dgm:pt modelId="{540F6093-E2B1-4249-8072-8409C091A3ED}">
      <dgm:prSet/>
      <dgm:spPr/>
      <dgm:t>
        <a:bodyPr/>
        <a:lstStyle/>
        <a:p>
          <a:r>
            <a:rPr lang="en-GB" dirty="0" smtClean="0">
              <a:latin typeface="Corbel" panose="020B0503020204020204" pitchFamily="34" charset="0"/>
            </a:rPr>
            <a:t>Goal</a:t>
          </a:r>
          <a:endParaRPr lang="en-GB" dirty="0">
            <a:latin typeface="Corbel" panose="020B0503020204020204" pitchFamily="34" charset="0"/>
          </a:endParaRPr>
        </a:p>
      </dgm:t>
    </dgm:pt>
    <dgm:pt modelId="{D13CE90B-C4F8-4028-B440-B8ABE71B85FC}" type="parTrans" cxnId="{40A8C383-E86D-426F-BCEF-F28D1FB007DC}">
      <dgm:prSet/>
      <dgm:spPr/>
      <dgm:t>
        <a:bodyPr/>
        <a:lstStyle/>
        <a:p>
          <a:endParaRPr lang="en-GB"/>
        </a:p>
      </dgm:t>
    </dgm:pt>
    <dgm:pt modelId="{EBB6C816-75BA-4032-A988-B826F38813AF}" type="sibTrans" cxnId="{40A8C383-E86D-426F-BCEF-F28D1FB007DC}">
      <dgm:prSet/>
      <dgm:spPr/>
      <dgm:t>
        <a:bodyPr/>
        <a:lstStyle/>
        <a:p>
          <a:endParaRPr lang="en-GB"/>
        </a:p>
      </dgm:t>
    </dgm:pt>
    <dgm:pt modelId="{E0C79B75-6F2A-427F-9973-B32F03D84D2F}" type="pres">
      <dgm:prSet presAssocID="{3422E5BE-243F-4E67-B5EF-CAAE2A55258B}" presName="hierChild1" presStyleCnt="0">
        <dgm:presLayoutVars>
          <dgm:chPref val="1"/>
          <dgm:dir/>
          <dgm:animOne val="branch"/>
          <dgm:animLvl val="lvl"/>
          <dgm:resizeHandles/>
        </dgm:presLayoutVars>
      </dgm:prSet>
      <dgm:spPr/>
      <dgm:t>
        <a:bodyPr/>
        <a:lstStyle/>
        <a:p>
          <a:endParaRPr lang="en-GB"/>
        </a:p>
      </dgm:t>
    </dgm:pt>
    <dgm:pt modelId="{7AA0E0BE-40B8-4955-B436-DC5C219F9F48}" type="pres">
      <dgm:prSet presAssocID="{112089D7-DB56-44BC-9769-1386B4FD8DD8}" presName="hierRoot1" presStyleCnt="0"/>
      <dgm:spPr/>
    </dgm:pt>
    <dgm:pt modelId="{C811776F-A264-4DBA-85FE-D79EC3B0C6AD}" type="pres">
      <dgm:prSet presAssocID="{112089D7-DB56-44BC-9769-1386B4FD8DD8}" presName="composite" presStyleCnt="0"/>
      <dgm:spPr/>
    </dgm:pt>
    <dgm:pt modelId="{79C7EE13-B1FF-4528-A70E-D56FA520B699}" type="pres">
      <dgm:prSet presAssocID="{112089D7-DB56-44BC-9769-1386B4FD8DD8}" presName="background" presStyleLbl="node0" presStyleIdx="0" presStyleCnt="1"/>
      <dgm:spPr/>
    </dgm:pt>
    <dgm:pt modelId="{D2AE8700-D3E8-44E0-BB62-9DE2CB473E4A}" type="pres">
      <dgm:prSet presAssocID="{112089D7-DB56-44BC-9769-1386B4FD8DD8}" presName="text" presStyleLbl="fgAcc0" presStyleIdx="0" presStyleCnt="1">
        <dgm:presLayoutVars>
          <dgm:chPref val="3"/>
        </dgm:presLayoutVars>
      </dgm:prSet>
      <dgm:spPr/>
      <dgm:t>
        <a:bodyPr/>
        <a:lstStyle/>
        <a:p>
          <a:endParaRPr lang="en-GB"/>
        </a:p>
      </dgm:t>
    </dgm:pt>
    <dgm:pt modelId="{9124FD63-A81C-4DC3-B1D5-E331F5FE3F8C}" type="pres">
      <dgm:prSet presAssocID="{112089D7-DB56-44BC-9769-1386B4FD8DD8}" presName="hierChild2" presStyleCnt="0"/>
      <dgm:spPr/>
    </dgm:pt>
    <dgm:pt modelId="{428A6ACB-E5E7-442F-8200-19708C8F65B6}" type="pres">
      <dgm:prSet presAssocID="{60BA8DFA-FEE5-48B4-A53F-029D0609B0CD}" presName="Name10" presStyleLbl="parChTrans1D2" presStyleIdx="0" presStyleCnt="5"/>
      <dgm:spPr/>
      <dgm:t>
        <a:bodyPr/>
        <a:lstStyle/>
        <a:p>
          <a:endParaRPr lang="en-GB"/>
        </a:p>
      </dgm:t>
    </dgm:pt>
    <dgm:pt modelId="{15720497-A8AC-45A6-A885-76D1D5B961B4}" type="pres">
      <dgm:prSet presAssocID="{2DF08807-9752-4554-9C7B-82D630B55A19}" presName="hierRoot2" presStyleCnt="0"/>
      <dgm:spPr/>
    </dgm:pt>
    <dgm:pt modelId="{2CBF7715-EA5D-40A2-8842-ABDC1D5BCAD3}" type="pres">
      <dgm:prSet presAssocID="{2DF08807-9752-4554-9C7B-82D630B55A19}" presName="composite2" presStyleCnt="0"/>
      <dgm:spPr/>
    </dgm:pt>
    <dgm:pt modelId="{6B2407FB-E314-49A4-B3D2-04A8D42F3540}" type="pres">
      <dgm:prSet presAssocID="{2DF08807-9752-4554-9C7B-82D630B55A19}" presName="background2" presStyleLbl="node2" presStyleIdx="0" presStyleCnt="5"/>
      <dgm:spPr>
        <a:solidFill>
          <a:schemeClr val="accent2"/>
        </a:solidFill>
      </dgm:spPr>
      <dgm:t>
        <a:bodyPr/>
        <a:lstStyle/>
        <a:p>
          <a:endParaRPr lang="en-GB"/>
        </a:p>
      </dgm:t>
    </dgm:pt>
    <dgm:pt modelId="{23C94EED-A77F-4371-976F-B726170774FB}" type="pres">
      <dgm:prSet presAssocID="{2DF08807-9752-4554-9C7B-82D630B55A19}" presName="text2" presStyleLbl="fgAcc2" presStyleIdx="0" presStyleCnt="5">
        <dgm:presLayoutVars>
          <dgm:chPref val="3"/>
        </dgm:presLayoutVars>
      </dgm:prSet>
      <dgm:spPr/>
      <dgm:t>
        <a:bodyPr/>
        <a:lstStyle/>
        <a:p>
          <a:endParaRPr lang="en-GB"/>
        </a:p>
      </dgm:t>
    </dgm:pt>
    <dgm:pt modelId="{E660586D-1EC6-4579-BA6B-DD21B407B516}" type="pres">
      <dgm:prSet presAssocID="{2DF08807-9752-4554-9C7B-82D630B55A19}" presName="hierChild3" presStyleCnt="0"/>
      <dgm:spPr/>
    </dgm:pt>
    <dgm:pt modelId="{86F2D633-297E-4951-AA06-4E44F416ABDA}" type="pres">
      <dgm:prSet presAssocID="{D13CE90B-C4F8-4028-B440-B8ABE71B85FC}" presName="Name10" presStyleLbl="parChTrans1D2" presStyleIdx="1" presStyleCnt="5"/>
      <dgm:spPr/>
      <dgm:t>
        <a:bodyPr/>
        <a:lstStyle/>
        <a:p>
          <a:endParaRPr lang="en-GB"/>
        </a:p>
      </dgm:t>
    </dgm:pt>
    <dgm:pt modelId="{C350DA14-FB4D-4FC2-BD52-5D6B8A39E729}" type="pres">
      <dgm:prSet presAssocID="{540F6093-E2B1-4249-8072-8409C091A3ED}" presName="hierRoot2" presStyleCnt="0"/>
      <dgm:spPr/>
    </dgm:pt>
    <dgm:pt modelId="{9769DB49-F7DF-4C13-A316-6627FC058962}" type="pres">
      <dgm:prSet presAssocID="{540F6093-E2B1-4249-8072-8409C091A3ED}" presName="composite2" presStyleCnt="0"/>
      <dgm:spPr/>
    </dgm:pt>
    <dgm:pt modelId="{40A92E27-C758-4281-8E6D-1E3EC3382CD2}" type="pres">
      <dgm:prSet presAssocID="{540F6093-E2B1-4249-8072-8409C091A3ED}" presName="background2" presStyleLbl="node2" presStyleIdx="1" presStyleCnt="5"/>
      <dgm:spPr/>
    </dgm:pt>
    <dgm:pt modelId="{31A065AE-CC0C-4A23-A523-53E691EEFFAB}" type="pres">
      <dgm:prSet presAssocID="{540F6093-E2B1-4249-8072-8409C091A3ED}" presName="text2" presStyleLbl="fgAcc2" presStyleIdx="1" presStyleCnt="5" custLinFactX="22831" custLinFactNeighborX="100000" custLinFactNeighborY="-2530">
        <dgm:presLayoutVars>
          <dgm:chPref val="3"/>
        </dgm:presLayoutVars>
      </dgm:prSet>
      <dgm:spPr/>
      <dgm:t>
        <a:bodyPr/>
        <a:lstStyle/>
        <a:p>
          <a:endParaRPr lang="en-GB"/>
        </a:p>
      </dgm:t>
    </dgm:pt>
    <dgm:pt modelId="{CCE28BBB-DD72-4738-9B8E-8B124723AE03}" type="pres">
      <dgm:prSet presAssocID="{540F6093-E2B1-4249-8072-8409C091A3ED}" presName="hierChild3" presStyleCnt="0"/>
      <dgm:spPr/>
    </dgm:pt>
    <dgm:pt modelId="{8A3633AC-9F60-4D24-B7D7-A4F576164AE7}" type="pres">
      <dgm:prSet presAssocID="{95BE5E79-368B-421E-B6A4-B44966A1B821}" presName="Name10" presStyleLbl="parChTrans1D2" presStyleIdx="2" presStyleCnt="5"/>
      <dgm:spPr/>
      <dgm:t>
        <a:bodyPr/>
        <a:lstStyle/>
        <a:p>
          <a:endParaRPr lang="en-GB"/>
        </a:p>
      </dgm:t>
    </dgm:pt>
    <dgm:pt modelId="{D2440653-CFA4-4A34-8B3A-735F9AACD0A0}" type="pres">
      <dgm:prSet presAssocID="{5FDBDD60-7640-48EC-B68C-CE4840DB47FF}" presName="hierRoot2" presStyleCnt="0"/>
      <dgm:spPr/>
    </dgm:pt>
    <dgm:pt modelId="{5612E31E-7A9B-4D6D-A582-F45231322356}" type="pres">
      <dgm:prSet presAssocID="{5FDBDD60-7640-48EC-B68C-CE4840DB47FF}" presName="composite2" presStyleCnt="0"/>
      <dgm:spPr/>
    </dgm:pt>
    <dgm:pt modelId="{3A14B81D-6501-4A9C-93E8-C0D8D63BD171}" type="pres">
      <dgm:prSet presAssocID="{5FDBDD60-7640-48EC-B68C-CE4840DB47FF}" presName="background2" presStyleLbl="node2" presStyleIdx="2" presStyleCnt="5"/>
      <dgm:spPr/>
    </dgm:pt>
    <dgm:pt modelId="{B78C52AA-2AA8-4804-A77E-DB1AB1A47534}" type="pres">
      <dgm:prSet presAssocID="{5FDBDD60-7640-48EC-B68C-CE4840DB47FF}" presName="text2" presStyleLbl="fgAcc2" presStyleIdx="2" presStyleCnt="5" custLinFactX="-24175" custLinFactNeighborX="-100000" custLinFactNeighborY="-2530">
        <dgm:presLayoutVars>
          <dgm:chPref val="3"/>
        </dgm:presLayoutVars>
      </dgm:prSet>
      <dgm:spPr/>
      <dgm:t>
        <a:bodyPr/>
        <a:lstStyle/>
        <a:p>
          <a:endParaRPr lang="en-GB"/>
        </a:p>
      </dgm:t>
    </dgm:pt>
    <dgm:pt modelId="{CCC55B47-6F2A-43D8-8D89-49C353D0AD52}" type="pres">
      <dgm:prSet presAssocID="{5FDBDD60-7640-48EC-B68C-CE4840DB47FF}" presName="hierChild3" presStyleCnt="0"/>
      <dgm:spPr/>
    </dgm:pt>
    <dgm:pt modelId="{8BD446B4-F119-45FB-A8E7-0421E68F445C}" type="pres">
      <dgm:prSet presAssocID="{07BD20B2-5927-4CC2-B2C4-EDFB0FC32AB1}" presName="Name10" presStyleLbl="parChTrans1D2" presStyleIdx="3" presStyleCnt="5"/>
      <dgm:spPr/>
      <dgm:t>
        <a:bodyPr/>
        <a:lstStyle/>
        <a:p>
          <a:endParaRPr lang="en-GB"/>
        </a:p>
      </dgm:t>
    </dgm:pt>
    <dgm:pt modelId="{C41DA4D6-6BDE-4E42-9571-434A34775D25}" type="pres">
      <dgm:prSet presAssocID="{05E85DF6-84EF-4DC1-9C0E-24B15A1F4050}" presName="hierRoot2" presStyleCnt="0"/>
      <dgm:spPr/>
    </dgm:pt>
    <dgm:pt modelId="{6CB68947-2035-4C23-A232-01298BF2BA8A}" type="pres">
      <dgm:prSet presAssocID="{05E85DF6-84EF-4DC1-9C0E-24B15A1F4050}" presName="composite2" presStyleCnt="0"/>
      <dgm:spPr/>
    </dgm:pt>
    <dgm:pt modelId="{662C3179-156C-489E-9269-4021721C5BBC}" type="pres">
      <dgm:prSet presAssocID="{05E85DF6-84EF-4DC1-9C0E-24B15A1F4050}" presName="background2" presStyleLbl="node2" presStyleIdx="3" presStyleCnt="5"/>
      <dgm:spPr/>
    </dgm:pt>
    <dgm:pt modelId="{11A66BEE-7F4C-48E7-831F-7C888B7CC9C0}" type="pres">
      <dgm:prSet presAssocID="{05E85DF6-84EF-4DC1-9C0E-24B15A1F4050}" presName="text2" presStyleLbl="fgAcc2" presStyleIdx="3" presStyleCnt="5">
        <dgm:presLayoutVars>
          <dgm:chPref val="3"/>
        </dgm:presLayoutVars>
      </dgm:prSet>
      <dgm:spPr/>
      <dgm:t>
        <a:bodyPr/>
        <a:lstStyle/>
        <a:p>
          <a:endParaRPr lang="en-GB"/>
        </a:p>
      </dgm:t>
    </dgm:pt>
    <dgm:pt modelId="{103E67B3-D805-48C8-BBDD-C72E65F88DB6}" type="pres">
      <dgm:prSet presAssocID="{05E85DF6-84EF-4DC1-9C0E-24B15A1F4050}" presName="hierChild3" presStyleCnt="0"/>
      <dgm:spPr/>
    </dgm:pt>
    <dgm:pt modelId="{998B4BCF-9FBD-4FCE-BB21-5A3D17E90903}" type="pres">
      <dgm:prSet presAssocID="{1854CB00-7703-42BF-82BE-AD9229BEC4DB}" presName="Name10" presStyleLbl="parChTrans1D2" presStyleIdx="4" presStyleCnt="5"/>
      <dgm:spPr/>
      <dgm:t>
        <a:bodyPr/>
        <a:lstStyle/>
        <a:p>
          <a:endParaRPr lang="en-GB"/>
        </a:p>
      </dgm:t>
    </dgm:pt>
    <dgm:pt modelId="{7B4F0A4F-DFE4-4860-B429-B7335CA4D660}" type="pres">
      <dgm:prSet presAssocID="{54932213-EAC8-4C7B-8F5A-20B5FBC1D941}" presName="hierRoot2" presStyleCnt="0"/>
      <dgm:spPr/>
    </dgm:pt>
    <dgm:pt modelId="{BEF7A9CF-BC03-44AC-A70F-DA3ABC6A6361}" type="pres">
      <dgm:prSet presAssocID="{54932213-EAC8-4C7B-8F5A-20B5FBC1D941}" presName="composite2" presStyleCnt="0"/>
      <dgm:spPr/>
    </dgm:pt>
    <dgm:pt modelId="{54F0EE37-CCF6-4BB1-BA61-F96149AC3718}" type="pres">
      <dgm:prSet presAssocID="{54932213-EAC8-4C7B-8F5A-20B5FBC1D941}" presName="background2" presStyleLbl="node2" presStyleIdx="4" presStyleCnt="5"/>
      <dgm:spPr/>
    </dgm:pt>
    <dgm:pt modelId="{731A3CB4-A070-4FAC-BD0B-868C2474FF9D}" type="pres">
      <dgm:prSet presAssocID="{54932213-EAC8-4C7B-8F5A-20B5FBC1D941}" presName="text2" presStyleLbl="fgAcc2" presStyleIdx="4" presStyleCnt="5">
        <dgm:presLayoutVars>
          <dgm:chPref val="3"/>
        </dgm:presLayoutVars>
      </dgm:prSet>
      <dgm:spPr/>
      <dgm:t>
        <a:bodyPr/>
        <a:lstStyle/>
        <a:p>
          <a:endParaRPr lang="en-GB"/>
        </a:p>
      </dgm:t>
    </dgm:pt>
    <dgm:pt modelId="{04883043-1DD8-4A05-98FB-B40D2BEF7E3C}" type="pres">
      <dgm:prSet presAssocID="{54932213-EAC8-4C7B-8F5A-20B5FBC1D941}" presName="hierChild3" presStyleCnt="0"/>
      <dgm:spPr/>
    </dgm:pt>
  </dgm:ptLst>
  <dgm:cxnLst>
    <dgm:cxn modelId="{E608AEF1-3B9E-4D3E-944A-9AFE1E1516AA}" type="presOf" srcId="{05E85DF6-84EF-4DC1-9C0E-24B15A1F4050}" destId="{11A66BEE-7F4C-48E7-831F-7C888B7CC9C0}" srcOrd="0" destOrd="0" presId="urn:microsoft.com/office/officeart/2005/8/layout/hierarchy1"/>
    <dgm:cxn modelId="{00DBC141-4FCE-4CA2-9B07-8F14087634EB}" type="presOf" srcId="{5FDBDD60-7640-48EC-B68C-CE4840DB47FF}" destId="{B78C52AA-2AA8-4804-A77E-DB1AB1A47534}" srcOrd="0" destOrd="0" presId="urn:microsoft.com/office/officeart/2005/8/layout/hierarchy1"/>
    <dgm:cxn modelId="{3A11603B-9B6B-4BE8-B825-3DE06AD1A682}" type="presOf" srcId="{07BD20B2-5927-4CC2-B2C4-EDFB0FC32AB1}" destId="{8BD446B4-F119-45FB-A8E7-0421E68F445C}" srcOrd="0" destOrd="0" presId="urn:microsoft.com/office/officeart/2005/8/layout/hierarchy1"/>
    <dgm:cxn modelId="{B5939918-2649-4C28-B06C-EB6C1B9759E0}" type="presOf" srcId="{54932213-EAC8-4C7B-8F5A-20B5FBC1D941}" destId="{731A3CB4-A070-4FAC-BD0B-868C2474FF9D}" srcOrd="0" destOrd="0" presId="urn:microsoft.com/office/officeart/2005/8/layout/hierarchy1"/>
    <dgm:cxn modelId="{22387A96-7925-4BEB-9058-BC4B05E0CED8}" srcId="{112089D7-DB56-44BC-9769-1386B4FD8DD8}" destId="{54932213-EAC8-4C7B-8F5A-20B5FBC1D941}" srcOrd="4" destOrd="0" parTransId="{1854CB00-7703-42BF-82BE-AD9229BEC4DB}" sibTransId="{0EF9BA69-3D14-4C07-9EC4-EF17AF4CB8AA}"/>
    <dgm:cxn modelId="{773D38B8-FA6E-4BFF-90D4-AC08A278D36E}" srcId="{112089D7-DB56-44BC-9769-1386B4FD8DD8}" destId="{05E85DF6-84EF-4DC1-9C0E-24B15A1F4050}" srcOrd="3" destOrd="0" parTransId="{07BD20B2-5927-4CC2-B2C4-EDFB0FC32AB1}" sibTransId="{55DAB10F-2E9C-48C0-B311-092E6B97F4D9}"/>
    <dgm:cxn modelId="{40A8C383-E86D-426F-BCEF-F28D1FB007DC}" srcId="{112089D7-DB56-44BC-9769-1386B4FD8DD8}" destId="{540F6093-E2B1-4249-8072-8409C091A3ED}" srcOrd="1" destOrd="0" parTransId="{D13CE90B-C4F8-4028-B440-B8ABE71B85FC}" sibTransId="{EBB6C816-75BA-4032-A988-B826F38813AF}"/>
    <dgm:cxn modelId="{C030877A-40C6-4BC4-B131-0C17B4794D0D}" type="presOf" srcId="{3422E5BE-243F-4E67-B5EF-CAAE2A55258B}" destId="{E0C79B75-6F2A-427F-9973-B32F03D84D2F}" srcOrd="0" destOrd="0" presId="urn:microsoft.com/office/officeart/2005/8/layout/hierarchy1"/>
    <dgm:cxn modelId="{8D24E9C5-8DA9-4C60-8C73-950B0AFE01B5}" type="presOf" srcId="{540F6093-E2B1-4249-8072-8409C091A3ED}" destId="{31A065AE-CC0C-4A23-A523-53E691EEFFAB}" srcOrd="0" destOrd="0" presId="urn:microsoft.com/office/officeart/2005/8/layout/hierarchy1"/>
    <dgm:cxn modelId="{609B32A9-B36F-469A-81A7-69B85FD93A35}" type="presOf" srcId="{95BE5E79-368B-421E-B6A4-B44966A1B821}" destId="{8A3633AC-9F60-4D24-B7D7-A4F576164AE7}" srcOrd="0" destOrd="0" presId="urn:microsoft.com/office/officeart/2005/8/layout/hierarchy1"/>
    <dgm:cxn modelId="{31FC4055-F757-43DB-889A-94BA0F2F3A8E}" type="presOf" srcId="{60BA8DFA-FEE5-48B4-A53F-029D0609B0CD}" destId="{428A6ACB-E5E7-442F-8200-19708C8F65B6}" srcOrd="0" destOrd="0" presId="urn:microsoft.com/office/officeart/2005/8/layout/hierarchy1"/>
    <dgm:cxn modelId="{1D9A8C34-BFDA-42E8-8377-8A748F064279}" srcId="{3422E5BE-243F-4E67-B5EF-CAAE2A55258B}" destId="{112089D7-DB56-44BC-9769-1386B4FD8DD8}" srcOrd="0" destOrd="0" parTransId="{7FFA24F7-D3D7-4888-A6C8-7B320E8AFE28}" sibTransId="{087D71E9-F27E-4166-BAC2-D72957F22156}"/>
    <dgm:cxn modelId="{D6728604-F97C-49D7-A689-31F92502274E}" type="presOf" srcId="{112089D7-DB56-44BC-9769-1386B4FD8DD8}" destId="{D2AE8700-D3E8-44E0-BB62-9DE2CB473E4A}" srcOrd="0" destOrd="0" presId="urn:microsoft.com/office/officeart/2005/8/layout/hierarchy1"/>
    <dgm:cxn modelId="{2AB53774-B56F-4DE2-8E33-AB90A6DB3D16}" type="presOf" srcId="{2DF08807-9752-4554-9C7B-82D630B55A19}" destId="{23C94EED-A77F-4371-976F-B726170774FB}" srcOrd="0" destOrd="0" presId="urn:microsoft.com/office/officeart/2005/8/layout/hierarchy1"/>
    <dgm:cxn modelId="{BD34B196-6054-44D3-A46F-6E02CED2CC4E}" type="presOf" srcId="{D13CE90B-C4F8-4028-B440-B8ABE71B85FC}" destId="{86F2D633-297E-4951-AA06-4E44F416ABDA}" srcOrd="0" destOrd="0" presId="urn:microsoft.com/office/officeart/2005/8/layout/hierarchy1"/>
    <dgm:cxn modelId="{A0E5F244-11D1-4EB3-8CDB-7B81522D67C9}" type="presOf" srcId="{1854CB00-7703-42BF-82BE-AD9229BEC4DB}" destId="{998B4BCF-9FBD-4FCE-BB21-5A3D17E90903}" srcOrd="0" destOrd="0" presId="urn:microsoft.com/office/officeart/2005/8/layout/hierarchy1"/>
    <dgm:cxn modelId="{97DE7FEC-2B6E-4211-AC10-8F275461FCE0}" srcId="{112089D7-DB56-44BC-9769-1386B4FD8DD8}" destId="{2DF08807-9752-4554-9C7B-82D630B55A19}" srcOrd="0" destOrd="0" parTransId="{60BA8DFA-FEE5-48B4-A53F-029D0609B0CD}" sibTransId="{97A99BCF-D153-44BA-9041-CA37C8107756}"/>
    <dgm:cxn modelId="{208A39F8-D02A-48E3-B697-1135D80124E5}" srcId="{112089D7-DB56-44BC-9769-1386B4FD8DD8}" destId="{5FDBDD60-7640-48EC-B68C-CE4840DB47FF}" srcOrd="2" destOrd="0" parTransId="{95BE5E79-368B-421E-B6A4-B44966A1B821}" sibTransId="{F4A78AD6-7DF1-4391-A1E6-35335579DB51}"/>
    <dgm:cxn modelId="{32EB10CF-FD33-4174-B0C5-FF686F24D775}" type="presParOf" srcId="{E0C79B75-6F2A-427F-9973-B32F03D84D2F}" destId="{7AA0E0BE-40B8-4955-B436-DC5C219F9F48}" srcOrd="0" destOrd="0" presId="urn:microsoft.com/office/officeart/2005/8/layout/hierarchy1"/>
    <dgm:cxn modelId="{6C20882B-D1B5-4B7B-B117-A4785A56F1CC}" type="presParOf" srcId="{7AA0E0BE-40B8-4955-B436-DC5C219F9F48}" destId="{C811776F-A264-4DBA-85FE-D79EC3B0C6AD}" srcOrd="0" destOrd="0" presId="urn:microsoft.com/office/officeart/2005/8/layout/hierarchy1"/>
    <dgm:cxn modelId="{C8EE4DBD-518F-4D02-9A34-C94CF6AF63C8}" type="presParOf" srcId="{C811776F-A264-4DBA-85FE-D79EC3B0C6AD}" destId="{79C7EE13-B1FF-4528-A70E-D56FA520B699}" srcOrd="0" destOrd="0" presId="urn:microsoft.com/office/officeart/2005/8/layout/hierarchy1"/>
    <dgm:cxn modelId="{0F04CCB7-B757-4372-93E4-ADBC1BA061DD}" type="presParOf" srcId="{C811776F-A264-4DBA-85FE-D79EC3B0C6AD}" destId="{D2AE8700-D3E8-44E0-BB62-9DE2CB473E4A}" srcOrd="1" destOrd="0" presId="urn:microsoft.com/office/officeart/2005/8/layout/hierarchy1"/>
    <dgm:cxn modelId="{25BF6A0C-71F0-4C6D-94C1-0FC91190E663}" type="presParOf" srcId="{7AA0E0BE-40B8-4955-B436-DC5C219F9F48}" destId="{9124FD63-A81C-4DC3-B1D5-E331F5FE3F8C}" srcOrd="1" destOrd="0" presId="urn:microsoft.com/office/officeart/2005/8/layout/hierarchy1"/>
    <dgm:cxn modelId="{91D48AE2-A38C-47E6-8038-8C4F2A296DC6}" type="presParOf" srcId="{9124FD63-A81C-4DC3-B1D5-E331F5FE3F8C}" destId="{428A6ACB-E5E7-442F-8200-19708C8F65B6}" srcOrd="0" destOrd="0" presId="urn:microsoft.com/office/officeart/2005/8/layout/hierarchy1"/>
    <dgm:cxn modelId="{B95645E2-90E3-4B0F-8A66-A6E24D104B3E}" type="presParOf" srcId="{9124FD63-A81C-4DC3-B1D5-E331F5FE3F8C}" destId="{15720497-A8AC-45A6-A885-76D1D5B961B4}" srcOrd="1" destOrd="0" presId="urn:microsoft.com/office/officeart/2005/8/layout/hierarchy1"/>
    <dgm:cxn modelId="{8E8F6B2B-B56E-4274-9D6E-4DCA529B0244}" type="presParOf" srcId="{15720497-A8AC-45A6-A885-76D1D5B961B4}" destId="{2CBF7715-EA5D-40A2-8842-ABDC1D5BCAD3}" srcOrd="0" destOrd="0" presId="urn:microsoft.com/office/officeart/2005/8/layout/hierarchy1"/>
    <dgm:cxn modelId="{68716C69-87A3-49CA-B67A-3DA8E678DAB4}" type="presParOf" srcId="{2CBF7715-EA5D-40A2-8842-ABDC1D5BCAD3}" destId="{6B2407FB-E314-49A4-B3D2-04A8D42F3540}" srcOrd="0" destOrd="0" presId="urn:microsoft.com/office/officeart/2005/8/layout/hierarchy1"/>
    <dgm:cxn modelId="{2C0AA572-298A-4C7E-B2C8-15EE4EBEA00F}" type="presParOf" srcId="{2CBF7715-EA5D-40A2-8842-ABDC1D5BCAD3}" destId="{23C94EED-A77F-4371-976F-B726170774FB}" srcOrd="1" destOrd="0" presId="urn:microsoft.com/office/officeart/2005/8/layout/hierarchy1"/>
    <dgm:cxn modelId="{F2CF2BFF-B6C0-4F48-A45D-560C253BFC0E}" type="presParOf" srcId="{15720497-A8AC-45A6-A885-76D1D5B961B4}" destId="{E660586D-1EC6-4579-BA6B-DD21B407B516}" srcOrd="1" destOrd="0" presId="urn:microsoft.com/office/officeart/2005/8/layout/hierarchy1"/>
    <dgm:cxn modelId="{B22BC328-49CB-457B-8BA1-AACDFB9228B9}" type="presParOf" srcId="{9124FD63-A81C-4DC3-B1D5-E331F5FE3F8C}" destId="{86F2D633-297E-4951-AA06-4E44F416ABDA}" srcOrd="2" destOrd="0" presId="urn:microsoft.com/office/officeart/2005/8/layout/hierarchy1"/>
    <dgm:cxn modelId="{A5B97E36-D88B-4041-9664-7D3A6781227A}" type="presParOf" srcId="{9124FD63-A81C-4DC3-B1D5-E331F5FE3F8C}" destId="{C350DA14-FB4D-4FC2-BD52-5D6B8A39E729}" srcOrd="3" destOrd="0" presId="urn:microsoft.com/office/officeart/2005/8/layout/hierarchy1"/>
    <dgm:cxn modelId="{C8E9FEE3-FD0E-456B-9DD0-C3196F52B39B}" type="presParOf" srcId="{C350DA14-FB4D-4FC2-BD52-5D6B8A39E729}" destId="{9769DB49-F7DF-4C13-A316-6627FC058962}" srcOrd="0" destOrd="0" presId="urn:microsoft.com/office/officeart/2005/8/layout/hierarchy1"/>
    <dgm:cxn modelId="{DA1C51AB-671E-40DC-8F58-B8BBC1A4337D}" type="presParOf" srcId="{9769DB49-F7DF-4C13-A316-6627FC058962}" destId="{40A92E27-C758-4281-8E6D-1E3EC3382CD2}" srcOrd="0" destOrd="0" presId="urn:microsoft.com/office/officeart/2005/8/layout/hierarchy1"/>
    <dgm:cxn modelId="{637250AF-6F3A-4964-9D81-CE1E4096F7F9}" type="presParOf" srcId="{9769DB49-F7DF-4C13-A316-6627FC058962}" destId="{31A065AE-CC0C-4A23-A523-53E691EEFFAB}" srcOrd="1" destOrd="0" presId="urn:microsoft.com/office/officeart/2005/8/layout/hierarchy1"/>
    <dgm:cxn modelId="{755BBA79-8F45-46F6-9E21-D9B89EE270C0}" type="presParOf" srcId="{C350DA14-FB4D-4FC2-BD52-5D6B8A39E729}" destId="{CCE28BBB-DD72-4738-9B8E-8B124723AE03}" srcOrd="1" destOrd="0" presId="urn:microsoft.com/office/officeart/2005/8/layout/hierarchy1"/>
    <dgm:cxn modelId="{0A9BC798-8894-40F5-AEB3-069EBFFD5870}" type="presParOf" srcId="{9124FD63-A81C-4DC3-B1D5-E331F5FE3F8C}" destId="{8A3633AC-9F60-4D24-B7D7-A4F576164AE7}" srcOrd="4" destOrd="0" presId="urn:microsoft.com/office/officeart/2005/8/layout/hierarchy1"/>
    <dgm:cxn modelId="{EDF15A46-4C87-44FF-9475-049E5741C3D5}" type="presParOf" srcId="{9124FD63-A81C-4DC3-B1D5-E331F5FE3F8C}" destId="{D2440653-CFA4-4A34-8B3A-735F9AACD0A0}" srcOrd="5" destOrd="0" presId="urn:microsoft.com/office/officeart/2005/8/layout/hierarchy1"/>
    <dgm:cxn modelId="{0D1D530F-ABC8-49C3-88FA-12FB62E09A45}" type="presParOf" srcId="{D2440653-CFA4-4A34-8B3A-735F9AACD0A0}" destId="{5612E31E-7A9B-4D6D-A582-F45231322356}" srcOrd="0" destOrd="0" presId="urn:microsoft.com/office/officeart/2005/8/layout/hierarchy1"/>
    <dgm:cxn modelId="{A54BB839-AB7B-4841-A14D-085364F7E1DE}" type="presParOf" srcId="{5612E31E-7A9B-4D6D-A582-F45231322356}" destId="{3A14B81D-6501-4A9C-93E8-C0D8D63BD171}" srcOrd="0" destOrd="0" presId="urn:microsoft.com/office/officeart/2005/8/layout/hierarchy1"/>
    <dgm:cxn modelId="{C427EA6C-B825-4438-BA2A-F6B14E1D6846}" type="presParOf" srcId="{5612E31E-7A9B-4D6D-A582-F45231322356}" destId="{B78C52AA-2AA8-4804-A77E-DB1AB1A47534}" srcOrd="1" destOrd="0" presId="urn:microsoft.com/office/officeart/2005/8/layout/hierarchy1"/>
    <dgm:cxn modelId="{3A03E22B-AB02-4908-BB01-42F46C81CAE6}" type="presParOf" srcId="{D2440653-CFA4-4A34-8B3A-735F9AACD0A0}" destId="{CCC55B47-6F2A-43D8-8D89-49C353D0AD52}" srcOrd="1" destOrd="0" presId="urn:microsoft.com/office/officeart/2005/8/layout/hierarchy1"/>
    <dgm:cxn modelId="{4DE4C95A-34CC-4A57-883A-B4B49E686C95}" type="presParOf" srcId="{9124FD63-A81C-4DC3-B1D5-E331F5FE3F8C}" destId="{8BD446B4-F119-45FB-A8E7-0421E68F445C}" srcOrd="6" destOrd="0" presId="urn:microsoft.com/office/officeart/2005/8/layout/hierarchy1"/>
    <dgm:cxn modelId="{B902ECD9-AFD9-4A1D-9512-21EE513CD82A}" type="presParOf" srcId="{9124FD63-A81C-4DC3-B1D5-E331F5FE3F8C}" destId="{C41DA4D6-6BDE-4E42-9571-434A34775D25}" srcOrd="7" destOrd="0" presId="urn:microsoft.com/office/officeart/2005/8/layout/hierarchy1"/>
    <dgm:cxn modelId="{F41021FB-1573-40E7-AE9D-DCC859AC824D}" type="presParOf" srcId="{C41DA4D6-6BDE-4E42-9571-434A34775D25}" destId="{6CB68947-2035-4C23-A232-01298BF2BA8A}" srcOrd="0" destOrd="0" presId="urn:microsoft.com/office/officeart/2005/8/layout/hierarchy1"/>
    <dgm:cxn modelId="{B89A17F0-CFF0-4AE4-BAF7-92CC2C16CF3C}" type="presParOf" srcId="{6CB68947-2035-4C23-A232-01298BF2BA8A}" destId="{662C3179-156C-489E-9269-4021721C5BBC}" srcOrd="0" destOrd="0" presId="urn:microsoft.com/office/officeart/2005/8/layout/hierarchy1"/>
    <dgm:cxn modelId="{E9528E16-E7D2-4B48-82D9-2DDE44275921}" type="presParOf" srcId="{6CB68947-2035-4C23-A232-01298BF2BA8A}" destId="{11A66BEE-7F4C-48E7-831F-7C888B7CC9C0}" srcOrd="1" destOrd="0" presId="urn:microsoft.com/office/officeart/2005/8/layout/hierarchy1"/>
    <dgm:cxn modelId="{0FF34527-64DE-49CD-A09B-A01F3A7746B0}" type="presParOf" srcId="{C41DA4D6-6BDE-4E42-9571-434A34775D25}" destId="{103E67B3-D805-48C8-BBDD-C72E65F88DB6}" srcOrd="1" destOrd="0" presId="urn:microsoft.com/office/officeart/2005/8/layout/hierarchy1"/>
    <dgm:cxn modelId="{52E5D50C-5AC5-4FD6-BBF3-0C177DFAD815}" type="presParOf" srcId="{9124FD63-A81C-4DC3-B1D5-E331F5FE3F8C}" destId="{998B4BCF-9FBD-4FCE-BB21-5A3D17E90903}" srcOrd="8" destOrd="0" presId="urn:microsoft.com/office/officeart/2005/8/layout/hierarchy1"/>
    <dgm:cxn modelId="{819B5F57-76FA-4BAA-A56E-839DB77C1F13}" type="presParOf" srcId="{9124FD63-A81C-4DC3-B1D5-E331F5FE3F8C}" destId="{7B4F0A4F-DFE4-4860-B429-B7335CA4D660}" srcOrd="9" destOrd="0" presId="urn:microsoft.com/office/officeart/2005/8/layout/hierarchy1"/>
    <dgm:cxn modelId="{732E78B5-3628-489A-AEDF-82A479BA4609}" type="presParOf" srcId="{7B4F0A4F-DFE4-4860-B429-B7335CA4D660}" destId="{BEF7A9CF-BC03-44AC-A70F-DA3ABC6A6361}" srcOrd="0" destOrd="0" presId="urn:microsoft.com/office/officeart/2005/8/layout/hierarchy1"/>
    <dgm:cxn modelId="{478FA56B-D8D2-4FB2-9DE5-CFAC4499AB4F}" type="presParOf" srcId="{BEF7A9CF-BC03-44AC-A70F-DA3ABC6A6361}" destId="{54F0EE37-CCF6-4BB1-BA61-F96149AC3718}" srcOrd="0" destOrd="0" presId="urn:microsoft.com/office/officeart/2005/8/layout/hierarchy1"/>
    <dgm:cxn modelId="{71F21FF2-90C0-4AB6-9FAB-F020782D214D}" type="presParOf" srcId="{BEF7A9CF-BC03-44AC-A70F-DA3ABC6A6361}" destId="{731A3CB4-A070-4FAC-BD0B-868C2474FF9D}" srcOrd="1" destOrd="0" presId="urn:microsoft.com/office/officeart/2005/8/layout/hierarchy1"/>
    <dgm:cxn modelId="{EFA5F2CC-83DB-4467-9DF4-5D563F7F57E7}" type="presParOf" srcId="{7B4F0A4F-DFE4-4860-B429-B7335CA4D660}" destId="{04883043-1DD8-4A05-98FB-B40D2BEF7E3C}"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422E5BE-243F-4E67-B5EF-CAAE2A55258B}" type="doc">
      <dgm:prSet loTypeId="urn:microsoft.com/office/officeart/2005/8/layout/hierarchy1" loCatId="hierarchy" qsTypeId="urn:microsoft.com/office/officeart/2005/8/quickstyle/simple1" qsCatId="simple" csTypeId="urn:microsoft.com/office/officeart/2005/8/colors/colorful3" csCatId="colorful" phldr="1"/>
      <dgm:spPr/>
      <dgm:t>
        <a:bodyPr/>
        <a:lstStyle/>
        <a:p>
          <a:endParaRPr lang="en-GB"/>
        </a:p>
      </dgm:t>
    </dgm:pt>
    <dgm:pt modelId="{112089D7-DB56-44BC-9769-1386B4FD8DD8}">
      <dgm:prSet phldrT="[Text]"/>
      <dgm:spPr/>
      <dgm:t>
        <a:bodyPr/>
        <a:lstStyle/>
        <a:p>
          <a:r>
            <a:rPr lang="en-GB" dirty="0" smtClean="0">
              <a:latin typeface="Corbel" panose="020B0503020204020204" pitchFamily="34" charset="0"/>
            </a:rPr>
            <a:t>Extended BPMN</a:t>
          </a:r>
          <a:endParaRPr lang="en-GB" dirty="0">
            <a:latin typeface="Corbel" panose="020B0503020204020204" pitchFamily="34" charset="0"/>
          </a:endParaRPr>
        </a:p>
      </dgm:t>
    </dgm:pt>
    <dgm:pt modelId="{7FFA24F7-D3D7-4888-A6C8-7B320E8AFE28}" type="parTrans" cxnId="{1D9A8C34-BFDA-42E8-8377-8A748F064279}">
      <dgm:prSet/>
      <dgm:spPr/>
      <dgm:t>
        <a:bodyPr/>
        <a:lstStyle/>
        <a:p>
          <a:endParaRPr lang="en-GB"/>
        </a:p>
      </dgm:t>
    </dgm:pt>
    <dgm:pt modelId="{087D71E9-F27E-4166-BAC2-D72957F22156}" type="sibTrans" cxnId="{1D9A8C34-BFDA-42E8-8377-8A748F064279}">
      <dgm:prSet/>
      <dgm:spPr/>
      <dgm:t>
        <a:bodyPr/>
        <a:lstStyle/>
        <a:p>
          <a:endParaRPr lang="en-GB"/>
        </a:p>
      </dgm:t>
    </dgm:pt>
    <dgm:pt modelId="{2DF08807-9752-4554-9C7B-82D630B55A19}">
      <dgm:prSet phldrT="[Text]"/>
      <dgm:spPr>
        <a:solidFill>
          <a:schemeClr val="bg1">
            <a:alpha val="90000"/>
          </a:schemeClr>
        </a:solidFill>
        <a:ln w="25400">
          <a:solidFill>
            <a:schemeClr val="tx1"/>
          </a:solidFill>
        </a:ln>
      </dgm:spPr>
      <dgm:t>
        <a:bodyPr/>
        <a:lstStyle/>
        <a:p>
          <a:r>
            <a:rPr lang="en-GB" dirty="0" smtClean="0">
              <a:latin typeface="Corbel" panose="020B0503020204020204" pitchFamily="34" charset="0"/>
            </a:rPr>
            <a:t>Process</a:t>
          </a:r>
          <a:endParaRPr lang="en-GB" dirty="0">
            <a:latin typeface="Corbel" panose="020B0503020204020204" pitchFamily="34" charset="0"/>
          </a:endParaRPr>
        </a:p>
      </dgm:t>
    </dgm:pt>
    <dgm:pt modelId="{60BA8DFA-FEE5-48B4-A53F-029D0609B0CD}" type="parTrans" cxnId="{97DE7FEC-2B6E-4211-AC10-8F275461FCE0}">
      <dgm:prSet/>
      <dgm:spPr/>
      <dgm:t>
        <a:bodyPr/>
        <a:lstStyle/>
        <a:p>
          <a:endParaRPr lang="en-GB"/>
        </a:p>
      </dgm:t>
    </dgm:pt>
    <dgm:pt modelId="{97A99BCF-D153-44BA-9041-CA37C8107756}" type="sibTrans" cxnId="{97DE7FEC-2B6E-4211-AC10-8F275461FCE0}">
      <dgm:prSet/>
      <dgm:spPr/>
      <dgm:t>
        <a:bodyPr/>
        <a:lstStyle/>
        <a:p>
          <a:endParaRPr lang="en-GB"/>
        </a:p>
      </dgm:t>
    </dgm:pt>
    <dgm:pt modelId="{5FDBDD60-7640-48EC-B68C-CE4840DB47FF}">
      <dgm:prSet phldrT="[Text]"/>
      <dgm:spPr/>
      <dgm:t>
        <a:bodyPr/>
        <a:lstStyle/>
        <a:p>
          <a:r>
            <a:rPr lang="en-GB" dirty="0" smtClean="0">
              <a:latin typeface="Corbel" panose="020B0503020204020204" pitchFamily="34" charset="0"/>
            </a:rPr>
            <a:t>Activity</a:t>
          </a:r>
          <a:endParaRPr lang="en-GB" dirty="0">
            <a:latin typeface="Corbel" panose="020B0503020204020204" pitchFamily="34" charset="0"/>
          </a:endParaRPr>
        </a:p>
      </dgm:t>
    </dgm:pt>
    <dgm:pt modelId="{95BE5E79-368B-421E-B6A4-B44966A1B821}" type="parTrans" cxnId="{208A39F8-D02A-48E3-B697-1135D80124E5}">
      <dgm:prSet/>
      <dgm:spPr/>
      <dgm:t>
        <a:bodyPr/>
        <a:lstStyle/>
        <a:p>
          <a:endParaRPr lang="en-GB"/>
        </a:p>
      </dgm:t>
    </dgm:pt>
    <dgm:pt modelId="{F4A78AD6-7DF1-4391-A1E6-35335579DB51}" type="sibTrans" cxnId="{208A39F8-D02A-48E3-B697-1135D80124E5}">
      <dgm:prSet/>
      <dgm:spPr/>
      <dgm:t>
        <a:bodyPr/>
        <a:lstStyle/>
        <a:p>
          <a:endParaRPr lang="en-GB"/>
        </a:p>
      </dgm:t>
    </dgm:pt>
    <dgm:pt modelId="{05E85DF6-84EF-4DC1-9C0E-24B15A1F4050}">
      <dgm:prSet/>
      <dgm:spPr/>
      <dgm:t>
        <a:bodyPr/>
        <a:lstStyle/>
        <a:p>
          <a:r>
            <a:rPr lang="en-GB" dirty="0" smtClean="0">
              <a:latin typeface="Corbel" panose="020B0503020204020204" pitchFamily="34" charset="0"/>
            </a:rPr>
            <a:t>Data</a:t>
          </a:r>
          <a:endParaRPr lang="en-GB" dirty="0">
            <a:latin typeface="Corbel" panose="020B0503020204020204" pitchFamily="34" charset="0"/>
          </a:endParaRPr>
        </a:p>
      </dgm:t>
    </dgm:pt>
    <dgm:pt modelId="{07BD20B2-5927-4CC2-B2C4-EDFB0FC32AB1}" type="parTrans" cxnId="{773D38B8-FA6E-4BFF-90D4-AC08A278D36E}">
      <dgm:prSet/>
      <dgm:spPr/>
      <dgm:t>
        <a:bodyPr/>
        <a:lstStyle/>
        <a:p>
          <a:endParaRPr lang="en-GB"/>
        </a:p>
      </dgm:t>
    </dgm:pt>
    <dgm:pt modelId="{55DAB10F-2E9C-48C0-B311-092E6B97F4D9}" type="sibTrans" cxnId="{773D38B8-FA6E-4BFF-90D4-AC08A278D36E}">
      <dgm:prSet/>
      <dgm:spPr/>
      <dgm:t>
        <a:bodyPr/>
        <a:lstStyle/>
        <a:p>
          <a:endParaRPr lang="en-GB"/>
        </a:p>
      </dgm:t>
    </dgm:pt>
    <dgm:pt modelId="{54932213-EAC8-4C7B-8F5A-20B5FBC1D941}">
      <dgm:prSet/>
      <dgm:spPr/>
      <dgm:t>
        <a:bodyPr/>
        <a:lstStyle/>
        <a:p>
          <a:r>
            <a:rPr lang="en-GB" dirty="0" smtClean="0">
              <a:latin typeface="Corbel" panose="020B0503020204020204" pitchFamily="34" charset="0"/>
            </a:rPr>
            <a:t>User role</a:t>
          </a:r>
          <a:endParaRPr lang="en-GB" dirty="0">
            <a:latin typeface="Corbel" panose="020B0503020204020204" pitchFamily="34" charset="0"/>
          </a:endParaRPr>
        </a:p>
      </dgm:t>
    </dgm:pt>
    <dgm:pt modelId="{1854CB00-7703-42BF-82BE-AD9229BEC4DB}" type="parTrans" cxnId="{22387A96-7925-4BEB-9058-BC4B05E0CED8}">
      <dgm:prSet/>
      <dgm:spPr/>
      <dgm:t>
        <a:bodyPr/>
        <a:lstStyle/>
        <a:p>
          <a:endParaRPr lang="en-GB"/>
        </a:p>
      </dgm:t>
    </dgm:pt>
    <dgm:pt modelId="{0EF9BA69-3D14-4C07-9EC4-EF17AF4CB8AA}" type="sibTrans" cxnId="{22387A96-7925-4BEB-9058-BC4B05E0CED8}">
      <dgm:prSet/>
      <dgm:spPr/>
      <dgm:t>
        <a:bodyPr/>
        <a:lstStyle/>
        <a:p>
          <a:endParaRPr lang="en-GB"/>
        </a:p>
      </dgm:t>
    </dgm:pt>
    <dgm:pt modelId="{540F6093-E2B1-4249-8072-8409C091A3ED}">
      <dgm:prSet/>
      <dgm:spPr/>
      <dgm:t>
        <a:bodyPr/>
        <a:lstStyle/>
        <a:p>
          <a:r>
            <a:rPr lang="en-GB" dirty="0" smtClean="0">
              <a:latin typeface="Corbel" panose="020B0503020204020204" pitchFamily="34" charset="0"/>
            </a:rPr>
            <a:t>Goal</a:t>
          </a:r>
          <a:endParaRPr lang="en-GB" dirty="0">
            <a:latin typeface="Corbel" panose="020B0503020204020204" pitchFamily="34" charset="0"/>
          </a:endParaRPr>
        </a:p>
      </dgm:t>
    </dgm:pt>
    <dgm:pt modelId="{D13CE90B-C4F8-4028-B440-B8ABE71B85FC}" type="parTrans" cxnId="{40A8C383-E86D-426F-BCEF-F28D1FB007DC}">
      <dgm:prSet/>
      <dgm:spPr/>
      <dgm:t>
        <a:bodyPr/>
        <a:lstStyle/>
        <a:p>
          <a:endParaRPr lang="en-GB"/>
        </a:p>
      </dgm:t>
    </dgm:pt>
    <dgm:pt modelId="{EBB6C816-75BA-4032-A988-B826F38813AF}" type="sibTrans" cxnId="{40A8C383-E86D-426F-BCEF-F28D1FB007DC}">
      <dgm:prSet/>
      <dgm:spPr/>
      <dgm:t>
        <a:bodyPr/>
        <a:lstStyle/>
        <a:p>
          <a:endParaRPr lang="en-GB"/>
        </a:p>
      </dgm:t>
    </dgm:pt>
    <dgm:pt modelId="{E0C79B75-6F2A-427F-9973-B32F03D84D2F}" type="pres">
      <dgm:prSet presAssocID="{3422E5BE-243F-4E67-B5EF-CAAE2A55258B}" presName="hierChild1" presStyleCnt="0">
        <dgm:presLayoutVars>
          <dgm:chPref val="1"/>
          <dgm:dir/>
          <dgm:animOne val="branch"/>
          <dgm:animLvl val="lvl"/>
          <dgm:resizeHandles/>
        </dgm:presLayoutVars>
      </dgm:prSet>
      <dgm:spPr/>
      <dgm:t>
        <a:bodyPr/>
        <a:lstStyle/>
        <a:p>
          <a:endParaRPr lang="en-GB"/>
        </a:p>
      </dgm:t>
    </dgm:pt>
    <dgm:pt modelId="{7AA0E0BE-40B8-4955-B436-DC5C219F9F48}" type="pres">
      <dgm:prSet presAssocID="{112089D7-DB56-44BC-9769-1386B4FD8DD8}" presName="hierRoot1" presStyleCnt="0"/>
      <dgm:spPr/>
    </dgm:pt>
    <dgm:pt modelId="{C811776F-A264-4DBA-85FE-D79EC3B0C6AD}" type="pres">
      <dgm:prSet presAssocID="{112089D7-DB56-44BC-9769-1386B4FD8DD8}" presName="composite" presStyleCnt="0"/>
      <dgm:spPr/>
    </dgm:pt>
    <dgm:pt modelId="{79C7EE13-B1FF-4528-A70E-D56FA520B699}" type="pres">
      <dgm:prSet presAssocID="{112089D7-DB56-44BC-9769-1386B4FD8DD8}" presName="background" presStyleLbl="node0" presStyleIdx="0" presStyleCnt="1"/>
      <dgm:spPr/>
    </dgm:pt>
    <dgm:pt modelId="{D2AE8700-D3E8-44E0-BB62-9DE2CB473E4A}" type="pres">
      <dgm:prSet presAssocID="{112089D7-DB56-44BC-9769-1386B4FD8DD8}" presName="text" presStyleLbl="fgAcc0" presStyleIdx="0" presStyleCnt="1">
        <dgm:presLayoutVars>
          <dgm:chPref val="3"/>
        </dgm:presLayoutVars>
      </dgm:prSet>
      <dgm:spPr/>
      <dgm:t>
        <a:bodyPr/>
        <a:lstStyle/>
        <a:p>
          <a:endParaRPr lang="en-GB"/>
        </a:p>
      </dgm:t>
    </dgm:pt>
    <dgm:pt modelId="{9124FD63-A81C-4DC3-B1D5-E331F5FE3F8C}" type="pres">
      <dgm:prSet presAssocID="{112089D7-DB56-44BC-9769-1386B4FD8DD8}" presName="hierChild2" presStyleCnt="0"/>
      <dgm:spPr/>
    </dgm:pt>
    <dgm:pt modelId="{428A6ACB-E5E7-442F-8200-19708C8F65B6}" type="pres">
      <dgm:prSet presAssocID="{60BA8DFA-FEE5-48B4-A53F-029D0609B0CD}" presName="Name10" presStyleLbl="parChTrans1D2" presStyleIdx="0" presStyleCnt="5"/>
      <dgm:spPr/>
      <dgm:t>
        <a:bodyPr/>
        <a:lstStyle/>
        <a:p>
          <a:endParaRPr lang="en-GB"/>
        </a:p>
      </dgm:t>
    </dgm:pt>
    <dgm:pt modelId="{15720497-A8AC-45A6-A885-76D1D5B961B4}" type="pres">
      <dgm:prSet presAssocID="{2DF08807-9752-4554-9C7B-82D630B55A19}" presName="hierRoot2" presStyleCnt="0"/>
      <dgm:spPr/>
    </dgm:pt>
    <dgm:pt modelId="{2CBF7715-EA5D-40A2-8842-ABDC1D5BCAD3}" type="pres">
      <dgm:prSet presAssocID="{2DF08807-9752-4554-9C7B-82D630B55A19}" presName="composite2" presStyleCnt="0"/>
      <dgm:spPr/>
    </dgm:pt>
    <dgm:pt modelId="{6B2407FB-E314-49A4-B3D2-04A8D42F3540}" type="pres">
      <dgm:prSet presAssocID="{2DF08807-9752-4554-9C7B-82D630B55A19}" presName="background2" presStyleLbl="node2" presStyleIdx="0" presStyleCnt="5"/>
      <dgm:spPr>
        <a:solidFill>
          <a:schemeClr val="accent2"/>
        </a:solidFill>
      </dgm:spPr>
      <dgm:t>
        <a:bodyPr/>
        <a:lstStyle/>
        <a:p>
          <a:endParaRPr lang="en-GB"/>
        </a:p>
      </dgm:t>
    </dgm:pt>
    <dgm:pt modelId="{23C94EED-A77F-4371-976F-B726170774FB}" type="pres">
      <dgm:prSet presAssocID="{2DF08807-9752-4554-9C7B-82D630B55A19}" presName="text2" presStyleLbl="fgAcc2" presStyleIdx="0" presStyleCnt="5">
        <dgm:presLayoutVars>
          <dgm:chPref val="3"/>
        </dgm:presLayoutVars>
      </dgm:prSet>
      <dgm:spPr/>
      <dgm:t>
        <a:bodyPr/>
        <a:lstStyle/>
        <a:p>
          <a:endParaRPr lang="en-GB"/>
        </a:p>
      </dgm:t>
    </dgm:pt>
    <dgm:pt modelId="{E660586D-1EC6-4579-BA6B-DD21B407B516}" type="pres">
      <dgm:prSet presAssocID="{2DF08807-9752-4554-9C7B-82D630B55A19}" presName="hierChild3" presStyleCnt="0"/>
      <dgm:spPr/>
    </dgm:pt>
    <dgm:pt modelId="{86F2D633-297E-4951-AA06-4E44F416ABDA}" type="pres">
      <dgm:prSet presAssocID="{D13CE90B-C4F8-4028-B440-B8ABE71B85FC}" presName="Name10" presStyleLbl="parChTrans1D2" presStyleIdx="1" presStyleCnt="5"/>
      <dgm:spPr/>
      <dgm:t>
        <a:bodyPr/>
        <a:lstStyle/>
        <a:p>
          <a:endParaRPr lang="en-GB"/>
        </a:p>
      </dgm:t>
    </dgm:pt>
    <dgm:pt modelId="{C350DA14-FB4D-4FC2-BD52-5D6B8A39E729}" type="pres">
      <dgm:prSet presAssocID="{540F6093-E2B1-4249-8072-8409C091A3ED}" presName="hierRoot2" presStyleCnt="0"/>
      <dgm:spPr/>
    </dgm:pt>
    <dgm:pt modelId="{9769DB49-F7DF-4C13-A316-6627FC058962}" type="pres">
      <dgm:prSet presAssocID="{540F6093-E2B1-4249-8072-8409C091A3ED}" presName="composite2" presStyleCnt="0"/>
      <dgm:spPr/>
    </dgm:pt>
    <dgm:pt modelId="{40A92E27-C758-4281-8E6D-1E3EC3382CD2}" type="pres">
      <dgm:prSet presAssocID="{540F6093-E2B1-4249-8072-8409C091A3ED}" presName="background2" presStyleLbl="node2" presStyleIdx="1" presStyleCnt="5"/>
      <dgm:spPr/>
    </dgm:pt>
    <dgm:pt modelId="{31A065AE-CC0C-4A23-A523-53E691EEFFAB}" type="pres">
      <dgm:prSet presAssocID="{540F6093-E2B1-4249-8072-8409C091A3ED}" presName="text2" presStyleLbl="fgAcc2" presStyleIdx="1" presStyleCnt="5" custLinFactX="22831" custLinFactNeighborX="100000" custLinFactNeighborY="-2530">
        <dgm:presLayoutVars>
          <dgm:chPref val="3"/>
        </dgm:presLayoutVars>
      </dgm:prSet>
      <dgm:spPr/>
      <dgm:t>
        <a:bodyPr/>
        <a:lstStyle/>
        <a:p>
          <a:endParaRPr lang="en-GB"/>
        </a:p>
      </dgm:t>
    </dgm:pt>
    <dgm:pt modelId="{CCE28BBB-DD72-4738-9B8E-8B124723AE03}" type="pres">
      <dgm:prSet presAssocID="{540F6093-E2B1-4249-8072-8409C091A3ED}" presName="hierChild3" presStyleCnt="0"/>
      <dgm:spPr/>
    </dgm:pt>
    <dgm:pt modelId="{8A3633AC-9F60-4D24-B7D7-A4F576164AE7}" type="pres">
      <dgm:prSet presAssocID="{95BE5E79-368B-421E-B6A4-B44966A1B821}" presName="Name10" presStyleLbl="parChTrans1D2" presStyleIdx="2" presStyleCnt="5"/>
      <dgm:spPr/>
      <dgm:t>
        <a:bodyPr/>
        <a:lstStyle/>
        <a:p>
          <a:endParaRPr lang="en-GB"/>
        </a:p>
      </dgm:t>
    </dgm:pt>
    <dgm:pt modelId="{D2440653-CFA4-4A34-8B3A-735F9AACD0A0}" type="pres">
      <dgm:prSet presAssocID="{5FDBDD60-7640-48EC-B68C-CE4840DB47FF}" presName="hierRoot2" presStyleCnt="0"/>
      <dgm:spPr/>
    </dgm:pt>
    <dgm:pt modelId="{5612E31E-7A9B-4D6D-A582-F45231322356}" type="pres">
      <dgm:prSet presAssocID="{5FDBDD60-7640-48EC-B68C-CE4840DB47FF}" presName="composite2" presStyleCnt="0"/>
      <dgm:spPr/>
    </dgm:pt>
    <dgm:pt modelId="{3A14B81D-6501-4A9C-93E8-C0D8D63BD171}" type="pres">
      <dgm:prSet presAssocID="{5FDBDD60-7640-48EC-B68C-CE4840DB47FF}" presName="background2" presStyleLbl="node2" presStyleIdx="2" presStyleCnt="5"/>
      <dgm:spPr/>
    </dgm:pt>
    <dgm:pt modelId="{B78C52AA-2AA8-4804-A77E-DB1AB1A47534}" type="pres">
      <dgm:prSet presAssocID="{5FDBDD60-7640-48EC-B68C-CE4840DB47FF}" presName="text2" presStyleLbl="fgAcc2" presStyleIdx="2" presStyleCnt="5" custLinFactX="-24175" custLinFactNeighborX="-100000" custLinFactNeighborY="-2530">
        <dgm:presLayoutVars>
          <dgm:chPref val="3"/>
        </dgm:presLayoutVars>
      </dgm:prSet>
      <dgm:spPr/>
      <dgm:t>
        <a:bodyPr/>
        <a:lstStyle/>
        <a:p>
          <a:endParaRPr lang="en-GB"/>
        </a:p>
      </dgm:t>
    </dgm:pt>
    <dgm:pt modelId="{CCC55B47-6F2A-43D8-8D89-49C353D0AD52}" type="pres">
      <dgm:prSet presAssocID="{5FDBDD60-7640-48EC-B68C-CE4840DB47FF}" presName="hierChild3" presStyleCnt="0"/>
      <dgm:spPr/>
    </dgm:pt>
    <dgm:pt modelId="{8BD446B4-F119-45FB-A8E7-0421E68F445C}" type="pres">
      <dgm:prSet presAssocID="{07BD20B2-5927-4CC2-B2C4-EDFB0FC32AB1}" presName="Name10" presStyleLbl="parChTrans1D2" presStyleIdx="3" presStyleCnt="5"/>
      <dgm:spPr/>
      <dgm:t>
        <a:bodyPr/>
        <a:lstStyle/>
        <a:p>
          <a:endParaRPr lang="en-GB"/>
        </a:p>
      </dgm:t>
    </dgm:pt>
    <dgm:pt modelId="{C41DA4D6-6BDE-4E42-9571-434A34775D25}" type="pres">
      <dgm:prSet presAssocID="{05E85DF6-84EF-4DC1-9C0E-24B15A1F4050}" presName="hierRoot2" presStyleCnt="0"/>
      <dgm:spPr/>
    </dgm:pt>
    <dgm:pt modelId="{6CB68947-2035-4C23-A232-01298BF2BA8A}" type="pres">
      <dgm:prSet presAssocID="{05E85DF6-84EF-4DC1-9C0E-24B15A1F4050}" presName="composite2" presStyleCnt="0"/>
      <dgm:spPr/>
    </dgm:pt>
    <dgm:pt modelId="{662C3179-156C-489E-9269-4021721C5BBC}" type="pres">
      <dgm:prSet presAssocID="{05E85DF6-84EF-4DC1-9C0E-24B15A1F4050}" presName="background2" presStyleLbl="node2" presStyleIdx="3" presStyleCnt="5"/>
      <dgm:spPr/>
    </dgm:pt>
    <dgm:pt modelId="{11A66BEE-7F4C-48E7-831F-7C888B7CC9C0}" type="pres">
      <dgm:prSet presAssocID="{05E85DF6-84EF-4DC1-9C0E-24B15A1F4050}" presName="text2" presStyleLbl="fgAcc2" presStyleIdx="3" presStyleCnt="5">
        <dgm:presLayoutVars>
          <dgm:chPref val="3"/>
        </dgm:presLayoutVars>
      </dgm:prSet>
      <dgm:spPr/>
      <dgm:t>
        <a:bodyPr/>
        <a:lstStyle/>
        <a:p>
          <a:endParaRPr lang="en-GB"/>
        </a:p>
      </dgm:t>
    </dgm:pt>
    <dgm:pt modelId="{103E67B3-D805-48C8-BBDD-C72E65F88DB6}" type="pres">
      <dgm:prSet presAssocID="{05E85DF6-84EF-4DC1-9C0E-24B15A1F4050}" presName="hierChild3" presStyleCnt="0"/>
      <dgm:spPr/>
    </dgm:pt>
    <dgm:pt modelId="{998B4BCF-9FBD-4FCE-BB21-5A3D17E90903}" type="pres">
      <dgm:prSet presAssocID="{1854CB00-7703-42BF-82BE-AD9229BEC4DB}" presName="Name10" presStyleLbl="parChTrans1D2" presStyleIdx="4" presStyleCnt="5"/>
      <dgm:spPr/>
      <dgm:t>
        <a:bodyPr/>
        <a:lstStyle/>
        <a:p>
          <a:endParaRPr lang="en-GB"/>
        </a:p>
      </dgm:t>
    </dgm:pt>
    <dgm:pt modelId="{7B4F0A4F-DFE4-4860-B429-B7335CA4D660}" type="pres">
      <dgm:prSet presAssocID="{54932213-EAC8-4C7B-8F5A-20B5FBC1D941}" presName="hierRoot2" presStyleCnt="0"/>
      <dgm:spPr/>
    </dgm:pt>
    <dgm:pt modelId="{BEF7A9CF-BC03-44AC-A70F-DA3ABC6A6361}" type="pres">
      <dgm:prSet presAssocID="{54932213-EAC8-4C7B-8F5A-20B5FBC1D941}" presName="composite2" presStyleCnt="0"/>
      <dgm:spPr/>
    </dgm:pt>
    <dgm:pt modelId="{54F0EE37-CCF6-4BB1-BA61-F96149AC3718}" type="pres">
      <dgm:prSet presAssocID="{54932213-EAC8-4C7B-8F5A-20B5FBC1D941}" presName="background2" presStyleLbl="node2" presStyleIdx="4" presStyleCnt="5"/>
      <dgm:spPr/>
    </dgm:pt>
    <dgm:pt modelId="{731A3CB4-A070-4FAC-BD0B-868C2474FF9D}" type="pres">
      <dgm:prSet presAssocID="{54932213-EAC8-4C7B-8F5A-20B5FBC1D941}" presName="text2" presStyleLbl="fgAcc2" presStyleIdx="4" presStyleCnt="5">
        <dgm:presLayoutVars>
          <dgm:chPref val="3"/>
        </dgm:presLayoutVars>
      </dgm:prSet>
      <dgm:spPr/>
      <dgm:t>
        <a:bodyPr/>
        <a:lstStyle/>
        <a:p>
          <a:endParaRPr lang="en-GB"/>
        </a:p>
      </dgm:t>
    </dgm:pt>
    <dgm:pt modelId="{04883043-1DD8-4A05-98FB-B40D2BEF7E3C}" type="pres">
      <dgm:prSet presAssocID="{54932213-EAC8-4C7B-8F5A-20B5FBC1D941}" presName="hierChild3" presStyleCnt="0"/>
      <dgm:spPr/>
    </dgm:pt>
  </dgm:ptLst>
  <dgm:cxnLst>
    <dgm:cxn modelId="{E608AEF1-3B9E-4D3E-944A-9AFE1E1516AA}" type="presOf" srcId="{05E85DF6-84EF-4DC1-9C0E-24B15A1F4050}" destId="{11A66BEE-7F4C-48E7-831F-7C888B7CC9C0}" srcOrd="0" destOrd="0" presId="urn:microsoft.com/office/officeart/2005/8/layout/hierarchy1"/>
    <dgm:cxn modelId="{00DBC141-4FCE-4CA2-9B07-8F14087634EB}" type="presOf" srcId="{5FDBDD60-7640-48EC-B68C-CE4840DB47FF}" destId="{B78C52AA-2AA8-4804-A77E-DB1AB1A47534}" srcOrd="0" destOrd="0" presId="urn:microsoft.com/office/officeart/2005/8/layout/hierarchy1"/>
    <dgm:cxn modelId="{3A11603B-9B6B-4BE8-B825-3DE06AD1A682}" type="presOf" srcId="{07BD20B2-5927-4CC2-B2C4-EDFB0FC32AB1}" destId="{8BD446B4-F119-45FB-A8E7-0421E68F445C}" srcOrd="0" destOrd="0" presId="urn:microsoft.com/office/officeart/2005/8/layout/hierarchy1"/>
    <dgm:cxn modelId="{B5939918-2649-4C28-B06C-EB6C1B9759E0}" type="presOf" srcId="{54932213-EAC8-4C7B-8F5A-20B5FBC1D941}" destId="{731A3CB4-A070-4FAC-BD0B-868C2474FF9D}" srcOrd="0" destOrd="0" presId="urn:microsoft.com/office/officeart/2005/8/layout/hierarchy1"/>
    <dgm:cxn modelId="{22387A96-7925-4BEB-9058-BC4B05E0CED8}" srcId="{112089D7-DB56-44BC-9769-1386B4FD8DD8}" destId="{54932213-EAC8-4C7B-8F5A-20B5FBC1D941}" srcOrd="4" destOrd="0" parTransId="{1854CB00-7703-42BF-82BE-AD9229BEC4DB}" sibTransId="{0EF9BA69-3D14-4C07-9EC4-EF17AF4CB8AA}"/>
    <dgm:cxn modelId="{773D38B8-FA6E-4BFF-90D4-AC08A278D36E}" srcId="{112089D7-DB56-44BC-9769-1386B4FD8DD8}" destId="{05E85DF6-84EF-4DC1-9C0E-24B15A1F4050}" srcOrd="3" destOrd="0" parTransId="{07BD20B2-5927-4CC2-B2C4-EDFB0FC32AB1}" sibTransId="{55DAB10F-2E9C-48C0-B311-092E6B97F4D9}"/>
    <dgm:cxn modelId="{40A8C383-E86D-426F-BCEF-F28D1FB007DC}" srcId="{112089D7-DB56-44BC-9769-1386B4FD8DD8}" destId="{540F6093-E2B1-4249-8072-8409C091A3ED}" srcOrd="1" destOrd="0" parTransId="{D13CE90B-C4F8-4028-B440-B8ABE71B85FC}" sibTransId="{EBB6C816-75BA-4032-A988-B826F38813AF}"/>
    <dgm:cxn modelId="{C030877A-40C6-4BC4-B131-0C17B4794D0D}" type="presOf" srcId="{3422E5BE-243F-4E67-B5EF-CAAE2A55258B}" destId="{E0C79B75-6F2A-427F-9973-B32F03D84D2F}" srcOrd="0" destOrd="0" presId="urn:microsoft.com/office/officeart/2005/8/layout/hierarchy1"/>
    <dgm:cxn modelId="{8D24E9C5-8DA9-4C60-8C73-950B0AFE01B5}" type="presOf" srcId="{540F6093-E2B1-4249-8072-8409C091A3ED}" destId="{31A065AE-CC0C-4A23-A523-53E691EEFFAB}" srcOrd="0" destOrd="0" presId="urn:microsoft.com/office/officeart/2005/8/layout/hierarchy1"/>
    <dgm:cxn modelId="{609B32A9-B36F-469A-81A7-69B85FD93A35}" type="presOf" srcId="{95BE5E79-368B-421E-B6A4-B44966A1B821}" destId="{8A3633AC-9F60-4D24-B7D7-A4F576164AE7}" srcOrd="0" destOrd="0" presId="urn:microsoft.com/office/officeart/2005/8/layout/hierarchy1"/>
    <dgm:cxn modelId="{31FC4055-F757-43DB-889A-94BA0F2F3A8E}" type="presOf" srcId="{60BA8DFA-FEE5-48B4-A53F-029D0609B0CD}" destId="{428A6ACB-E5E7-442F-8200-19708C8F65B6}" srcOrd="0" destOrd="0" presId="urn:microsoft.com/office/officeart/2005/8/layout/hierarchy1"/>
    <dgm:cxn modelId="{1D9A8C34-BFDA-42E8-8377-8A748F064279}" srcId="{3422E5BE-243F-4E67-B5EF-CAAE2A55258B}" destId="{112089D7-DB56-44BC-9769-1386B4FD8DD8}" srcOrd="0" destOrd="0" parTransId="{7FFA24F7-D3D7-4888-A6C8-7B320E8AFE28}" sibTransId="{087D71E9-F27E-4166-BAC2-D72957F22156}"/>
    <dgm:cxn modelId="{D6728604-F97C-49D7-A689-31F92502274E}" type="presOf" srcId="{112089D7-DB56-44BC-9769-1386B4FD8DD8}" destId="{D2AE8700-D3E8-44E0-BB62-9DE2CB473E4A}" srcOrd="0" destOrd="0" presId="urn:microsoft.com/office/officeart/2005/8/layout/hierarchy1"/>
    <dgm:cxn modelId="{2AB53774-B56F-4DE2-8E33-AB90A6DB3D16}" type="presOf" srcId="{2DF08807-9752-4554-9C7B-82D630B55A19}" destId="{23C94EED-A77F-4371-976F-B726170774FB}" srcOrd="0" destOrd="0" presId="urn:microsoft.com/office/officeart/2005/8/layout/hierarchy1"/>
    <dgm:cxn modelId="{BD34B196-6054-44D3-A46F-6E02CED2CC4E}" type="presOf" srcId="{D13CE90B-C4F8-4028-B440-B8ABE71B85FC}" destId="{86F2D633-297E-4951-AA06-4E44F416ABDA}" srcOrd="0" destOrd="0" presId="urn:microsoft.com/office/officeart/2005/8/layout/hierarchy1"/>
    <dgm:cxn modelId="{A0E5F244-11D1-4EB3-8CDB-7B81522D67C9}" type="presOf" srcId="{1854CB00-7703-42BF-82BE-AD9229BEC4DB}" destId="{998B4BCF-9FBD-4FCE-BB21-5A3D17E90903}" srcOrd="0" destOrd="0" presId="urn:microsoft.com/office/officeart/2005/8/layout/hierarchy1"/>
    <dgm:cxn modelId="{97DE7FEC-2B6E-4211-AC10-8F275461FCE0}" srcId="{112089D7-DB56-44BC-9769-1386B4FD8DD8}" destId="{2DF08807-9752-4554-9C7B-82D630B55A19}" srcOrd="0" destOrd="0" parTransId="{60BA8DFA-FEE5-48B4-A53F-029D0609B0CD}" sibTransId="{97A99BCF-D153-44BA-9041-CA37C8107756}"/>
    <dgm:cxn modelId="{208A39F8-D02A-48E3-B697-1135D80124E5}" srcId="{112089D7-DB56-44BC-9769-1386B4FD8DD8}" destId="{5FDBDD60-7640-48EC-B68C-CE4840DB47FF}" srcOrd="2" destOrd="0" parTransId="{95BE5E79-368B-421E-B6A4-B44966A1B821}" sibTransId="{F4A78AD6-7DF1-4391-A1E6-35335579DB51}"/>
    <dgm:cxn modelId="{32EB10CF-FD33-4174-B0C5-FF686F24D775}" type="presParOf" srcId="{E0C79B75-6F2A-427F-9973-B32F03D84D2F}" destId="{7AA0E0BE-40B8-4955-B436-DC5C219F9F48}" srcOrd="0" destOrd="0" presId="urn:microsoft.com/office/officeart/2005/8/layout/hierarchy1"/>
    <dgm:cxn modelId="{6C20882B-D1B5-4B7B-B117-A4785A56F1CC}" type="presParOf" srcId="{7AA0E0BE-40B8-4955-B436-DC5C219F9F48}" destId="{C811776F-A264-4DBA-85FE-D79EC3B0C6AD}" srcOrd="0" destOrd="0" presId="urn:microsoft.com/office/officeart/2005/8/layout/hierarchy1"/>
    <dgm:cxn modelId="{C8EE4DBD-518F-4D02-9A34-C94CF6AF63C8}" type="presParOf" srcId="{C811776F-A264-4DBA-85FE-D79EC3B0C6AD}" destId="{79C7EE13-B1FF-4528-A70E-D56FA520B699}" srcOrd="0" destOrd="0" presId="urn:microsoft.com/office/officeart/2005/8/layout/hierarchy1"/>
    <dgm:cxn modelId="{0F04CCB7-B757-4372-93E4-ADBC1BA061DD}" type="presParOf" srcId="{C811776F-A264-4DBA-85FE-D79EC3B0C6AD}" destId="{D2AE8700-D3E8-44E0-BB62-9DE2CB473E4A}" srcOrd="1" destOrd="0" presId="urn:microsoft.com/office/officeart/2005/8/layout/hierarchy1"/>
    <dgm:cxn modelId="{25BF6A0C-71F0-4C6D-94C1-0FC91190E663}" type="presParOf" srcId="{7AA0E0BE-40B8-4955-B436-DC5C219F9F48}" destId="{9124FD63-A81C-4DC3-B1D5-E331F5FE3F8C}" srcOrd="1" destOrd="0" presId="urn:microsoft.com/office/officeart/2005/8/layout/hierarchy1"/>
    <dgm:cxn modelId="{91D48AE2-A38C-47E6-8038-8C4F2A296DC6}" type="presParOf" srcId="{9124FD63-A81C-4DC3-B1D5-E331F5FE3F8C}" destId="{428A6ACB-E5E7-442F-8200-19708C8F65B6}" srcOrd="0" destOrd="0" presId="urn:microsoft.com/office/officeart/2005/8/layout/hierarchy1"/>
    <dgm:cxn modelId="{B95645E2-90E3-4B0F-8A66-A6E24D104B3E}" type="presParOf" srcId="{9124FD63-A81C-4DC3-B1D5-E331F5FE3F8C}" destId="{15720497-A8AC-45A6-A885-76D1D5B961B4}" srcOrd="1" destOrd="0" presId="urn:microsoft.com/office/officeart/2005/8/layout/hierarchy1"/>
    <dgm:cxn modelId="{8E8F6B2B-B56E-4274-9D6E-4DCA529B0244}" type="presParOf" srcId="{15720497-A8AC-45A6-A885-76D1D5B961B4}" destId="{2CBF7715-EA5D-40A2-8842-ABDC1D5BCAD3}" srcOrd="0" destOrd="0" presId="urn:microsoft.com/office/officeart/2005/8/layout/hierarchy1"/>
    <dgm:cxn modelId="{68716C69-87A3-49CA-B67A-3DA8E678DAB4}" type="presParOf" srcId="{2CBF7715-EA5D-40A2-8842-ABDC1D5BCAD3}" destId="{6B2407FB-E314-49A4-B3D2-04A8D42F3540}" srcOrd="0" destOrd="0" presId="urn:microsoft.com/office/officeart/2005/8/layout/hierarchy1"/>
    <dgm:cxn modelId="{2C0AA572-298A-4C7E-B2C8-15EE4EBEA00F}" type="presParOf" srcId="{2CBF7715-EA5D-40A2-8842-ABDC1D5BCAD3}" destId="{23C94EED-A77F-4371-976F-B726170774FB}" srcOrd="1" destOrd="0" presId="urn:microsoft.com/office/officeart/2005/8/layout/hierarchy1"/>
    <dgm:cxn modelId="{F2CF2BFF-B6C0-4F48-A45D-560C253BFC0E}" type="presParOf" srcId="{15720497-A8AC-45A6-A885-76D1D5B961B4}" destId="{E660586D-1EC6-4579-BA6B-DD21B407B516}" srcOrd="1" destOrd="0" presId="urn:microsoft.com/office/officeart/2005/8/layout/hierarchy1"/>
    <dgm:cxn modelId="{B22BC328-49CB-457B-8BA1-AACDFB9228B9}" type="presParOf" srcId="{9124FD63-A81C-4DC3-B1D5-E331F5FE3F8C}" destId="{86F2D633-297E-4951-AA06-4E44F416ABDA}" srcOrd="2" destOrd="0" presId="urn:microsoft.com/office/officeart/2005/8/layout/hierarchy1"/>
    <dgm:cxn modelId="{A5B97E36-D88B-4041-9664-7D3A6781227A}" type="presParOf" srcId="{9124FD63-A81C-4DC3-B1D5-E331F5FE3F8C}" destId="{C350DA14-FB4D-4FC2-BD52-5D6B8A39E729}" srcOrd="3" destOrd="0" presId="urn:microsoft.com/office/officeart/2005/8/layout/hierarchy1"/>
    <dgm:cxn modelId="{C8E9FEE3-FD0E-456B-9DD0-C3196F52B39B}" type="presParOf" srcId="{C350DA14-FB4D-4FC2-BD52-5D6B8A39E729}" destId="{9769DB49-F7DF-4C13-A316-6627FC058962}" srcOrd="0" destOrd="0" presId="urn:microsoft.com/office/officeart/2005/8/layout/hierarchy1"/>
    <dgm:cxn modelId="{DA1C51AB-671E-40DC-8F58-B8BBC1A4337D}" type="presParOf" srcId="{9769DB49-F7DF-4C13-A316-6627FC058962}" destId="{40A92E27-C758-4281-8E6D-1E3EC3382CD2}" srcOrd="0" destOrd="0" presId="urn:microsoft.com/office/officeart/2005/8/layout/hierarchy1"/>
    <dgm:cxn modelId="{637250AF-6F3A-4964-9D81-CE1E4096F7F9}" type="presParOf" srcId="{9769DB49-F7DF-4C13-A316-6627FC058962}" destId="{31A065AE-CC0C-4A23-A523-53E691EEFFAB}" srcOrd="1" destOrd="0" presId="urn:microsoft.com/office/officeart/2005/8/layout/hierarchy1"/>
    <dgm:cxn modelId="{755BBA79-8F45-46F6-9E21-D9B89EE270C0}" type="presParOf" srcId="{C350DA14-FB4D-4FC2-BD52-5D6B8A39E729}" destId="{CCE28BBB-DD72-4738-9B8E-8B124723AE03}" srcOrd="1" destOrd="0" presId="urn:microsoft.com/office/officeart/2005/8/layout/hierarchy1"/>
    <dgm:cxn modelId="{0A9BC798-8894-40F5-AEB3-069EBFFD5870}" type="presParOf" srcId="{9124FD63-A81C-4DC3-B1D5-E331F5FE3F8C}" destId="{8A3633AC-9F60-4D24-B7D7-A4F576164AE7}" srcOrd="4" destOrd="0" presId="urn:microsoft.com/office/officeart/2005/8/layout/hierarchy1"/>
    <dgm:cxn modelId="{EDF15A46-4C87-44FF-9475-049E5741C3D5}" type="presParOf" srcId="{9124FD63-A81C-4DC3-B1D5-E331F5FE3F8C}" destId="{D2440653-CFA4-4A34-8B3A-735F9AACD0A0}" srcOrd="5" destOrd="0" presId="urn:microsoft.com/office/officeart/2005/8/layout/hierarchy1"/>
    <dgm:cxn modelId="{0D1D530F-ABC8-49C3-88FA-12FB62E09A45}" type="presParOf" srcId="{D2440653-CFA4-4A34-8B3A-735F9AACD0A0}" destId="{5612E31E-7A9B-4D6D-A582-F45231322356}" srcOrd="0" destOrd="0" presId="urn:microsoft.com/office/officeart/2005/8/layout/hierarchy1"/>
    <dgm:cxn modelId="{A54BB839-AB7B-4841-A14D-085364F7E1DE}" type="presParOf" srcId="{5612E31E-7A9B-4D6D-A582-F45231322356}" destId="{3A14B81D-6501-4A9C-93E8-C0D8D63BD171}" srcOrd="0" destOrd="0" presId="urn:microsoft.com/office/officeart/2005/8/layout/hierarchy1"/>
    <dgm:cxn modelId="{C427EA6C-B825-4438-BA2A-F6B14E1D6846}" type="presParOf" srcId="{5612E31E-7A9B-4D6D-A582-F45231322356}" destId="{B78C52AA-2AA8-4804-A77E-DB1AB1A47534}" srcOrd="1" destOrd="0" presId="urn:microsoft.com/office/officeart/2005/8/layout/hierarchy1"/>
    <dgm:cxn modelId="{3A03E22B-AB02-4908-BB01-42F46C81CAE6}" type="presParOf" srcId="{D2440653-CFA4-4A34-8B3A-735F9AACD0A0}" destId="{CCC55B47-6F2A-43D8-8D89-49C353D0AD52}" srcOrd="1" destOrd="0" presId="urn:microsoft.com/office/officeart/2005/8/layout/hierarchy1"/>
    <dgm:cxn modelId="{4DE4C95A-34CC-4A57-883A-B4B49E686C95}" type="presParOf" srcId="{9124FD63-A81C-4DC3-B1D5-E331F5FE3F8C}" destId="{8BD446B4-F119-45FB-A8E7-0421E68F445C}" srcOrd="6" destOrd="0" presId="urn:microsoft.com/office/officeart/2005/8/layout/hierarchy1"/>
    <dgm:cxn modelId="{B902ECD9-AFD9-4A1D-9512-21EE513CD82A}" type="presParOf" srcId="{9124FD63-A81C-4DC3-B1D5-E331F5FE3F8C}" destId="{C41DA4D6-6BDE-4E42-9571-434A34775D25}" srcOrd="7" destOrd="0" presId="urn:microsoft.com/office/officeart/2005/8/layout/hierarchy1"/>
    <dgm:cxn modelId="{F41021FB-1573-40E7-AE9D-DCC859AC824D}" type="presParOf" srcId="{C41DA4D6-6BDE-4E42-9571-434A34775D25}" destId="{6CB68947-2035-4C23-A232-01298BF2BA8A}" srcOrd="0" destOrd="0" presId="urn:microsoft.com/office/officeart/2005/8/layout/hierarchy1"/>
    <dgm:cxn modelId="{B89A17F0-CFF0-4AE4-BAF7-92CC2C16CF3C}" type="presParOf" srcId="{6CB68947-2035-4C23-A232-01298BF2BA8A}" destId="{662C3179-156C-489E-9269-4021721C5BBC}" srcOrd="0" destOrd="0" presId="urn:microsoft.com/office/officeart/2005/8/layout/hierarchy1"/>
    <dgm:cxn modelId="{E9528E16-E7D2-4B48-82D9-2DDE44275921}" type="presParOf" srcId="{6CB68947-2035-4C23-A232-01298BF2BA8A}" destId="{11A66BEE-7F4C-48E7-831F-7C888B7CC9C0}" srcOrd="1" destOrd="0" presId="urn:microsoft.com/office/officeart/2005/8/layout/hierarchy1"/>
    <dgm:cxn modelId="{0FF34527-64DE-49CD-A09B-A01F3A7746B0}" type="presParOf" srcId="{C41DA4D6-6BDE-4E42-9571-434A34775D25}" destId="{103E67B3-D805-48C8-BBDD-C72E65F88DB6}" srcOrd="1" destOrd="0" presId="urn:microsoft.com/office/officeart/2005/8/layout/hierarchy1"/>
    <dgm:cxn modelId="{52E5D50C-5AC5-4FD6-BBF3-0C177DFAD815}" type="presParOf" srcId="{9124FD63-A81C-4DC3-B1D5-E331F5FE3F8C}" destId="{998B4BCF-9FBD-4FCE-BB21-5A3D17E90903}" srcOrd="8" destOrd="0" presId="urn:microsoft.com/office/officeart/2005/8/layout/hierarchy1"/>
    <dgm:cxn modelId="{819B5F57-76FA-4BAA-A56E-839DB77C1F13}" type="presParOf" srcId="{9124FD63-A81C-4DC3-B1D5-E331F5FE3F8C}" destId="{7B4F0A4F-DFE4-4860-B429-B7335CA4D660}" srcOrd="9" destOrd="0" presId="urn:microsoft.com/office/officeart/2005/8/layout/hierarchy1"/>
    <dgm:cxn modelId="{732E78B5-3628-489A-AEDF-82A479BA4609}" type="presParOf" srcId="{7B4F0A4F-DFE4-4860-B429-B7335CA4D660}" destId="{BEF7A9CF-BC03-44AC-A70F-DA3ABC6A6361}" srcOrd="0" destOrd="0" presId="urn:microsoft.com/office/officeart/2005/8/layout/hierarchy1"/>
    <dgm:cxn modelId="{478FA56B-D8D2-4FB2-9DE5-CFAC4499AB4F}" type="presParOf" srcId="{BEF7A9CF-BC03-44AC-A70F-DA3ABC6A6361}" destId="{54F0EE37-CCF6-4BB1-BA61-F96149AC3718}" srcOrd="0" destOrd="0" presId="urn:microsoft.com/office/officeart/2005/8/layout/hierarchy1"/>
    <dgm:cxn modelId="{71F21FF2-90C0-4AB6-9FAB-F020782D214D}" type="presParOf" srcId="{BEF7A9CF-BC03-44AC-A70F-DA3ABC6A6361}" destId="{731A3CB4-A070-4FAC-BD0B-868C2474FF9D}" srcOrd="1" destOrd="0" presId="urn:microsoft.com/office/officeart/2005/8/layout/hierarchy1"/>
    <dgm:cxn modelId="{EFA5F2CC-83DB-4467-9DF4-5D563F7F57E7}" type="presParOf" srcId="{7B4F0A4F-DFE4-4860-B429-B7335CA4D660}" destId="{04883043-1DD8-4A05-98FB-B40D2BEF7E3C}"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422E5BE-243F-4E67-B5EF-CAAE2A55258B}" type="doc">
      <dgm:prSet loTypeId="urn:microsoft.com/office/officeart/2005/8/layout/hierarchy1" loCatId="hierarchy" qsTypeId="urn:microsoft.com/office/officeart/2005/8/quickstyle/simple1" qsCatId="simple" csTypeId="urn:microsoft.com/office/officeart/2005/8/colors/colorful3" csCatId="colorful" phldr="1"/>
      <dgm:spPr/>
      <dgm:t>
        <a:bodyPr/>
        <a:lstStyle/>
        <a:p>
          <a:endParaRPr lang="en-GB"/>
        </a:p>
      </dgm:t>
    </dgm:pt>
    <dgm:pt modelId="{112089D7-DB56-44BC-9769-1386B4FD8DD8}">
      <dgm:prSet phldrT="[Text]"/>
      <dgm:spPr/>
      <dgm:t>
        <a:bodyPr/>
        <a:lstStyle/>
        <a:p>
          <a:r>
            <a:rPr lang="en-GB" dirty="0" smtClean="0"/>
            <a:t>Extended BPMN</a:t>
          </a:r>
          <a:endParaRPr lang="en-GB" dirty="0"/>
        </a:p>
      </dgm:t>
    </dgm:pt>
    <dgm:pt modelId="{7FFA24F7-D3D7-4888-A6C8-7B320E8AFE28}" type="parTrans" cxnId="{1D9A8C34-BFDA-42E8-8377-8A748F064279}">
      <dgm:prSet/>
      <dgm:spPr/>
      <dgm:t>
        <a:bodyPr/>
        <a:lstStyle/>
        <a:p>
          <a:endParaRPr lang="en-GB"/>
        </a:p>
      </dgm:t>
    </dgm:pt>
    <dgm:pt modelId="{087D71E9-F27E-4166-BAC2-D72957F22156}" type="sibTrans" cxnId="{1D9A8C34-BFDA-42E8-8377-8A748F064279}">
      <dgm:prSet/>
      <dgm:spPr/>
      <dgm:t>
        <a:bodyPr/>
        <a:lstStyle/>
        <a:p>
          <a:endParaRPr lang="en-GB"/>
        </a:p>
      </dgm:t>
    </dgm:pt>
    <dgm:pt modelId="{2DF08807-9752-4554-9C7B-82D630B55A19}">
      <dgm:prSet phldrT="[Text]"/>
      <dgm:spPr>
        <a:solidFill>
          <a:schemeClr val="bg1">
            <a:alpha val="90000"/>
          </a:schemeClr>
        </a:solidFill>
        <a:ln>
          <a:solidFill>
            <a:schemeClr val="accent4"/>
          </a:solidFill>
        </a:ln>
      </dgm:spPr>
      <dgm:t>
        <a:bodyPr/>
        <a:lstStyle/>
        <a:p>
          <a:r>
            <a:rPr lang="en-GB" dirty="0" smtClean="0"/>
            <a:t>Process</a:t>
          </a:r>
          <a:endParaRPr lang="en-GB" dirty="0"/>
        </a:p>
      </dgm:t>
    </dgm:pt>
    <dgm:pt modelId="{60BA8DFA-FEE5-48B4-A53F-029D0609B0CD}" type="parTrans" cxnId="{97DE7FEC-2B6E-4211-AC10-8F275461FCE0}">
      <dgm:prSet/>
      <dgm:spPr/>
      <dgm:t>
        <a:bodyPr/>
        <a:lstStyle/>
        <a:p>
          <a:endParaRPr lang="en-GB"/>
        </a:p>
      </dgm:t>
    </dgm:pt>
    <dgm:pt modelId="{97A99BCF-D153-44BA-9041-CA37C8107756}" type="sibTrans" cxnId="{97DE7FEC-2B6E-4211-AC10-8F275461FCE0}">
      <dgm:prSet/>
      <dgm:spPr/>
      <dgm:t>
        <a:bodyPr/>
        <a:lstStyle/>
        <a:p>
          <a:endParaRPr lang="en-GB"/>
        </a:p>
      </dgm:t>
    </dgm:pt>
    <dgm:pt modelId="{5FDBDD60-7640-48EC-B68C-CE4840DB47FF}">
      <dgm:prSet phldrT="[Text]"/>
      <dgm:spPr>
        <a:ln w="25400">
          <a:solidFill>
            <a:schemeClr val="tx1"/>
          </a:solidFill>
        </a:ln>
      </dgm:spPr>
      <dgm:t>
        <a:bodyPr/>
        <a:lstStyle/>
        <a:p>
          <a:r>
            <a:rPr lang="en-GB" dirty="0" smtClean="0"/>
            <a:t>Activity</a:t>
          </a:r>
          <a:endParaRPr lang="en-GB" dirty="0"/>
        </a:p>
      </dgm:t>
    </dgm:pt>
    <dgm:pt modelId="{95BE5E79-368B-421E-B6A4-B44966A1B821}" type="parTrans" cxnId="{208A39F8-D02A-48E3-B697-1135D80124E5}">
      <dgm:prSet/>
      <dgm:spPr/>
      <dgm:t>
        <a:bodyPr/>
        <a:lstStyle/>
        <a:p>
          <a:endParaRPr lang="en-GB"/>
        </a:p>
      </dgm:t>
    </dgm:pt>
    <dgm:pt modelId="{F4A78AD6-7DF1-4391-A1E6-35335579DB51}" type="sibTrans" cxnId="{208A39F8-D02A-48E3-B697-1135D80124E5}">
      <dgm:prSet/>
      <dgm:spPr/>
      <dgm:t>
        <a:bodyPr/>
        <a:lstStyle/>
        <a:p>
          <a:endParaRPr lang="en-GB"/>
        </a:p>
      </dgm:t>
    </dgm:pt>
    <dgm:pt modelId="{05E85DF6-84EF-4DC1-9C0E-24B15A1F4050}">
      <dgm:prSet/>
      <dgm:spPr/>
      <dgm:t>
        <a:bodyPr/>
        <a:lstStyle/>
        <a:p>
          <a:r>
            <a:rPr lang="en-GB" dirty="0" smtClean="0"/>
            <a:t>Data</a:t>
          </a:r>
          <a:endParaRPr lang="en-GB" dirty="0"/>
        </a:p>
      </dgm:t>
    </dgm:pt>
    <dgm:pt modelId="{07BD20B2-5927-4CC2-B2C4-EDFB0FC32AB1}" type="parTrans" cxnId="{773D38B8-FA6E-4BFF-90D4-AC08A278D36E}">
      <dgm:prSet/>
      <dgm:spPr/>
      <dgm:t>
        <a:bodyPr/>
        <a:lstStyle/>
        <a:p>
          <a:endParaRPr lang="en-GB"/>
        </a:p>
      </dgm:t>
    </dgm:pt>
    <dgm:pt modelId="{55DAB10F-2E9C-48C0-B311-092E6B97F4D9}" type="sibTrans" cxnId="{773D38B8-FA6E-4BFF-90D4-AC08A278D36E}">
      <dgm:prSet/>
      <dgm:spPr/>
      <dgm:t>
        <a:bodyPr/>
        <a:lstStyle/>
        <a:p>
          <a:endParaRPr lang="en-GB"/>
        </a:p>
      </dgm:t>
    </dgm:pt>
    <dgm:pt modelId="{54932213-EAC8-4C7B-8F5A-20B5FBC1D941}">
      <dgm:prSet/>
      <dgm:spPr/>
      <dgm:t>
        <a:bodyPr/>
        <a:lstStyle/>
        <a:p>
          <a:r>
            <a:rPr lang="en-GB" dirty="0" smtClean="0"/>
            <a:t>User role</a:t>
          </a:r>
          <a:endParaRPr lang="en-GB" dirty="0"/>
        </a:p>
      </dgm:t>
    </dgm:pt>
    <dgm:pt modelId="{1854CB00-7703-42BF-82BE-AD9229BEC4DB}" type="parTrans" cxnId="{22387A96-7925-4BEB-9058-BC4B05E0CED8}">
      <dgm:prSet/>
      <dgm:spPr/>
      <dgm:t>
        <a:bodyPr/>
        <a:lstStyle/>
        <a:p>
          <a:endParaRPr lang="en-GB"/>
        </a:p>
      </dgm:t>
    </dgm:pt>
    <dgm:pt modelId="{0EF9BA69-3D14-4C07-9EC4-EF17AF4CB8AA}" type="sibTrans" cxnId="{22387A96-7925-4BEB-9058-BC4B05E0CED8}">
      <dgm:prSet/>
      <dgm:spPr/>
      <dgm:t>
        <a:bodyPr/>
        <a:lstStyle/>
        <a:p>
          <a:endParaRPr lang="en-GB"/>
        </a:p>
      </dgm:t>
    </dgm:pt>
    <dgm:pt modelId="{540F6093-E2B1-4249-8072-8409C091A3ED}">
      <dgm:prSet/>
      <dgm:spPr/>
      <dgm:t>
        <a:bodyPr/>
        <a:lstStyle/>
        <a:p>
          <a:r>
            <a:rPr lang="en-GB" dirty="0" smtClean="0"/>
            <a:t>Goal</a:t>
          </a:r>
          <a:endParaRPr lang="en-GB" dirty="0"/>
        </a:p>
      </dgm:t>
    </dgm:pt>
    <dgm:pt modelId="{D13CE90B-C4F8-4028-B440-B8ABE71B85FC}" type="parTrans" cxnId="{40A8C383-E86D-426F-BCEF-F28D1FB007DC}">
      <dgm:prSet/>
      <dgm:spPr/>
      <dgm:t>
        <a:bodyPr/>
        <a:lstStyle/>
        <a:p>
          <a:endParaRPr lang="en-GB"/>
        </a:p>
      </dgm:t>
    </dgm:pt>
    <dgm:pt modelId="{EBB6C816-75BA-4032-A988-B826F38813AF}" type="sibTrans" cxnId="{40A8C383-E86D-426F-BCEF-F28D1FB007DC}">
      <dgm:prSet/>
      <dgm:spPr/>
      <dgm:t>
        <a:bodyPr/>
        <a:lstStyle/>
        <a:p>
          <a:endParaRPr lang="en-GB"/>
        </a:p>
      </dgm:t>
    </dgm:pt>
    <dgm:pt modelId="{E0C79B75-6F2A-427F-9973-B32F03D84D2F}" type="pres">
      <dgm:prSet presAssocID="{3422E5BE-243F-4E67-B5EF-CAAE2A55258B}" presName="hierChild1" presStyleCnt="0">
        <dgm:presLayoutVars>
          <dgm:chPref val="1"/>
          <dgm:dir/>
          <dgm:animOne val="branch"/>
          <dgm:animLvl val="lvl"/>
          <dgm:resizeHandles/>
        </dgm:presLayoutVars>
      </dgm:prSet>
      <dgm:spPr/>
      <dgm:t>
        <a:bodyPr/>
        <a:lstStyle/>
        <a:p>
          <a:endParaRPr lang="en-GB"/>
        </a:p>
      </dgm:t>
    </dgm:pt>
    <dgm:pt modelId="{7AA0E0BE-40B8-4955-B436-DC5C219F9F48}" type="pres">
      <dgm:prSet presAssocID="{112089D7-DB56-44BC-9769-1386B4FD8DD8}" presName="hierRoot1" presStyleCnt="0"/>
      <dgm:spPr/>
    </dgm:pt>
    <dgm:pt modelId="{C811776F-A264-4DBA-85FE-D79EC3B0C6AD}" type="pres">
      <dgm:prSet presAssocID="{112089D7-DB56-44BC-9769-1386B4FD8DD8}" presName="composite" presStyleCnt="0"/>
      <dgm:spPr/>
    </dgm:pt>
    <dgm:pt modelId="{79C7EE13-B1FF-4528-A70E-D56FA520B699}" type="pres">
      <dgm:prSet presAssocID="{112089D7-DB56-44BC-9769-1386B4FD8DD8}" presName="background" presStyleLbl="node0" presStyleIdx="0" presStyleCnt="1"/>
      <dgm:spPr/>
    </dgm:pt>
    <dgm:pt modelId="{D2AE8700-D3E8-44E0-BB62-9DE2CB473E4A}" type="pres">
      <dgm:prSet presAssocID="{112089D7-DB56-44BC-9769-1386B4FD8DD8}" presName="text" presStyleLbl="fgAcc0" presStyleIdx="0" presStyleCnt="1">
        <dgm:presLayoutVars>
          <dgm:chPref val="3"/>
        </dgm:presLayoutVars>
      </dgm:prSet>
      <dgm:spPr/>
      <dgm:t>
        <a:bodyPr/>
        <a:lstStyle/>
        <a:p>
          <a:endParaRPr lang="en-GB"/>
        </a:p>
      </dgm:t>
    </dgm:pt>
    <dgm:pt modelId="{9124FD63-A81C-4DC3-B1D5-E331F5FE3F8C}" type="pres">
      <dgm:prSet presAssocID="{112089D7-DB56-44BC-9769-1386B4FD8DD8}" presName="hierChild2" presStyleCnt="0"/>
      <dgm:spPr/>
    </dgm:pt>
    <dgm:pt modelId="{428A6ACB-E5E7-442F-8200-19708C8F65B6}" type="pres">
      <dgm:prSet presAssocID="{60BA8DFA-FEE5-48B4-A53F-029D0609B0CD}" presName="Name10" presStyleLbl="parChTrans1D2" presStyleIdx="0" presStyleCnt="5"/>
      <dgm:spPr/>
      <dgm:t>
        <a:bodyPr/>
        <a:lstStyle/>
        <a:p>
          <a:endParaRPr lang="en-GB"/>
        </a:p>
      </dgm:t>
    </dgm:pt>
    <dgm:pt modelId="{15720497-A8AC-45A6-A885-76D1D5B961B4}" type="pres">
      <dgm:prSet presAssocID="{2DF08807-9752-4554-9C7B-82D630B55A19}" presName="hierRoot2" presStyleCnt="0"/>
      <dgm:spPr/>
    </dgm:pt>
    <dgm:pt modelId="{2CBF7715-EA5D-40A2-8842-ABDC1D5BCAD3}" type="pres">
      <dgm:prSet presAssocID="{2DF08807-9752-4554-9C7B-82D630B55A19}" presName="composite2" presStyleCnt="0"/>
      <dgm:spPr/>
    </dgm:pt>
    <dgm:pt modelId="{6B2407FB-E314-49A4-B3D2-04A8D42F3540}" type="pres">
      <dgm:prSet presAssocID="{2DF08807-9752-4554-9C7B-82D630B55A19}" presName="background2" presStyleLbl="node2" presStyleIdx="0" presStyleCnt="5"/>
      <dgm:spPr/>
    </dgm:pt>
    <dgm:pt modelId="{23C94EED-A77F-4371-976F-B726170774FB}" type="pres">
      <dgm:prSet presAssocID="{2DF08807-9752-4554-9C7B-82D630B55A19}" presName="text2" presStyleLbl="fgAcc2" presStyleIdx="0" presStyleCnt="5">
        <dgm:presLayoutVars>
          <dgm:chPref val="3"/>
        </dgm:presLayoutVars>
      </dgm:prSet>
      <dgm:spPr/>
      <dgm:t>
        <a:bodyPr/>
        <a:lstStyle/>
        <a:p>
          <a:endParaRPr lang="en-GB"/>
        </a:p>
      </dgm:t>
    </dgm:pt>
    <dgm:pt modelId="{E660586D-1EC6-4579-BA6B-DD21B407B516}" type="pres">
      <dgm:prSet presAssocID="{2DF08807-9752-4554-9C7B-82D630B55A19}" presName="hierChild3" presStyleCnt="0"/>
      <dgm:spPr/>
    </dgm:pt>
    <dgm:pt modelId="{86F2D633-297E-4951-AA06-4E44F416ABDA}" type="pres">
      <dgm:prSet presAssocID="{D13CE90B-C4F8-4028-B440-B8ABE71B85FC}" presName="Name10" presStyleLbl="parChTrans1D2" presStyleIdx="1" presStyleCnt="5"/>
      <dgm:spPr/>
      <dgm:t>
        <a:bodyPr/>
        <a:lstStyle/>
        <a:p>
          <a:endParaRPr lang="en-GB"/>
        </a:p>
      </dgm:t>
    </dgm:pt>
    <dgm:pt modelId="{C350DA14-FB4D-4FC2-BD52-5D6B8A39E729}" type="pres">
      <dgm:prSet presAssocID="{540F6093-E2B1-4249-8072-8409C091A3ED}" presName="hierRoot2" presStyleCnt="0"/>
      <dgm:spPr/>
    </dgm:pt>
    <dgm:pt modelId="{9769DB49-F7DF-4C13-A316-6627FC058962}" type="pres">
      <dgm:prSet presAssocID="{540F6093-E2B1-4249-8072-8409C091A3ED}" presName="composite2" presStyleCnt="0"/>
      <dgm:spPr/>
    </dgm:pt>
    <dgm:pt modelId="{40A92E27-C758-4281-8E6D-1E3EC3382CD2}" type="pres">
      <dgm:prSet presAssocID="{540F6093-E2B1-4249-8072-8409C091A3ED}" presName="background2" presStyleLbl="node2" presStyleIdx="1" presStyleCnt="5"/>
      <dgm:spPr/>
    </dgm:pt>
    <dgm:pt modelId="{31A065AE-CC0C-4A23-A523-53E691EEFFAB}" type="pres">
      <dgm:prSet presAssocID="{540F6093-E2B1-4249-8072-8409C091A3ED}" presName="text2" presStyleLbl="fgAcc2" presStyleIdx="1" presStyleCnt="5" custLinFactX="22831" custLinFactNeighborX="100000" custLinFactNeighborY="-2530">
        <dgm:presLayoutVars>
          <dgm:chPref val="3"/>
        </dgm:presLayoutVars>
      </dgm:prSet>
      <dgm:spPr/>
      <dgm:t>
        <a:bodyPr/>
        <a:lstStyle/>
        <a:p>
          <a:endParaRPr lang="en-GB"/>
        </a:p>
      </dgm:t>
    </dgm:pt>
    <dgm:pt modelId="{CCE28BBB-DD72-4738-9B8E-8B124723AE03}" type="pres">
      <dgm:prSet presAssocID="{540F6093-E2B1-4249-8072-8409C091A3ED}" presName="hierChild3" presStyleCnt="0"/>
      <dgm:spPr/>
    </dgm:pt>
    <dgm:pt modelId="{8A3633AC-9F60-4D24-B7D7-A4F576164AE7}" type="pres">
      <dgm:prSet presAssocID="{95BE5E79-368B-421E-B6A4-B44966A1B821}" presName="Name10" presStyleLbl="parChTrans1D2" presStyleIdx="2" presStyleCnt="5"/>
      <dgm:spPr/>
      <dgm:t>
        <a:bodyPr/>
        <a:lstStyle/>
        <a:p>
          <a:endParaRPr lang="en-GB"/>
        </a:p>
      </dgm:t>
    </dgm:pt>
    <dgm:pt modelId="{D2440653-CFA4-4A34-8B3A-735F9AACD0A0}" type="pres">
      <dgm:prSet presAssocID="{5FDBDD60-7640-48EC-B68C-CE4840DB47FF}" presName="hierRoot2" presStyleCnt="0"/>
      <dgm:spPr/>
    </dgm:pt>
    <dgm:pt modelId="{5612E31E-7A9B-4D6D-A582-F45231322356}" type="pres">
      <dgm:prSet presAssocID="{5FDBDD60-7640-48EC-B68C-CE4840DB47FF}" presName="composite2" presStyleCnt="0"/>
      <dgm:spPr/>
    </dgm:pt>
    <dgm:pt modelId="{3A14B81D-6501-4A9C-93E8-C0D8D63BD171}" type="pres">
      <dgm:prSet presAssocID="{5FDBDD60-7640-48EC-B68C-CE4840DB47FF}" presName="background2" presStyleLbl="node2" presStyleIdx="2" presStyleCnt="5"/>
      <dgm:spPr>
        <a:solidFill>
          <a:schemeClr val="accent2"/>
        </a:solidFill>
      </dgm:spPr>
      <dgm:t>
        <a:bodyPr/>
        <a:lstStyle/>
        <a:p>
          <a:endParaRPr lang="en-GB"/>
        </a:p>
      </dgm:t>
    </dgm:pt>
    <dgm:pt modelId="{B78C52AA-2AA8-4804-A77E-DB1AB1A47534}" type="pres">
      <dgm:prSet presAssocID="{5FDBDD60-7640-48EC-B68C-CE4840DB47FF}" presName="text2" presStyleLbl="fgAcc2" presStyleIdx="2" presStyleCnt="5" custLinFactX="-24175" custLinFactNeighborX="-100000" custLinFactNeighborY="-2530">
        <dgm:presLayoutVars>
          <dgm:chPref val="3"/>
        </dgm:presLayoutVars>
      </dgm:prSet>
      <dgm:spPr/>
      <dgm:t>
        <a:bodyPr/>
        <a:lstStyle/>
        <a:p>
          <a:endParaRPr lang="en-GB"/>
        </a:p>
      </dgm:t>
    </dgm:pt>
    <dgm:pt modelId="{CCC55B47-6F2A-43D8-8D89-49C353D0AD52}" type="pres">
      <dgm:prSet presAssocID="{5FDBDD60-7640-48EC-B68C-CE4840DB47FF}" presName="hierChild3" presStyleCnt="0"/>
      <dgm:spPr/>
    </dgm:pt>
    <dgm:pt modelId="{8BD446B4-F119-45FB-A8E7-0421E68F445C}" type="pres">
      <dgm:prSet presAssocID="{07BD20B2-5927-4CC2-B2C4-EDFB0FC32AB1}" presName="Name10" presStyleLbl="parChTrans1D2" presStyleIdx="3" presStyleCnt="5"/>
      <dgm:spPr/>
      <dgm:t>
        <a:bodyPr/>
        <a:lstStyle/>
        <a:p>
          <a:endParaRPr lang="en-GB"/>
        </a:p>
      </dgm:t>
    </dgm:pt>
    <dgm:pt modelId="{C41DA4D6-6BDE-4E42-9571-434A34775D25}" type="pres">
      <dgm:prSet presAssocID="{05E85DF6-84EF-4DC1-9C0E-24B15A1F4050}" presName="hierRoot2" presStyleCnt="0"/>
      <dgm:spPr/>
    </dgm:pt>
    <dgm:pt modelId="{6CB68947-2035-4C23-A232-01298BF2BA8A}" type="pres">
      <dgm:prSet presAssocID="{05E85DF6-84EF-4DC1-9C0E-24B15A1F4050}" presName="composite2" presStyleCnt="0"/>
      <dgm:spPr/>
    </dgm:pt>
    <dgm:pt modelId="{662C3179-156C-489E-9269-4021721C5BBC}" type="pres">
      <dgm:prSet presAssocID="{05E85DF6-84EF-4DC1-9C0E-24B15A1F4050}" presName="background2" presStyleLbl="node2" presStyleIdx="3" presStyleCnt="5"/>
      <dgm:spPr/>
    </dgm:pt>
    <dgm:pt modelId="{11A66BEE-7F4C-48E7-831F-7C888B7CC9C0}" type="pres">
      <dgm:prSet presAssocID="{05E85DF6-84EF-4DC1-9C0E-24B15A1F4050}" presName="text2" presStyleLbl="fgAcc2" presStyleIdx="3" presStyleCnt="5">
        <dgm:presLayoutVars>
          <dgm:chPref val="3"/>
        </dgm:presLayoutVars>
      </dgm:prSet>
      <dgm:spPr/>
      <dgm:t>
        <a:bodyPr/>
        <a:lstStyle/>
        <a:p>
          <a:endParaRPr lang="en-GB"/>
        </a:p>
      </dgm:t>
    </dgm:pt>
    <dgm:pt modelId="{103E67B3-D805-48C8-BBDD-C72E65F88DB6}" type="pres">
      <dgm:prSet presAssocID="{05E85DF6-84EF-4DC1-9C0E-24B15A1F4050}" presName="hierChild3" presStyleCnt="0"/>
      <dgm:spPr/>
    </dgm:pt>
    <dgm:pt modelId="{998B4BCF-9FBD-4FCE-BB21-5A3D17E90903}" type="pres">
      <dgm:prSet presAssocID="{1854CB00-7703-42BF-82BE-AD9229BEC4DB}" presName="Name10" presStyleLbl="parChTrans1D2" presStyleIdx="4" presStyleCnt="5"/>
      <dgm:spPr/>
      <dgm:t>
        <a:bodyPr/>
        <a:lstStyle/>
        <a:p>
          <a:endParaRPr lang="en-GB"/>
        </a:p>
      </dgm:t>
    </dgm:pt>
    <dgm:pt modelId="{7B4F0A4F-DFE4-4860-B429-B7335CA4D660}" type="pres">
      <dgm:prSet presAssocID="{54932213-EAC8-4C7B-8F5A-20B5FBC1D941}" presName="hierRoot2" presStyleCnt="0"/>
      <dgm:spPr/>
    </dgm:pt>
    <dgm:pt modelId="{BEF7A9CF-BC03-44AC-A70F-DA3ABC6A6361}" type="pres">
      <dgm:prSet presAssocID="{54932213-EAC8-4C7B-8F5A-20B5FBC1D941}" presName="composite2" presStyleCnt="0"/>
      <dgm:spPr/>
    </dgm:pt>
    <dgm:pt modelId="{54F0EE37-CCF6-4BB1-BA61-F96149AC3718}" type="pres">
      <dgm:prSet presAssocID="{54932213-EAC8-4C7B-8F5A-20B5FBC1D941}" presName="background2" presStyleLbl="node2" presStyleIdx="4" presStyleCnt="5"/>
      <dgm:spPr/>
    </dgm:pt>
    <dgm:pt modelId="{731A3CB4-A070-4FAC-BD0B-868C2474FF9D}" type="pres">
      <dgm:prSet presAssocID="{54932213-EAC8-4C7B-8F5A-20B5FBC1D941}" presName="text2" presStyleLbl="fgAcc2" presStyleIdx="4" presStyleCnt="5">
        <dgm:presLayoutVars>
          <dgm:chPref val="3"/>
        </dgm:presLayoutVars>
      </dgm:prSet>
      <dgm:spPr/>
      <dgm:t>
        <a:bodyPr/>
        <a:lstStyle/>
        <a:p>
          <a:endParaRPr lang="en-GB"/>
        </a:p>
      </dgm:t>
    </dgm:pt>
    <dgm:pt modelId="{04883043-1DD8-4A05-98FB-B40D2BEF7E3C}" type="pres">
      <dgm:prSet presAssocID="{54932213-EAC8-4C7B-8F5A-20B5FBC1D941}" presName="hierChild3" presStyleCnt="0"/>
      <dgm:spPr/>
    </dgm:pt>
  </dgm:ptLst>
  <dgm:cxnLst>
    <dgm:cxn modelId="{E1F0155F-20F4-4621-B0CD-7D25876A0CFB}" type="presOf" srcId="{5FDBDD60-7640-48EC-B68C-CE4840DB47FF}" destId="{B78C52AA-2AA8-4804-A77E-DB1AB1A47534}" srcOrd="0" destOrd="0" presId="urn:microsoft.com/office/officeart/2005/8/layout/hierarchy1"/>
    <dgm:cxn modelId="{8E2C930F-C5FB-430D-9E3B-9C08D4ACD0E4}" type="presOf" srcId="{1854CB00-7703-42BF-82BE-AD9229BEC4DB}" destId="{998B4BCF-9FBD-4FCE-BB21-5A3D17E90903}" srcOrd="0" destOrd="0" presId="urn:microsoft.com/office/officeart/2005/8/layout/hierarchy1"/>
    <dgm:cxn modelId="{50A08711-A6FF-43DB-9BED-4D4BDD5DFCD6}" type="presOf" srcId="{D13CE90B-C4F8-4028-B440-B8ABE71B85FC}" destId="{86F2D633-297E-4951-AA06-4E44F416ABDA}" srcOrd="0" destOrd="0" presId="urn:microsoft.com/office/officeart/2005/8/layout/hierarchy1"/>
    <dgm:cxn modelId="{F5EB71BB-F95B-4F4F-9590-D27D91A6136D}" type="presOf" srcId="{05E85DF6-84EF-4DC1-9C0E-24B15A1F4050}" destId="{11A66BEE-7F4C-48E7-831F-7C888B7CC9C0}" srcOrd="0" destOrd="0" presId="urn:microsoft.com/office/officeart/2005/8/layout/hierarchy1"/>
    <dgm:cxn modelId="{22387A96-7925-4BEB-9058-BC4B05E0CED8}" srcId="{112089D7-DB56-44BC-9769-1386B4FD8DD8}" destId="{54932213-EAC8-4C7B-8F5A-20B5FBC1D941}" srcOrd="4" destOrd="0" parTransId="{1854CB00-7703-42BF-82BE-AD9229BEC4DB}" sibTransId="{0EF9BA69-3D14-4C07-9EC4-EF17AF4CB8AA}"/>
    <dgm:cxn modelId="{A9CFC1B3-8DD3-4091-8F81-E422A5C38D71}" type="presOf" srcId="{95BE5E79-368B-421E-B6A4-B44966A1B821}" destId="{8A3633AC-9F60-4D24-B7D7-A4F576164AE7}" srcOrd="0" destOrd="0" presId="urn:microsoft.com/office/officeart/2005/8/layout/hierarchy1"/>
    <dgm:cxn modelId="{0A213571-F488-4A4B-AF50-752C5E87D751}" type="presOf" srcId="{54932213-EAC8-4C7B-8F5A-20B5FBC1D941}" destId="{731A3CB4-A070-4FAC-BD0B-868C2474FF9D}" srcOrd="0" destOrd="0" presId="urn:microsoft.com/office/officeart/2005/8/layout/hierarchy1"/>
    <dgm:cxn modelId="{773D38B8-FA6E-4BFF-90D4-AC08A278D36E}" srcId="{112089D7-DB56-44BC-9769-1386B4FD8DD8}" destId="{05E85DF6-84EF-4DC1-9C0E-24B15A1F4050}" srcOrd="3" destOrd="0" parTransId="{07BD20B2-5927-4CC2-B2C4-EDFB0FC32AB1}" sibTransId="{55DAB10F-2E9C-48C0-B311-092E6B97F4D9}"/>
    <dgm:cxn modelId="{40A8C383-E86D-426F-BCEF-F28D1FB007DC}" srcId="{112089D7-DB56-44BC-9769-1386B4FD8DD8}" destId="{540F6093-E2B1-4249-8072-8409C091A3ED}" srcOrd="1" destOrd="0" parTransId="{D13CE90B-C4F8-4028-B440-B8ABE71B85FC}" sibTransId="{EBB6C816-75BA-4032-A988-B826F38813AF}"/>
    <dgm:cxn modelId="{3B129248-061A-49EE-9349-4DA123F4B55B}" type="presOf" srcId="{112089D7-DB56-44BC-9769-1386B4FD8DD8}" destId="{D2AE8700-D3E8-44E0-BB62-9DE2CB473E4A}" srcOrd="0" destOrd="0" presId="urn:microsoft.com/office/officeart/2005/8/layout/hierarchy1"/>
    <dgm:cxn modelId="{2D7105CC-12A3-4AAA-B440-F656A9A5C71A}" type="presOf" srcId="{60BA8DFA-FEE5-48B4-A53F-029D0609B0CD}" destId="{428A6ACB-E5E7-442F-8200-19708C8F65B6}" srcOrd="0" destOrd="0" presId="urn:microsoft.com/office/officeart/2005/8/layout/hierarchy1"/>
    <dgm:cxn modelId="{D31F1DA0-9E3A-49B5-BB0A-4DAD53D82EAF}" type="presOf" srcId="{3422E5BE-243F-4E67-B5EF-CAAE2A55258B}" destId="{E0C79B75-6F2A-427F-9973-B32F03D84D2F}" srcOrd="0" destOrd="0" presId="urn:microsoft.com/office/officeart/2005/8/layout/hierarchy1"/>
    <dgm:cxn modelId="{3CAED09B-1B5B-428D-A00D-285FBBE2220A}" type="presOf" srcId="{540F6093-E2B1-4249-8072-8409C091A3ED}" destId="{31A065AE-CC0C-4A23-A523-53E691EEFFAB}" srcOrd="0" destOrd="0" presId="urn:microsoft.com/office/officeart/2005/8/layout/hierarchy1"/>
    <dgm:cxn modelId="{1D9A8C34-BFDA-42E8-8377-8A748F064279}" srcId="{3422E5BE-243F-4E67-B5EF-CAAE2A55258B}" destId="{112089D7-DB56-44BC-9769-1386B4FD8DD8}" srcOrd="0" destOrd="0" parTransId="{7FFA24F7-D3D7-4888-A6C8-7B320E8AFE28}" sibTransId="{087D71E9-F27E-4166-BAC2-D72957F22156}"/>
    <dgm:cxn modelId="{9A7FF59C-949B-49FC-B4C7-5D4208F0D826}" type="presOf" srcId="{2DF08807-9752-4554-9C7B-82D630B55A19}" destId="{23C94EED-A77F-4371-976F-B726170774FB}" srcOrd="0" destOrd="0" presId="urn:microsoft.com/office/officeart/2005/8/layout/hierarchy1"/>
    <dgm:cxn modelId="{302AAD53-AF1E-46A9-A454-687F49504EE2}" type="presOf" srcId="{07BD20B2-5927-4CC2-B2C4-EDFB0FC32AB1}" destId="{8BD446B4-F119-45FB-A8E7-0421E68F445C}" srcOrd="0" destOrd="0" presId="urn:microsoft.com/office/officeart/2005/8/layout/hierarchy1"/>
    <dgm:cxn modelId="{97DE7FEC-2B6E-4211-AC10-8F275461FCE0}" srcId="{112089D7-DB56-44BC-9769-1386B4FD8DD8}" destId="{2DF08807-9752-4554-9C7B-82D630B55A19}" srcOrd="0" destOrd="0" parTransId="{60BA8DFA-FEE5-48B4-A53F-029D0609B0CD}" sibTransId="{97A99BCF-D153-44BA-9041-CA37C8107756}"/>
    <dgm:cxn modelId="{208A39F8-D02A-48E3-B697-1135D80124E5}" srcId="{112089D7-DB56-44BC-9769-1386B4FD8DD8}" destId="{5FDBDD60-7640-48EC-B68C-CE4840DB47FF}" srcOrd="2" destOrd="0" parTransId="{95BE5E79-368B-421E-B6A4-B44966A1B821}" sibTransId="{F4A78AD6-7DF1-4391-A1E6-35335579DB51}"/>
    <dgm:cxn modelId="{DFCF7D8A-8595-4303-8708-38294EA55A0D}" type="presParOf" srcId="{E0C79B75-6F2A-427F-9973-B32F03D84D2F}" destId="{7AA0E0BE-40B8-4955-B436-DC5C219F9F48}" srcOrd="0" destOrd="0" presId="urn:microsoft.com/office/officeart/2005/8/layout/hierarchy1"/>
    <dgm:cxn modelId="{6366285B-F1B9-4342-9093-FEACBA5C77A5}" type="presParOf" srcId="{7AA0E0BE-40B8-4955-B436-DC5C219F9F48}" destId="{C811776F-A264-4DBA-85FE-D79EC3B0C6AD}" srcOrd="0" destOrd="0" presId="urn:microsoft.com/office/officeart/2005/8/layout/hierarchy1"/>
    <dgm:cxn modelId="{1A17EAE5-0446-4E3F-8FC2-67D3F54AA8BA}" type="presParOf" srcId="{C811776F-A264-4DBA-85FE-D79EC3B0C6AD}" destId="{79C7EE13-B1FF-4528-A70E-D56FA520B699}" srcOrd="0" destOrd="0" presId="urn:microsoft.com/office/officeart/2005/8/layout/hierarchy1"/>
    <dgm:cxn modelId="{881A91BC-CBF8-4E2D-AF31-73DF0DA5A7D5}" type="presParOf" srcId="{C811776F-A264-4DBA-85FE-D79EC3B0C6AD}" destId="{D2AE8700-D3E8-44E0-BB62-9DE2CB473E4A}" srcOrd="1" destOrd="0" presId="urn:microsoft.com/office/officeart/2005/8/layout/hierarchy1"/>
    <dgm:cxn modelId="{80E6884A-EFDF-4A5F-BA7C-B89BE76B0DAF}" type="presParOf" srcId="{7AA0E0BE-40B8-4955-B436-DC5C219F9F48}" destId="{9124FD63-A81C-4DC3-B1D5-E331F5FE3F8C}" srcOrd="1" destOrd="0" presId="urn:microsoft.com/office/officeart/2005/8/layout/hierarchy1"/>
    <dgm:cxn modelId="{8998AF6A-00DF-41DA-A5E2-8FA4D1687261}" type="presParOf" srcId="{9124FD63-A81C-4DC3-B1D5-E331F5FE3F8C}" destId="{428A6ACB-E5E7-442F-8200-19708C8F65B6}" srcOrd="0" destOrd="0" presId="urn:microsoft.com/office/officeart/2005/8/layout/hierarchy1"/>
    <dgm:cxn modelId="{25F3E3A2-A019-45C5-BBA2-04834E57CA88}" type="presParOf" srcId="{9124FD63-A81C-4DC3-B1D5-E331F5FE3F8C}" destId="{15720497-A8AC-45A6-A885-76D1D5B961B4}" srcOrd="1" destOrd="0" presId="urn:microsoft.com/office/officeart/2005/8/layout/hierarchy1"/>
    <dgm:cxn modelId="{3DCEAA6E-DD04-4CF5-AC90-B455AC4AFE06}" type="presParOf" srcId="{15720497-A8AC-45A6-A885-76D1D5B961B4}" destId="{2CBF7715-EA5D-40A2-8842-ABDC1D5BCAD3}" srcOrd="0" destOrd="0" presId="urn:microsoft.com/office/officeart/2005/8/layout/hierarchy1"/>
    <dgm:cxn modelId="{E35C5638-D0A9-4E37-9CEF-E5F2CF825B7B}" type="presParOf" srcId="{2CBF7715-EA5D-40A2-8842-ABDC1D5BCAD3}" destId="{6B2407FB-E314-49A4-B3D2-04A8D42F3540}" srcOrd="0" destOrd="0" presId="urn:microsoft.com/office/officeart/2005/8/layout/hierarchy1"/>
    <dgm:cxn modelId="{0D02848A-FE0A-4F45-8543-1B32A781FF82}" type="presParOf" srcId="{2CBF7715-EA5D-40A2-8842-ABDC1D5BCAD3}" destId="{23C94EED-A77F-4371-976F-B726170774FB}" srcOrd="1" destOrd="0" presId="urn:microsoft.com/office/officeart/2005/8/layout/hierarchy1"/>
    <dgm:cxn modelId="{5800739E-BBC2-45A1-BD2A-699375C3CC66}" type="presParOf" srcId="{15720497-A8AC-45A6-A885-76D1D5B961B4}" destId="{E660586D-1EC6-4579-BA6B-DD21B407B516}" srcOrd="1" destOrd="0" presId="urn:microsoft.com/office/officeart/2005/8/layout/hierarchy1"/>
    <dgm:cxn modelId="{DFF8565D-9AC2-4718-8CD0-566CDBF36288}" type="presParOf" srcId="{9124FD63-A81C-4DC3-B1D5-E331F5FE3F8C}" destId="{86F2D633-297E-4951-AA06-4E44F416ABDA}" srcOrd="2" destOrd="0" presId="urn:microsoft.com/office/officeart/2005/8/layout/hierarchy1"/>
    <dgm:cxn modelId="{AB736F2B-EB5E-4F6C-A903-37F63D526D5E}" type="presParOf" srcId="{9124FD63-A81C-4DC3-B1D5-E331F5FE3F8C}" destId="{C350DA14-FB4D-4FC2-BD52-5D6B8A39E729}" srcOrd="3" destOrd="0" presId="urn:microsoft.com/office/officeart/2005/8/layout/hierarchy1"/>
    <dgm:cxn modelId="{D23C26C2-3F81-4770-9C36-E54024A5A8D4}" type="presParOf" srcId="{C350DA14-FB4D-4FC2-BD52-5D6B8A39E729}" destId="{9769DB49-F7DF-4C13-A316-6627FC058962}" srcOrd="0" destOrd="0" presId="urn:microsoft.com/office/officeart/2005/8/layout/hierarchy1"/>
    <dgm:cxn modelId="{DE4C82DB-0DEA-408A-966F-CA4951B04D6C}" type="presParOf" srcId="{9769DB49-F7DF-4C13-A316-6627FC058962}" destId="{40A92E27-C758-4281-8E6D-1E3EC3382CD2}" srcOrd="0" destOrd="0" presId="urn:microsoft.com/office/officeart/2005/8/layout/hierarchy1"/>
    <dgm:cxn modelId="{29121F67-97D0-4549-94A6-231EC20A5DE8}" type="presParOf" srcId="{9769DB49-F7DF-4C13-A316-6627FC058962}" destId="{31A065AE-CC0C-4A23-A523-53E691EEFFAB}" srcOrd="1" destOrd="0" presId="urn:microsoft.com/office/officeart/2005/8/layout/hierarchy1"/>
    <dgm:cxn modelId="{F49710D7-4290-458A-B09B-E2170A660B3C}" type="presParOf" srcId="{C350DA14-FB4D-4FC2-BD52-5D6B8A39E729}" destId="{CCE28BBB-DD72-4738-9B8E-8B124723AE03}" srcOrd="1" destOrd="0" presId="urn:microsoft.com/office/officeart/2005/8/layout/hierarchy1"/>
    <dgm:cxn modelId="{4CFF5CD9-9E3A-45CF-A7DD-F239337C9468}" type="presParOf" srcId="{9124FD63-A81C-4DC3-B1D5-E331F5FE3F8C}" destId="{8A3633AC-9F60-4D24-B7D7-A4F576164AE7}" srcOrd="4" destOrd="0" presId="urn:microsoft.com/office/officeart/2005/8/layout/hierarchy1"/>
    <dgm:cxn modelId="{B17A7CBE-F894-4313-A16E-423E9A9E544B}" type="presParOf" srcId="{9124FD63-A81C-4DC3-B1D5-E331F5FE3F8C}" destId="{D2440653-CFA4-4A34-8B3A-735F9AACD0A0}" srcOrd="5" destOrd="0" presId="urn:microsoft.com/office/officeart/2005/8/layout/hierarchy1"/>
    <dgm:cxn modelId="{CE58774A-48BA-4ADD-B11C-EF3DC131AC0E}" type="presParOf" srcId="{D2440653-CFA4-4A34-8B3A-735F9AACD0A0}" destId="{5612E31E-7A9B-4D6D-A582-F45231322356}" srcOrd="0" destOrd="0" presId="urn:microsoft.com/office/officeart/2005/8/layout/hierarchy1"/>
    <dgm:cxn modelId="{32A0E8D7-7A09-4B65-A38F-3C159B0C036E}" type="presParOf" srcId="{5612E31E-7A9B-4D6D-A582-F45231322356}" destId="{3A14B81D-6501-4A9C-93E8-C0D8D63BD171}" srcOrd="0" destOrd="0" presId="urn:microsoft.com/office/officeart/2005/8/layout/hierarchy1"/>
    <dgm:cxn modelId="{4B6AB334-3FBB-4923-A08C-8C34A6B20CB3}" type="presParOf" srcId="{5612E31E-7A9B-4D6D-A582-F45231322356}" destId="{B78C52AA-2AA8-4804-A77E-DB1AB1A47534}" srcOrd="1" destOrd="0" presId="urn:microsoft.com/office/officeart/2005/8/layout/hierarchy1"/>
    <dgm:cxn modelId="{D0278949-C142-41B1-B031-E5D0910CB33A}" type="presParOf" srcId="{D2440653-CFA4-4A34-8B3A-735F9AACD0A0}" destId="{CCC55B47-6F2A-43D8-8D89-49C353D0AD52}" srcOrd="1" destOrd="0" presId="urn:microsoft.com/office/officeart/2005/8/layout/hierarchy1"/>
    <dgm:cxn modelId="{E942F3EF-844D-4C22-A98B-034C5F87145F}" type="presParOf" srcId="{9124FD63-A81C-4DC3-B1D5-E331F5FE3F8C}" destId="{8BD446B4-F119-45FB-A8E7-0421E68F445C}" srcOrd="6" destOrd="0" presId="urn:microsoft.com/office/officeart/2005/8/layout/hierarchy1"/>
    <dgm:cxn modelId="{B0DD0F32-D1DC-4911-906B-BF64BCC75C1E}" type="presParOf" srcId="{9124FD63-A81C-4DC3-B1D5-E331F5FE3F8C}" destId="{C41DA4D6-6BDE-4E42-9571-434A34775D25}" srcOrd="7" destOrd="0" presId="urn:microsoft.com/office/officeart/2005/8/layout/hierarchy1"/>
    <dgm:cxn modelId="{746CB9BD-6EEC-4785-AC4B-7C886CE756CD}" type="presParOf" srcId="{C41DA4D6-6BDE-4E42-9571-434A34775D25}" destId="{6CB68947-2035-4C23-A232-01298BF2BA8A}" srcOrd="0" destOrd="0" presId="urn:microsoft.com/office/officeart/2005/8/layout/hierarchy1"/>
    <dgm:cxn modelId="{3DA51EDF-63DD-4AC7-80FE-D68FEC91EE77}" type="presParOf" srcId="{6CB68947-2035-4C23-A232-01298BF2BA8A}" destId="{662C3179-156C-489E-9269-4021721C5BBC}" srcOrd="0" destOrd="0" presId="urn:microsoft.com/office/officeart/2005/8/layout/hierarchy1"/>
    <dgm:cxn modelId="{5B5D3F56-BA65-4F70-B665-2EE94986FE4D}" type="presParOf" srcId="{6CB68947-2035-4C23-A232-01298BF2BA8A}" destId="{11A66BEE-7F4C-48E7-831F-7C888B7CC9C0}" srcOrd="1" destOrd="0" presId="urn:microsoft.com/office/officeart/2005/8/layout/hierarchy1"/>
    <dgm:cxn modelId="{073D0633-F78C-4B3D-8F59-DCBDC4AFBE37}" type="presParOf" srcId="{C41DA4D6-6BDE-4E42-9571-434A34775D25}" destId="{103E67B3-D805-48C8-BBDD-C72E65F88DB6}" srcOrd="1" destOrd="0" presId="urn:microsoft.com/office/officeart/2005/8/layout/hierarchy1"/>
    <dgm:cxn modelId="{01CECB03-B852-4060-8B79-F878DA87BCFC}" type="presParOf" srcId="{9124FD63-A81C-4DC3-B1D5-E331F5FE3F8C}" destId="{998B4BCF-9FBD-4FCE-BB21-5A3D17E90903}" srcOrd="8" destOrd="0" presId="urn:microsoft.com/office/officeart/2005/8/layout/hierarchy1"/>
    <dgm:cxn modelId="{57AF3C3A-1BAD-473C-ADC3-AEF7FBB92DAB}" type="presParOf" srcId="{9124FD63-A81C-4DC3-B1D5-E331F5FE3F8C}" destId="{7B4F0A4F-DFE4-4860-B429-B7335CA4D660}" srcOrd="9" destOrd="0" presId="urn:microsoft.com/office/officeart/2005/8/layout/hierarchy1"/>
    <dgm:cxn modelId="{C7B986FB-15BE-4E8C-96EB-975B5A5F1557}" type="presParOf" srcId="{7B4F0A4F-DFE4-4860-B429-B7335CA4D660}" destId="{BEF7A9CF-BC03-44AC-A70F-DA3ABC6A6361}" srcOrd="0" destOrd="0" presId="urn:microsoft.com/office/officeart/2005/8/layout/hierarchy1"/>
    <dgm:cxn modelId="{C799E28A-AE7F-4118-A2F0-3748A20FE92C}" type="presParOf" srcId="{BEF7A9CF-BC03-44AC-A70F-DA3ABC6A6361}" destId="{54F0EE37-CCF6-4BB1-BA61-F96149AC3718}" srcOrd="0" destOrd="0" presId="urn:microsoft.com/office/officeart/2005/8/layout/hierarchy1"/>
    <dgm:cxn modelId="{F63A1960-3670-4AD5-BA53-2294AA1C5E6A}" type="presParOf" srcId="{BEF7A9CF-BC03-44AC-A70F-DA3ABC6A6361}" destId="{731A3CB4-A070-4FAC-BD0B-868C2474FF9D}" srcOrd="1" destOrd="0" presId="urn:microsoft.com/office/officeart/2005/8/layout/hierarchy1"/>
    <dgm:cxn modelId="{55E1DC65-07BE-40B8-905C-3E40FED9515B}" type="presParOf" srcId="{7B4F0A4F-DFE4-4860-B429-B7335CA4D660}" destId="{04883043-1DD8-4A05-98FB-B40D2BEF7E3C}"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422E5BE-243F-4E67-B5EF-CAAE2A55258B}" type="doc">
      <dgm:prSet loTypeId="urn:microsoft.com/office/officeart/2005/8/layout/hierarchy1" loCatId="hierarchy" qsTypeId="urn:microsoft.com/office/officeart/2005/8/quickstyle/simple1" qsCatId="simple" csTypeId="urn:microsoft.com/office/officeart/2005/8/colors/colorful3" csCatId="colorful" phldr="1"/>
      <dgm:spPr/>
      <dgm:t>
        <a:bodyPr/>
        <a:lstStyle/>
        <a:p>
          <a:endParaRPr lang="en-GB"/>
        </a:p>
      </dgm:t>
    </dgm:pt>
    <dgm:pt modelId="{112089D7-DB56-44BC-9769-1386B4FD8DD8}">
      <dgm:prSet phldrT="[Text]"/>
      <dgm:spPr/>
      <dgm:t>
        <a:bodyPr/>
        <a:lstStyle/>
        <a:p>
          <a:r>
            <a:rPr lang="en-GB" dirty="0" smtClean="0"/>
            <a:t>Extended BPMN</a:t>
          </a:r>
          <a:endParaRPr lang="en-GB" dirty="0"/>
        </a:p>
      </dgm:t>
    </dgm:pt>
    <dgm:pt modelId="{7FFA24F7-D3D7-4888-A6C8-7B320E8AFE28}" type="parTrans" cxnId="{1D9A8C34-BFDA-42E8-8377-8A748F064279}">
      <dgm:prSet/>
      <dgm:spPr/>
      <dgm:t>
        <a:bodyPr/>
        <a:lstStyle/>
        <a:p>
          <a:endParaRPr lang="en-GB"/>
        </a:p>
      </dgm:t>
    </dgm:pt>
    <dgm:pt modelId="{087D71E9-F27E-4166-BAC2-D72957F22156}" type="sibTrans" cxnId="{1D9A8C34-BFDA-42E8-8377-8A748F064279}">
      <dgm:prSet/>
      <dgm:spPr/>
      <dgm:t>
        <a:bodyPr/>
        <a:lstStyle/>
        <a:p>
          <a:endParaRPr lang="en-GB"/>
        </a:p>
      </dgm:t>
    </dgm:pt>
    <dgm:pt modelId="{2DF08807-9752-4554-9C7B-82D630B55A19}">
      <dgm:prSet phldrT="[Text]"/>
      <dgm:spPr>
        <a:solidFill>
          <a:schemeClr val="bg1">
            <a:alpha val="90000"/>
          </a:schemeClr>
        </a:solidFill>
        <a:ln>
          <a:solidFill>
            <a:schemeClr val="accent4"/>
          </a:solidFill>
        </a:ln>
      </dgm:spPr>
      <dgm:t>
        <a:bodyPr/>
        <a:lstStyle/>
        <a:p>
          <a:r>
            <a:rPr lang="en-GB" dirty="0" smtClean="0"/>
            <a:t>Process</a:t>
          </a:r>
          <a:endParaRPr lang="en-GB" dirty="0"/>
        </a:p>
      </dgm:t>
    </dgm:pt>
    <dgm:pt modelId="{60BA8DFA-FEE5-48B4-A53F-029D0609B0CD}" type="parTrans" cxnId="{97DE7FEC-2B6E-4211-AC10-8F275461FCE0}">
      <dgm:prSet/>
      <dgm:spPr/>
      <dgm:t>
        <a:bodyPr/>
        <a:lstStyle/>
        <a:p>
          <a:endParaRPr lang="en-GB"/>
        </a:p>
      </dgm:t>
    </dgm:pt>
    <dgm:pt modelId="{97A99BCF-D153-44BA-9041-CA37C8107756}" type="sibTrans" cxnId="{97DE7FEC-2B6E-4211-AC10-8F275461FCE0}">
      <dgm:prSet/>
      <dgm:spPr/>
      <dgm:t>
        <a:bodyPr/>
        <a:lstStyle/>
        <a:p>
          <a:endParaRPr lang="en-GB"/>
        </a:p>
      </dgm:t>
    </dgm:pt>
    <dgm:pt modelId="{5FDBDD60-7640-48EC-B68C-CE4840DB47FF}">
      <dgm:prSet phldrT="[Text]"/>
      <dgm:spPr>
        <a:ln>
          <a:solidFill>
            <a:schemeClr val="accent4"/>
          </a:solidFill>
        </a:ln>
      </dgm:spPr>
      <dgm:t>
        <a:bodyPr/>
        <a:lstStyle/>
        <a:p>
          <a:r>
            <a:rPr lang="en-GB" dirty="0" smtClean="0"/>
            <a:t>Activity</a:t>
          </a:r>
          <a:endParaRPr lang="en-GB" dirty="0"/>
        </a:p>
      </dgm:t>
    </dgm:pt>
    <dgm:pt modelId="{95BE5E79-368B-421E-B6A4-B44966A1B821}" type="parTrans" cxnId="{208A39F8-D02A-48E3-B697-1135D80124E5}">
      <dgm:prSet/>
      <dgm:spPr/>
      <dgm:t>
        <a:bodyPr/>
        <a:lstStyle/>
        <a:p>
          <a:endParaRPr lang="en-GB"/>
        </a:p>
      </dgm:t>
    </dgm:pt>
    <dgm:pt modelId="{F4A78AD6-7DF1-4391-A1E6-35335579DB51}" type="sibTrans" cxnId="{208A39F8-D02A-48E3-B697-1135D80124E5}">
      <dgm:prSet/>
      <dgm:spPr/>
      <dgm:t>
        <a:bodyPr/>
        <a:lstStyle/>
        <a:p>
          <a:endParaRPr lang="en-GB"/>
        </a:p>
      </dgm:t>
    </dgm:pt>
    <dgm:pt modelId="{05E85DF6-84EF-4DC1-9C0E-24B15A1F4050}">
      <dgm:prSet/>
      <dgm:spPr/>
      <dgm:t>
        <a:bodyPr/>
        <a:lstStyle/>
        <a:p>
          <a:r>
            <a:rPr lang="en-GB" dirty="0" smtClean="0"/>
            <a:t>Data</a:t>
          </a:r>
          <a:endParaRPr lang="en-GB" dirty="0"/>
        </a:p>
      </dgm:t>
    </dgm:pt>
    <dgm:pt modelId="{07BD20B2-5927-4CC2-B2C4-EDFB0FC32AB1}" type="parTrans" cxnId="{773D38B8-FA6E-4BFF-90D4-AC08A278D36E}">
      <dgm:prSet/>
      <dgm:spPr/>
      <dgm:t>
        <a:bodyPr/>
        <a:lstStyle/>
        <a:p>
          <a:endParaRPr lang="en-GB"/>
        </a:p>
      </dgm:t>
    </dgm:pt>
    <dgm:pt modelId="{55DAB10F-2E9C-48C0-B311-092E6B97F4D9}" type="sibTrans" cxnId="{773D38B8-FA6E-4BFF-90D4-AC08A278D36E}">
      <dgm:prSet/>
      <dgm:spPr/>
      <dgm:t>
        <a:bodyPr/>
        <a:lstStyle/>
        <a:p>
          <a:endParaRPr lang="en-GB"/>
        </a:p>
      </dgm:t>
    </dgm:pt>
    <dgm:pt modelId="{54932213-EAC8-4C7B-8F5A-20B5FBC1D941}">
      <dgm:prSet/>
      <dgm:spPr/>
      <dgm:t>
        <a:bodyPr/>
        <a:lstStyle/>
        <a:p>
          <a:r>
            <a:rPr lang="en-GB" dirty="0" smtClean="0"/>
            <a:t>User role</a:t>
          </a:r>
          <a:endParaRPr lang="en-GB" dirty="0"/>
        </a:p>
      </dgm:t>
    </dgm:pt>
    <dgm:pt modelId="{1854CB00-7703-42BF-82BE-AD9229BEC4DB}" type="parTrans" cxnId="{22387A96-7925-4BEB-9058-BC4B05E0CED8}">
      <dgm:prSet/>
      <dgm:spPr/>
      <dgm:t>
        <a:bodyPr/>
        <a:lstStyle/>
        <a:p>
          <a:endParaRPr lang="en-GB"/>
        </a:p>
      </dgm:t>
    </dgm:pt>
    <dgm:pt modelId="{0EF9BA69-3D14-4C07-9EC4-EF17AF4CB8AA}" type="sibTrans" cxnId="{22387A96-7925-4BEB-9058-BC4B05E0CED8}">
      <dgm:prSet/>
      <dgm:spPr/>
      <dgm:t>
        <a:bodyPr/>
        <a:lstStyle/>
        <a:p>
          <a:endParaRPr lang="en-GB"/>
        </a:p>
      </dgm:t>
    </dgm:pt>
    <dgm:pt modelId="{540F6093-E2B1-4249-8072-8409C091A3ED}">
      <dgm:prSet/>
      <dgm:spPr>
        <a:ln w="25400">
          <a:solidFill>
            <a:schemeClr val="tx1"/>
          </a:solidFill>
        </a:ln>
      </dgm:spPr>
      <dgm:t>
        <a:bodyPr/>
        <a:lstStyle/>
        <a:p>
          <a:r>
            <a:rPr lang="en-GB" dirty="0" smtClean="0"/>
            <a:t>Goal</a:t>
          </a:r>
          <a:endParaRPr lang="en-GB" dirty="0"/>
        </a:p>
      </dgm:t>
    </dgm:pt>
    <dgm:pt modelId="{D13CE90B-C4F8-4028-B440-B8ABE71B85FC}" type="parTrans" cxnId="{40A8C383-E86D-426F-BCEF-F28D1FB007DC}">
      <dgm:prSet/>
      <dgm:spPr/>
      <dgm:t>
        <a:bodyPr/>
        <a:lstStyle/>
        <a:p>
          <a:endParaRPr lang="en-GB"/>
        </a:p>
      </dgm:t>
    </dgm:pt>
    <dgm:pt modelId="{EBB6C816-75BA-4032-A988-B826F38813AF}" type="sibTrans" cxnId="{40A8C383-E86D-426F-BCEF-F28D1FB007DC}">
      <dgm:prSet/>
      <dgm:spPr/>
      <dgm:t>
        <a:bodyPr/>
        <a:lstStyle/>
        <a:p>
          <a:endParaRPr lang="en-GB"/>
        </a:p>
      </dgm:t>
    </dgm:pt>
    <dgm:pt modelId="{E0C79B75-6F2A-427F-9973-B32F03D84D2F}" type="pres">
      <dgm:prSet presAssocID="{3422E5BE-243F-4E67-B5EF-CAAE2A55258B}" presName="hierChild1" presStyleCnt="0">
        <dgm:presLayoutVars>
          <dgm:chPref val="1"/>
          <dgm:dir/>
          <dgm:animOne val="branch"/>
          <dgm:animLvl val="lvl"/>
          <dgm:resizeHandles/>
        </dgm:presLayoutVars>
      </dgm:prSet>
      <dgm:spPr/>
      <dgm:t>
        <a:bodyPr/>
        <a:lstStyle/>
        <a:p>
          <a:endParaRPr lang="en-GB"/>
        </a:p>
      </dgm:t>
    </dgm:pt>
    <dgm:pt modelId="{7AA0E0BE-40B8-4955-B436-DC5C219F9F48}" type="pres">
      <dgm:prSet presAssocID="{112089D7-DB56-44BC-9769-1386B4FD8DD8}" presName="hierRoot1" presStyleCnt="0"/>
      <dgm:spPr/>
    </dgm:pt>
    <dgm:pt modelId="{C811776F-A264-4DBA-85FE-D79EC3B0C6AD}" type="pres">
      <dgm:prSet presAssocID="{112089D7-DB56-44BC-9769-1386B4FD8DD8}" presName="composite" presStyleCnt="0"/>
      <dgm:spPr/>
    </dgm:pt>
    <dgm:pt modelId="{79C7EE13-B1FF-4528-A70E-D56FA520B699}" type="pres">
      <dgm:prSet presAssocID="{112089D7-DB56-44BC-9769-1386B4FD8DD8}" presName="background" presStyleLbl="node0" presStyleIdx="0" presStyleCnt="1"/>
      <dgm:spPr/>
    </dgm:pt>
    <dgm:pt modelId="{D2AE8700-D3E8-44E0-BB62-9DE2CB473E4A}" type="pres">
      <dgm:prSet presAssocID="{112089D7-DB56-44BC-9769-1386B4FD8DD8}" presName="text" presStyleLbl="fgAcc0" presStyleIdx="0" presStyleCnt="1">
        <dgm:presLayoutVars>
          <dgm:chPref val="3"/>
        </dgm:presLayoutVars>
      </dgm:prSet>
      <dgm:spPr/>
      <dgm:t>
        <a:bodyPr/>
        <a:lstStyle/>
        <a:p>
          <a:endParaRPr lang="en-GB"/>
        </a:p>
      </dgm:t>
    </dgm:pt>
    <dgm:pt modelId="{9124FD63-A81C-4DC3-B1D5-E331F5FE3F8C}" type="pres">
      <dgm:prSet presAssocID="{112089D7-DB56-44BC-9769-1386B4FD8DD8}" presName="hierChild2" presStyleCnt="0"/>
      <dgm:spPr/>
    </dgm:pt>
    <dgm:pt modelId="{428A6ACB-E5E7-442F-8200-19708C8F65B6}" type="pres">
      <dgm:prSet presAssocID="{60BA8DFA-FEE5-48B4-A53F-029D0609B0CD}" presName="Name10" presStyleLbl="parChTrans1D2" presStyleIdx="0" presStyleCnt="5"/>
      <dgm:spPr/>
      <dgm:t>
        <a:bodyPr/>
        <a:lstStyle/>
        <a:p>
          <a:endParaRPr lang="en-GB"/>
        </a:p>
      </dgm:t>
    </dgm:pt>
    <dgm:pt modelId="{15720497-A8AC-45A6-A885-76D1D5B961B4}" type="pres">
      <dgm:prSet presAssocID="{2DF08807-9752-4554-9C7B-82D630B55A19}" presName="hierRoot2" presStyleCnt="0"/>
      <dgm:spPr/>
    </dgm:pt>
    <dgm:pt modelId="{2CBF7715-EA5D-40A2-8842-ABDC1D5BCAD3}" type="pres">
      <dgm:prSet presAssocID="{2DF08807-9752-4554-9C7B-82D630B55A19}" presName="composite2" presStyleCnt="0"/>
      <dgm:spPr/>
    </dgm:pt>
    <dgm:pt modelId="{6B2407FB-E314-49A4-B3D2-04A8D42F3540}" type="pres">
      <dgm:prSet presAssocID="{2DF08807-9752-4554-9C7B-82D630B55A19}" presName="background2" presStyleLbl="node2" presStyleIdx="0" presStyleCnt="5"/>
      <dgm:spPr/>
    </dgm:pt>
    <dgm:pt modelId="{23C94EED-A77F-4371-976F-B726170774FB}" type="pres">
      <dgm:prSet presAssocID="{2DF08807-9752-4554-9C7B-82D630B55A19}" presName="text2" presStyleLbl="fgAcc2" presStyleIdx="0" presStyleCnt="5">
        <dgm:presLayoutVars>
          <dgm:chPref val="3"/>
        </dgm:presLayoutVars>
      </dgm:prSet>
      <dgm:spPr/>
      <dgm:t>
        <a:bodyPr/>
        <a:lstStyle/>
        <a:p>
          <a:endParaRPr lang="en-GB"/>
        </a:p>
      </dgm:t>
    </dgm:pt>
    <dgm:pt modelId="{E660586D-1EC6-4579-BA6B-DD21B407B516}" type="pres">
      <dgm:prSet presAssocID="{2DF08807-9752-4554-9C7B-82D630B55A19}" presName="hierChild3" presStyleCnt="0"/>
      <dgm:spPr/>
    </dgm:pt>
    <dgm:pt modelId="{86F2D633-297E-4951-AA06-4E44F416ABDA}" type="pres">
      <dgm:prSet presAssocID="{D13CE90B-C4F8-4028-B440-B8ABE71B85FC}" presName="Name10" presStyleLbl="parChTrans1D2" presStyleIdx="1" presStyleCnt="5"/>
      <dgm:spPr/>
      <dgm:t>
        <a:bodyPr/>
        <a:lstStyle/>
        <a:p>
          <a:endParaRPr lang="en-GB"/>
        </a:p>
      </dgm:t>
    </dgm:pt>
    <dgm:pt modelId="{C350DA14-FB4D-4FC2-BD52-5D6B8A39E729}" type="pres">
      <dgm:prSet presAssocID="{540F6093-E2B1-4249-8072-8409C091A3ED}" presName="hierRoot2" presStyleCnt="0"/>
      <dgm:spPr/>
    </dgm:pt>
    <dgm:pt modelId="{9769DB49-F7DF-4C13-A316-6627FC058962}" type="pres">
      <dgm:prSet presAssocID="{540F6093-E2B1-4249-8072-8409C091A3ED}" presName="composite2" presStyleCnt="0"/>
      <dgm:spPr/>
    </dgm:pt>
    <dgm:pt modelId="{40A92E27-C758-4281-8E6D-1E3EC3382CD2}" type="pres">
      <dgm:prSet presAssocID="{540F6093-E2B1-4249-8072-8409C091A3ED}" presName="background2" presStyleLbl="node2" presStyleIdx="1" presStyleCnt="5"/>
      <dgm:spPr>
        <a:solidFill>
          <a:schemeClr val="accent2"/>
        </a:solidFill>
      </dgm:spPr>
      <dgm:t>
        <a:bodyPr/>
        <a:lstStyle/>
        <a:p>
          <a:endParaRPr lang="en-GB"/>
        </a:p>
      </dgm:t>
    </dgm:pt>
    <dgm:pt modelId="{31A065AE-CC0C-4A23-A523-53E691EEFFAB}" type="pres">
      <dgm:prSet presAssocID="{540F6093-E2B1-4249-8072-8409C091A3ED}" presName="text2" presStyleLbl="fgAcc2" presStyleIdx="1" presStyleCnt="5" custLinFactX="22831" custLinFactNeighborX="100000" custLinFactNeighborY="-2530">
        <dgm:presLayoutVars>
          <dgm:chPref val="3"/>
        </dgm:presLayoutVars>
      </dgm:prSet>
      <dgm:spPr/>
      <dgm:t>
        <a:bodyPr/>
        <a:lstStyle/>
        <a:p>
          <a:endParaRPr lang="en-GB"/>
        </a:p>
      </dgm:t>
    </dgm:pt>
    <dgm:pt modelId="{CCE28BBB-DD72-4738-9B8E-8B124723AE03}" type="pres">
      <dgm:prSet presAssocID="{540F6093-E2B1-4249-8072-8409C091A3ED}" presName="hierChild3" presStyleCnt="0"/>
      <dgm:spPr/>
    </dgm:pt>
    <dgm:pt modelId="{8A3633AC-9F60-4D24-B7D7-A4F576164AE7}" type="pres">
      <dgm:prSet presAssocID="{95BE5E79-368B-421E-B6A4-B44966A1B821}" presName="Name10" presStyleLbl="parChTrans1D2" presStyleIdx="2" presStyleCnt="5"/>
      <dgm:spPr/>
      <dgm:t>
        <a:bodyPr/>
        <a:lstStyle/>
        <a:p>
          <a:endParaRPr lang="en-GB"/>
        </a:p>
      </dgm:t>
    </dgm:pt>
    <dgm:pt modelId="{D2440653-CFA4-4A34-8B3A-735F9AACD0A0}" type="pres">
      <dgm:prSet presAssocID="{5FDBDD60-7640-48EC-B68C-CE4840DB47FF}" presName="hierRoot2" presStyleCnt="0"/>
      <dgm:spPr/>
    </dgm:pt>
    <dgm:pt modelId="{5612E31E-7A9B-4D6D-A582-F45231322356}" type="pres">
      <dgm:prSet presAssocID="{5FDBDD60-7640-48EC-B68C-CE4840DB47FF}" presName="composite2" presStyleCnt="0"/>
      <dgm:spPr/>
    </dgm:pt>
    <dgm:pt modelId="{3A14B81D-6501-4A9C-93E8-C0D8D63BD171}" type="pres">
      <dgm:prSet presAssocID="{5FDBDD60-7640-48EC-B68C-CE4840DB47FF}" presName="background2" presStyleLbl="node2" presStyleIdx="2" presStyleCnt="5"/>
      <dgm:spPr/>
    </dgm:pt>
    <dgm:pt modelId="{B78C52AA-2AA8-4804-A77E-DB1AB1A47534}" type="pres">
      <dgm:prSet presAssocID="{5FDBDD60-7640-48EC-B68C-CE4840DB47FF}" presName="text2" presStyleLbl="fgAcc2" presStyleIdx="2" presStyleCnt="5" custLinFactX="-24175" custLinFactNeighborX="-100000" custLinFactNeighborY="-2530">
        <dgm:presLayoutVars>
          <dgm:chPref val="3"/>
        </dgm:presLayoutVars>
      </dgm:prSet>
      <dgm:spPr/>
      <dgm:t>
        <a:bodyPr/>
        <a:lstStyle/>
        <a:p>
          <a:endParaRPr lang="en-GB"/>
        </a:p>
      </dgm:t>
    </dgm:pt>
    <dgm:pt modelId="{CCC55B47-6F2A-43D8-8D89-49C353D0AD52}" type="pres">
      <dgm:prSet presAssocID="{5FDBDD60-7640-48EC-B68C-CE4840DB47FF}" presName="hierChild3" presStyleCnt="0"/>
      <dgm:spPr/>
    </dgm:pt>
    <dgm:pt modelId="{8BD446B4-F119-45FB-A8E7-0421E68F445C}" type="pres">
      <dgm:prSet presAssocID="{07BD20B2-5927-4CC2-B2C4-EDFB0FC32AB1}" presName="Name10" presStyleLbl="parChTrans1D2" presStyleIdx="3" presStyleCnt="5"/>
      <dgm:spPr/>
      <dgm:t>
        <a:bodyPr/>
        <a:lstStyle/>
        <a:p>
          <a:endParaRPr lang="en-GB"/>
        </a:p>
      </dgm:t>
    </dgm:pt>
    <dgm:pt modelId="{C41DA4D6-6BDE-4E42-9571-434A34775D25}" type="pres">
      <dgm:prSet presAssocID="{05E85DF6-84EF-4DC1-9C0E-24B15A1F4050}" presName="hierRoot2" presStyleCnt="0"/>
      <dgm:spPr/>
    </dgm:pt>
    <dgm:pt modelId="{6CB68947-2035-4C23-A232-01298BF2BA8A}" type="pres">
      <dgm:prSet presAssocID="{05E85DF6-84EF-4DC1-9C0E-24B15A1F4050}" presName="composite2" presStyleCnt="0"/>
      <dgm:spPr/>
    </dgm:pt>
    <dgm:pt modelId="{662C3179-156C-489E-9269-4021721C5BBC}" type="pres">
      <dgm:prSet presAssocID="{05E85DF6-84EF-4DC1-9C0E-24B15A1F4050}" presName="background2" presStyleLbl="node2" presStyleIdx="3" presStyleCnt="5"/>
      <dgm:spPr/>
    </dgm:pt>
    <dgm:pt modelId="{11A66BEE-7F4C-48E7-831F-7C888B7CC9C0}" type="pres">
      <dgm:prSet presAssocID="{05E85DF6-84EF-4DC1-9C0E-24B15A1F4050}" presName="text2" presStyleLbl="fgAcc2" presStyleIdx="3" presStyleCnt="5">
        <dgm:presLayoutVars>
          <dgm:chPref val="3"/>
        </dgm:presLayoutVars>
      </dgm:prSet>
      <dgm:spPr/>
      <dgm:t>
        <a:bodyPr/>
        <a:lstStyle/>
        <a:p>
          <a:endParaRPr lang="en-GB"/>
        </a:p>
      </dgm:t>
    </dgm:pt>
    <dgm:pt modelId="{103E67B3-D805-48C8-BBDD-C72E65F88DB6}" type="pres">
      <dgm:prSet presAssocID="{05E85DF6-84EF-4DC1-9C0E-24B15A1F4050}" presName="hierChild3" presStyleCnt="0"/>
      <dgm:spPr/>
    </dgm:pt>
    <dgm:pt modelId="{998B4BCF-9FBD-4FCE-BB21-5A3D17E90903}" type="pres">
      <dgm:prSet presAssocID="{1854CB00-7703-42BF-82BE-AD9229BEC4DB}" presName="Name10" presStyleLbl="parChTrans1D2" presStyleIdx="4" presStyleCnt="5"/>
      <dgm:spPr/>
      <dgm:t>
        <a:bodyPr/>
        <a:lstStyle/>
        <a:p>
          <a:endParaRPr lang="en-GB"/>
        </a:p>
      </dgm:t>
    </dgm:pt>
    <dgm:pt modelId="{7B4F0A4F-DFE4-4860-B429-B7335CA4D660}" type="pres">
      <dgm:prSet presAssocID="{54932213-EAC8-4C7B-8F5A-20B5FBC1D941}" presName="hierRoot2" presStyleCnt="0"/>
      <dgm:spPr/>
    </dgm:pt>
    <dgm:pt modelId="{BEF7A9CF-BC03-44AC-A70F-DA3ABC6A6361}" type="pres">
      <dgm:prSet presAssocID="{54932213-EAC8-4C7B-8F5A-20B5FBC1D941}" presName="composite2" presStyleCnt="0"/>
      <dgm:spPr/>
    </dgm:pt>
    <dgm:pt modelId="{54F0EE37-CCF6-4BB1-BA61-F96149AC3718}" type="pres">
      <dgm:prSet presAssocID="{54932213-EAC8-4C7B-8F5A-20B5FBC1D941}" presName="background2" presStyleLbl="node2" presStyleIdx="4" presStyleCnt="5"/>
      <dgm:spPr/>
    </dgm:pt>
    <dgm:pt modelId="{731A3CB4-A070-4FAC-BD0B-868C2474FF9D}" type="pres">
      <dgm:prSet presAssocID="{54932213-EAC8-4C7B-8F5A-20B5FBC1D941}" presName="text2" presStyleLbl="fgAcc2" presStyleIdx="4" presStyleCnt="5">
        <dgm:presLayoutVars>
          <dgm:chPref val="3"/>
        </dgm:presLayoutVars>
      </dgm:prSet>
      <dgm:spPr/>
      <dgm:t>
        <a:bodyPr/>
        <a:lstStyle/>
        <a:p>
          <a:endParaRPr lang="en-GB"/>
        </a:p>
      </dgm:t>
    </dgm:pt>
    <dgm:pt modelId="{04883043-1DD8-4A05-98FB-B40D2BEF7E3C}" type="pres">
      <dgm:prSet presAssocID="{54932213-EAC8-4C7B-8F5A-20B5FBC1D941}" presName="hierChild3" presStyleCnt="0"/>
      <dgm:spPr/>
    </dgm:pt>
  </dgm:ptLst>
  <dgm:cxnLst>
    <dgm:cxn modelId="{4E807623-2517-4602-B53F-9E1C5DCBFF42}" type="presOf" srcId="{2DF08807-9752-4554-9C7B-82D630B55A19}" destId="{23C94EED-A77F-4371-976F-B726170774FB}" srcOrd="0" destOrd="0" presId="urn:microsoft.com/office/officeart/2005/8/layout/hierarchy1"/>
    <dgm:cxn modelId="{F5AD6C58-B753-4485-A427-16F9E277E52E}" type="presOf" srcId="{540F6093-E2B1-4249-8072-8409C091A3ED}" destId="{31A065AE-CC0C-4A23-A523-53E691EEFFAB}" srcOrd="0" destOrd="0" presId="urn:microsoft.com/office/officeart/2005/8/layout/hierarchy1"/>
    <dgm:cxn modelId="{B1106E58-FEA6-4717-BFBB-F2D12B19310D}" type="presOf" srcId="{5FDBDD60-7640-48EC-B68C-CE4840DB47FF}" destId="{B78C52AA-2AA8-4804-A77E-DB1AB1A47534}" srcOrd="0" destOrd="0" presId="urn:microsoft.com/office/officeart/2005/8/layout/hierarchy1"/>
    <dgm:cxn modelId="{22387A96-7925-4BEB-9058-BC4B05E0CED8}" srcId="{112089D7-DB56-44BC-9769-1386B4FD8DD8}" destId="{54932213-EAC8-4C7B-8F5A-20B5FBC1D941}" srcOrd="4" destOrd="0" parTransId="{1854CB00-7703-42BF-82BE-AD9229BEC4DB}" sibTransId="{0EF9BA69-3D14-4C07-9EC4-EF17AF4CB8AA}"/>
    <dgm:cxn modelId="{07865DAF-B6A7-4207-B55B-11139C2C0AEA}" type="presOf" srcId="{95BE5E79-368B-421E-B6A4-B44966A1B821}" destId="{8A3633AC-9F60-4D24-B7D7-A4F576164AE7}" srcOrd="0" destOrd="0" presId="urn:microsoft.com/office/officeart/2005/8/layout/hierarchy1"/>
    <dgm:cxn modelId="{384C3670-7A95-41B5-B791-D83806B4D897}" type="presOf" srcId="{1854CB00-7703-42BF-82BE-AD9229BEC4DB}" destId="{998B4BCF-9FBD-4FCE-BB21-5A3D17E90903}" srcOrd="0" destOrd="0" presId="urn:microsoft.com/office/officeart/2005/8/layout/hierarchy1"/>
    <dgm:cxn modelId="{773D38B8-FA6E-4BFF-90D4-AC08A278D36E}" srcId="{112089D7-DB56-44BC-9769-1386B4FD8DD8}" destId="{05E85DF6-84EF-4DC1-9C0E-24B15A1F4050}" srcOrd="3" destOrd="0" parTransId="{07BD20B2-5927-4CC2-B2C4-EDFB0FC32AB1}" sibTransId="{55DAB10F-2E9C-48C0-B311-092E6B97F4D9}"/>
    <dgm:cxn modelId="{40A8C383-E86D-426F-BCEF-F28D1FB007DC}" srcId="{112089D7-DB56-44BC-9769-1386B4FD8DD8}" destId="{540F6093-E2B1-4249-8072-8409C091A3ED}" srcOrd="1" destOrd="0" parTransId="{D13CE90B-C4F8-4028-B440-B8ABE71B85FC}" sibTransId="{EBB6C816-75BA-4032-A988-B826F38813AF}"/>
    <dgm:cxn modelId="{EA9B1ACF-7E62-417E-A623-965CF6ED7321}" type="presOf" srcId="{112089D7-DB56-44BC-9769-1386B4FD8DD8}" destId="{D2AE8700-D3E8-44E0-BB62-9DE2CB473E4A}" srcOrd="0" destOrd="0" presId="urn:microsoft.com/office/officeart/2005/8/layout/hierarchy1"/>
    <dgm:cxn modelId="{0EA50D54-958B-49BB-8E0A-F03679880DA3}" type="presOf" srcId="{60BA8DFA-FEE5-48B4-A53F-029D0609B0CD}" destId="{428A6ACB-E5E7-442F-8200-19708C8F65B6}" srcOrd="0" destOrd="0" presId="urn:microsoft.com/office/officeart/2005/8/layout/hierarchy1"/>
    <dgm:cxn modelId="{7F78788D-F213-488C-8A49-87CC7A3A9F2E}" type="presOf" srcId="{54932213-EAC8-4C7B-8F5A-20B5FBC1D941}" destId="{731A3CB4-A070-4FAC-BD0B-868C2474FF9D}" srcOrd="0" destOrd="0" presId="urn:microsoft.com/office/officeart/2005/8/layout/hierarchy1"/>
    <dgm:cxn modelId="{B3430DBA-E186-4FCD-B2C4-CD7B21228A60}" type="presOf" srcId="{07BD20B2-5927-4CC2-B2C4-EDFB0FC32AB1}" destId="{8BD446B4-F119-45FB-A8E7-0421E68F445C}" srcOrd="0" destOrd="0" presId="urn:microsoft.com/office/officeart/2005/8/layout/hierarchy1"/>
    <dgm:cxn modelId="{1D9A8C34-BFDA-42E8-8377-8A748F064279}" srcId="{3422E5BE-243F-4E67-B5EF-CAAE2A55258B}" destId="{112089D7-DB56-44BC-9769-1386B4FD8DD8}" srcOrd="0" destOrd="0" parTransId="{7FFA24F7-D3D7-4888-A6C8-7B320E8AFE28}" sibTransId="{087D71E9-F27E-4166-BAC2-D72957F22156}"/>
    <dgm:cxn modelId="{B85FAFAD-AA54-4AE4-806C-A6F36046BF64}" type="presOf" srcId="{3422E5BE-243F-4E67-B5EF-CAAE2A55258B}" destId="{E0C79B75-6F2A-427F-9973-B32F03D84D2F}" srcOrd="0" destOrd="0" presId="urn:microsoft.com/office/officeart/2005/8/layout/hierarchy1"/>
    <dgm:cxn modelId="{4A9BD15E-E88B-498C-84CA-510730E66F16}" type="presOf" srcId="{D13CE90B-C4F8-4028-B440-B8ABE71B85FC}" destId="{86F2D633-297E-4951-AA06-4E44F416ABDA}" srcOrd="0" destOrd="0" presId="urn:microsoft.com/office/officeart/2005/8/layout/hierarchy1"/>
    <dgm:cxn modelId="{86DBB410-298D-401D-90E8-A9B43AD28E43}" type="presOf" srcId="{05E85DF6-84EF-4DC1-9C0E-24B15A1F4050}" destId="{11A66BEE-7F4C-48E7-831F-7C888B7CC9C0}" srcOrd="0" destOrd="0" presId="urn:microsoft.com/office/officeart/2005/8/layout/hierarchy1"/>
    <dgm:cxn modelId="{97DE7FEC-2B6E-4211-AC10-8F275461FCE0}" srcId="{112089D7-DB56-44BC-9769-1386B4FD8DD8}" destId="{2DF08807-9752-4554-9C7B-82D630B55A19}" srcOrd="0" destOrd="0" parTransId="{60BA8DFA-FEE5-48B4-A53F-029D0609B0CD}" sibTransId="{97A99BCF-D153-44BA-9041-CA37C8107756}"/>
    <dgm:cxn modelId="{208A39F8-D02A-48E3-B697-1135D80124E5}" srcId="{112089D7-DB56-44BC-9769-1386B4FD8DD8}" destId="{5FDBDD60-7640-48EC-B68C-CE4840DB47FF}" srcOrd="2" destOrd="0" parTransId="{95BE5E79-368B-421E-B6A4-B44966A1B821}" sibTransId="{F4A78AD6-7DF1-4391-A1E6-35335579DB51}"/>
    <dgm:cxn modelId="{6F6F35E4-3949-4008-BF4E-D7F40B423EC3}" type="presParOf" srcId="{E0C79B75-6F2A-427F-9973-B32F03D84D2F}" destId="{7AA0E0BE-40B8-4955-B436-DC5C219F9F48}" srcOrd="0" destOrd="0" presId="urn:microsoft.com/office/officeart/2005/8/layout/hierarchy1"/>
    <dgm:cxn modelId="{870F16D5-1AE3-425A-8600-B354BE4AA8FE}" type="presParOf" srcId="{7AA0E0BE-40B8-4955-B436-DC5C219F9F48}" destId="{C811776F-A264-4DBA-85FE-D79EC3B0C6AD}" srcOrd="0" destOrd="0" presId="urn:microsoft.com/office/officeart/2005/8/layout/hierarchy1"/>
    <dgm:cxn modelId="{216CC90A-3D1C-4B0C-B946-273BD999608B}" type="presParOf" srcId="{C811776F-A264-4DBA-85FE-D79EC3B0C6AD}" destId="{79C7EE13-B1FF-4528-A70E-D56FA520B699}" srcOrd="0" destOrd="0" presId="urn:microsoft.com/office/officeart/2005/8/layout/hierarchy1"/>
    <dgm:cxn modelId="{7BD18392-2F18-40F1-9514-BAD3712D1D14}" type="presParOf" srcId="{C811776F-A264-4DBA-85FE-D79EC3B0C6AD}" destId="{D2AE8700-D3E8-44E0-BB62-9DE2CB473E4A}" srcOrd="1" destOrd="0" presId="urn:microsoft.com/office/officeart/2005/8/layout/hierarchy1"/>
    <dgm:cxn modelId="{4DA3D800-962F-4651-8886-B828827A3B9B}" type="presParOf" srcId="{7AA0E0BE-40B8-4955-B436-DC5C219F9F48}" destId="{9124FD63-A81C-4DC3-B1D5-E331F5FE3F8C}" srcOrd="1" destOrd="0" presId="urn:microsoft.com/office/officeart/2005/8/layout/hierarchy1"/>
    <dgm:cxn modelId="{0D9C571D-4E37-4CEC-9EF4-B28189281D78}" type="presParOf" srcId="{9124FD63-A81C-4DC3-B1D5-E331F5FE3F8C}" destId="{428A6ACB-E5E7-442F-8200-19708C8F65B6}" srcOrd="0" destOrd="0" presId="urn:microsoft.com/office/officeart/2005/8/layout/hierarchy1"/>
    <dgm:cxn modelId="{742939A3-2917-4B2C-BF4A-ED14486EDF0E}" type="presParOf" srcId="{9124FD63-A81C-4DC3-B1D5-E331F5FE3F8C}" destId="{15720497-A8AC-45A6-A885-76D1D5B961B4}" srcOrd="1" destOrd="0" presId="urn:microsoft.com/office/officeart/2005/8/layout/hierarchy1"/>
    <dgm:cxn modelId="{6D9EDE1A-852D-4CA2-9F6A-73E6EB9D3B9D}" type="presParOf" srcId="{15720497-A8AC-45A6-A885-76D1D5B961B4}" destId="{2CBF7715-EA5D-40A2-8842-ABDC1D5BCAD3}" srcOrd="0" destOrd="0" presId="urn:microsoft.com/office/officeart/2005/8/layout/hierarchy1"/>
    <dgm:cxn modelId="{4543D416-7A20-4C38-906C-0B816AE95B4F}" type="presParOf" srcId="{2CBF7715-EA5D-40A2-8842-ABDC1D5BCAD3}" destId="{6B2407FB-E314-49A4-B3D2-04A8D42F3540}" srcOrd="0" destOrd="0" presId="urn:microsoft.com/office/officeart/2005/8/layout/hierarchy1"/>
    <dgm:cxn modelId="{9EE74013-946A-4FBB-B84A-40736C0B63BF}" type="presParOf" srcId="{2CBF7715-EA5D-40A2-8842-ABDC1D5BCAD3}" destId="{23C94EED-A77F-4371-976F-B726170774FB}" srcOrd="1" destOrd="0" presId="urn:microsoft.com/office/officeart/2005/8/layout/hierarchy1"/>
    <dgm:cxn modelId="{4911A0FA-2B2C-4893-9926-078944726E0A}" type="presParOf" srcId="{15720497-A8AC-45A6-A885-76D1D5B961B4}" destId="{E660586D-1EC6-4579-BA6B-DD21B407B516}" srcOrd="1" destOrd="0" presId="urn:microsoft.com/office/officeart/2005/8/layout/hierarchy1"/>
    <dgm:cxn modelId="{40A4CEDB-14E5-4B07-9C2D-1E5D0985D753}" type="presParOf" srcId="{9124FD63-A81C-4DC3-B1D5-E331F5FE3F8C}" destId="{86F2D633-297E-4951-AA06-4E44F416ABDA}" srcOrd="2" destOrd="0" presId="urn:microsoft.com/office/officeart/2005/8/layout/hierarchy1"/>
    <dgm:cxn modelId="{A3102C1E-CE07-40A1-AF35-6F0AE6A18BDB}" type="presParOf" srcId="{9124FD63-A81C-4DC3-B1D5-E331F5FE3F8C}" destId="{C350DA14-FB4D-4FC2-BD52-5D6B8A39E729}" srcOrd="3" destOrd="0" presId="urn:microsoft.com/office/officeart/2005/8/layout/hierarchy1"/>
    <dgm:cxn modelId="{E89780BC-7B3E-414F-9690-688D1F9FB41B}" type="presParOf" srcId="{C350DA14-FB4D-4FC2-BD52-5D6B8A39E729}" destId="{9769DB49-F7DF-4C13-A316-6627FC058962}" srcOrd="0" destOrd="0" presId="urn:microsoft.com/office/officeart/2005/8/layout/hierarchy1"/>
    <dgm:cxn modelId="{D4D7A403-93DE-433E-8518-279DADE81E26}" type="presParOf" srcId="{9769DB49-F7DF-4C13-A316-6627FC058962}" destId="{40A92E27-C758-4281-8E6D-1E3EC3382CD2}" srcOrd="0" destOrd="0" presId="urn:microsoft.com/office/officeart/2005/8/layout/hierarchy1"/>
    <dgm:cxn modelId="{E0084325-4063-413D-897C-98437E1AF843}" type="presParOf" srcId="{9769DB49-F7DF-4C13-A316-6627FC058962}" destId="{31A065AE-CC0C-4A23-A523-53E691EEFFAB}" srcOrd="1" destOrd="0" presId="urn:microsoft.com/office/officeart/2005/8/layout/hierarchy1"/>
    <dgm:cxn modelId="{642268D6-60B6-4AF2-8E1C-A56FE7CDD9B9}" type="presParOf" srcId="{C350DA14-FB4D-4FC2-BD52-5D6B8A39E729}" destId="{CCE28BBB-DD72-4738-9B8E-8B124723AE03}" srcOrd="1" destOrd="0" presId="urn:microsoft.com/office/officeart/2005/8/layout/hierarchy1"/>
    <dgm:cxn modelId="{8901F42A-76BD-4C86-9204-6CF90AE8780F}" type="presParOf" srcId="{9124FD63-A81C-4DC3-B1D5-E331F5FE3F8C}" destId="{8A3633AC-9F60-4D24-B7D7-A4F576164AE7}" srcOrd="4" destOrd="0" presId="urn:microsoft.com/office/officeart/2005/8/layout/hierarchy1"/>
    <dgm:cxn modelId="{D230EFD8-9B7C-4228-BD5A-5BA66AC2CB54}" type="presParOf" srcId="{9124FD63-A81C-4DC3-B1D5-E331F5FE3F8C}" destId="{D2440653-CFA4-4A34-8B3A-735F9AACD0A0}" srcOrd="5" destOrd="0" presId="urn:microsoft.com/office/officeart/2005/8/layout/hierarchy1"/>
    <dgm:cxn modelId="{2CD21533-3BDA-4F31-9B14-C7751B6F0C4D}" type="presParOf" srcId="{D2440653-CFA4-4A34-8B3A-735F9AACD0A0}" destId="{5612E31E-7A9B-4D6D-A582-F45231322356}" srcOrd="0" destOrd="0" presId="urn:microsoft.com/office/officeart/2005/8/layout/hierarchy1"/>
    <dgm:cxn modelId="{95889101-6BF7-4364-B5CB-D6B2D28AB1C6}" type="presParOf" srcId="{5612E31E-7A9B-4D6D-A582-F45231322356}" destId="{3A14B81D-6501-4A9C-93E8-C0D8D63BD171}" srcOrd="0" destOrd="0" presId="urn:microsoft.com/office/officeart/2005/8/layout/hierarchy1"/>
    <dgm:cxn modelId="{DC0A814A-1B5D-4C3F-83A5-087BF99A0F17}" type="presParOf" srcId="{5612E31E-7A9B-4D6D-A582-F45231322356}" destId="{B78C52AA-2AA8-4804-A77E-DB1AB1A47534}" srcOrd="1" destOrd="0" presId="urn:microsoft.com/office/officeart/2005/8/layout/hierarchy1"/>
    <dgm:cxn modelId="{910E7C06-2E48-4A47-BBB0-2A01DF683B12}" type="presParOf" srcId="{D2440653-CFA4-4A34-8B3A-735F9AACD0A0}" destId="{CCC55B47-6F2A-43D8-8D89-49C353D0AD52}" srcOrd="1" destOrd="0" presId="urn:microsoft.com/office/officeart/2005/8/layout/hierarchy1"/>
    <dgm:cxn modelId="{4FD7996E-20C7-4D44-81BB-DD53E1D2B301}" type="presParOf" srcId="{9124FD63-A81C-4DC3-B1D5-E331F5FE3F8C}" destId="{8BD446B4-F119-45FB-A8E7-0421E68F445C}" srcOrd="6" destOrd="0" presId="urn:microsoft.com/office/officeart/2005/8/layout/hierarchy1"/>
    <dgm:cxn modelId="{203A7C25-401D-4D59-B592-C6069B64C54F}" type="presParOf" srcId="{9124FD63-A81C-4DC3-B1D5-E331F5FE3F8C}" destId="{C41DA4D6-6BDE-4E42-9571-434A34775D25}" srcOrd="7" destOrd="0" presId="urn:microsoft.com/office/officeart/2005/8/layout/hierarchy1"/>
    <dgm:cxn modelId="{63EFEFEF-B546-4FA4-9C74-B9DB72DFA6C3}" type="presParOf" srcId="{C41DA4D6-6BDE-4E42-9571-434A34775D25}" destId="{6CB68947-2035-4C23-A232-01298BF2BA8A}" srcOrd="0" destOrd="0" presId="urn:microsoft.com/office/officeart/2005/8/layout/hierarchy1"/>
    <dgm:cxn modelId="{42F06B9F-F943-49A7-ABF6-44DE57A8FFBD}" type="presParOf" srcId="{6CB68947-2035-4C23-A232-01298BF2BA8A}" destId="{662C3179-156C-489E-9269-4021721C5BBC}" srcOrd="0" destOrd="0" presId="urn:microsoft.com/office/officeart/2005/8/layout/hierarchy1"/>
    <dgm:cxn modelId="{5D86F991-317B-46A6-8B79-9489C22CCE53}" type="presParOf" srcId="{6CB68947-2035-4C23-A232-01298BF2BA8A}" destId="{11A66BEE-7F4C-48E7-831F-7C888B7CC9C0}" srcOrd="1" destOrd="0" presId="urn:microsoft.com/office/officeart/2005/8/layout/hierarchy1"/>
    <dgm:cxn modelId="{E6EEDB8E-8FB6-40B5-9B5F-DD299EE843A2}" type="presParOf" srcId="{C41DA4D6-6BDE-4E42-9571-434A34775D25}" destId="{103E67B3-D805-48C8-BBDD-C72E65F88DB6}" srcOrd="1" destOrd="0" presId="urn:microsoft.com/office/officeart/2005/8/layout/hierarchy1"/>
    <dgm:cxn modelId="{AADB4DF1-2F4C-449C-BC94-8BC32E644E75}" type="presParOf" srcId="{9124FD63-A81C-4DC3-B1D5-E331F5FE3F8C}" destId="{998B4BCF-9FBD-4FCE-BB21-5A3D17E90903}" srcOrd="8" destOrd="0" presId="urn:microsoft.com/office/officeart/2005/8/layout/hierarchy1"/>
    <dgm:cxn modelId="{133CBCE3-F70D-40E3-A5D1-60B2A52180FF}" type="presParOf" srcId="{9124FD63-A81C-4DC3-B1D5-E331F5FE3F8C}" destId="{7B4F0A4F-DFE4-4860-B429-B7335CA4D660}" srcOrd="9" destOrd="0" presId="urn:microsoft.com/office/officeart/2005/8/layout/hierarchy1"/>
    <dgm:cxn modelId="{5C0AC7C5-BCB8-4AF8-AF7E-3949C77FF268}" type="presParOf" srcId="{7B4F0A4F-DFE4-4860-B429-B7335CA4D660}" destId="{BEF7A9CF-BC03-44AC-A70F-DA3ABC6A6361}" srcOrd="0" destOrd="0" presId="urn:microsoft.com/office/officeart/2005/8/layout/hierarchy1"/>
    <dgm:cxn modelId="{94A522C8-A096-427F-80F0-23690D137248}" type="presParOf" srcId="{BEF7A9CF-BC03-44AC-A70F-DA3ABC6A6361}" destId="{54F0EE37-CCF6-4BB1-BA61-F96149AC3718}" srcOrd="0" destOrd="0" presId="urn:microsoft.com/office/officeart/2005/8/layout/hierarchy1"/>
    <dgm:cxn modelId="{37023CE2-6F9C-485F-BAD2-627228006112}" type="presParOf" srcId="{BEF7A9CF-BC03-44AC-A70F-DA3ABC6A6361}" destId="{731A3CB4-A070-4FAC-BD0B-868C2474FF9D}" srcOrd="1" destOrd="0" presId="urn:microsoft.com/office/officeart/2005/8/layout/hierarchy1"/>
    <dgm:cxn modelId="{9B549E7F-16D8-4658-8318-0A3215AA5837}" type="presParOf" srcId="{7B4F0A4F-DFE4-4860-B429-B7335CA4D660}" destId="{04883043-1DD8-4A05-98FB-B40D2BEF7E3C}"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422E5BE-243F-4E67-B5EF-CAAE2A55258B}" type="doc">
      <dgm:prSet loTypeId="urn:microsoft.com/office/officeart/2005/8/layout/hierarchy1" loCatId="hierarchy" qsTypeId="urn:microsoft.com/office/officeart/2005/8/quickstyle/simple1" qsCatId="simple" csTypeId="urn:microsoft.com/office/officeart/2005/8/colors/colorful3" csCatId="colorful" phldr="1"/>
      <dgm:spPr/>
      <dgm:t>
        <a:bodyPr/>
        <a:lstStyle/>
        <a:p>
          <a:endParaRPr lang="en-GB"/>
        </a:p>
      </dgm:t>
    </dgm:pt>
    <dgm:pt modelId="{112089D7-DB56-44BC-9769-1386B4FD8DD8}">
      <dgm:prSet phldrT="[Text]"/>
      <dgm:spPr/>
      <dgm:t>
        <a:bodyPr/>
        <a:lstStyle/>
        <a:p>
          <a:r>
            <a:rPr lang="en-GB" dirty="0" smtClean="0">
              <a:latin typeface="Corbel" panose="020B0503020204020204" pitchFamily="34" charset="0"/>
            </a:rPr>
            <a:t>Extended BPMN</a:t>
          </a:r>
          <a:endParaRPr lang="en-GB" dirty="0">
            <a:latin typeface="Corbel" panose="020B0503020204020204" pitchFamily="34" charset="0"/>
          </a:endParaRPr>
        </a:p>
      </dgm:t>
    </dgm:pt>
    <dgm:pt modelId="{7FFA24F7-D3D7-4888-A6C8-7B320E8AFE28}" type="parTrans" cxnId="{1D9A8C34-BFDA-42E8-8377-8A748F064279}">
      <dgm:prSet/>
      <dgm:spPr/>
      <dgm:t>
        <a:bodyPr/>
        <a:lstStyle/>
        <a:p>
          <a:endParaRPr lang="en-GB"/>
        </a:p>
      </dgm:t>
    </dgm:pt>
    <dgm:pt modelId="{087D71E9-F27E-4166-BAC2-D72957F22156}" type="sibTrans" cxnId="{1D9A8C34-BFDA-42E8-8377-8A748F064279}">
      <dgm:prSet/>
      <dgm:spPr/>
      <dgm:t>
        <a:bodyPr/>
        <a:lstStyle/>
        <a:p>
          <a:endParaRPr lang="en-GB"/>
        </a:p>
      </dgm:t>
    </dgm:pt>
    <dgm:pt modelId="{2DF08807-9752-4554-9C7B-82D630B55A19}">
      <dgm:prSet phldrT="[Text]"/>
      <dgm:spPr>
        <a:solidFill>
          <a:schemeClr val="bg1">
            <a:alpha val="90000"/>
          </a:schemeClr>
        </a:solidFill>
        <a:ln>
          <a:solidFill>
            <a:schemeClr val="accent4"/>
          </a:solidFill>
        </a:ln>
      </dgm:spPr>
      <dgm:t>
        <a:bodyPr/>
        <a:lstStyle/>
        <a:p>
          <a:r>
            <a:rPr lang="en-GB" dirty="0" smtClean="0">
              <a:latin typeface="Corbel" panose="020B0503020204020204" pitchFamily="34" charset="0"/>
            </a:rPr>
            <a:t>Process</a:t>
          </a:r>
          <a:endParaRPr lang="en-GB" dirty="0">
            <a:latin typeface="Corbel" panose="020B0503020204020204" pitchFamily="34" charset="0"/>
          </a:endParaRPr>
        </a:p>
      </dgm:t>
    </dgm:pt>
    <dgm:pt modelId="{60BA8DFA-FEE5-48B4-A53F-029D0609B0CD}" type="parTrans" cxnId="{97DE7FEC-2B6E-4211-AC10-8F275461FCE0}">
      <dgm:prSet/>
      <dgm:spPr/>
      <dgm:t>
        <a:bodyPr/>
        <a:lstStyle/>
        <a:p>
          <a:endParaRPr lang="en-GB"/>
        </a:p>
      </dgm:t>
    </dgm:pt>
    <dgm:pt modelId="{97A99BCF-D153-44BA-9041-CA37C8107756}" type="sibTrans" cxnId="{97DE7FEC-2B6E-4211-AC10-8F275461FCE0}">
      <dgm:prSet/>
      <dgm:spPr/>
      <dgm:t>
        <a:bodyPr/>
        <a:lstStyle/>
        <a:p>
          <a:endParaRPr lang="en-GB"/>
        </a:p>
      </dgm:t>
    </dgm:pt>
    <dgm:pt modelId="{5FDBDD60-7640-48EC-B68C-CE4840DB47FF}">
      <dgm:prSet phldrT="[Text]"/>
      <dgm:spPr>
        <a:ln>
          <a:solidFill>
            <a:schemeClr val="accent4"/>
          </a:solidFill>
        </a:ln>
      </dgm:spPr>
      <dgm:t>
        <a:bodyPr/>
        <a:lstStyle/>
        <a:p>
          <a:r>
            <a:rPr lang="en-GB" dirty="0" smtClean="0">
              <a:latin typeface="Corbel" panose="020B0503020204020204" pitchFamily="34" charset="0"/>
            </a:rPr>
            <a:t>Activity</a:t>
          </a:r>
          <a:endParaRPr lang="en-GB" dirty="0">
            <a:latin typeface="Corbel" panose="020B0503020204020204" pitchFamily="34" charset="0"/>
          </a:endParaRPr>
        </a:p>
      </dgm:t>
    </dgm:pt>
    <dgm:pt modelId="{95BE5E79-368B-421E-B6A4-B44966A1B821}" type="parTrans" cxnId="{208A39F8-D02A-48E3-B697-1135D80124E5}">
      <dgm:prSet/>
      <dgm:spPr/>
      <dgm:t>
        <a:bodyPr/>
        <a:lstStyle/>
        <a:p>
          <a:endParaRPr lang="en-GB"/>
        </a:p>
      </dgm:t>
    </dgm:pt>
    <dgm:pt modelId="{F4A78AD6-7DF1-4391-A1E6-35335579DB51}" type="sibTrans" cxnId="{208A39F8-D02A-48E3-B697-1135D80124E5}">
      <dgm:prSet/>
      <dgm:spPr/>
      <dgm:t>
        <a:bodyPr/>
        <a:lstStyle/>
        <a:p>
          <a:endParaRPr lang="en-GB"/>
        </a:p>
      </dgm:t>
    </dgm:pt>
    <dgm:pt modelId="{05E85DF6-84EF-4DC1-9C0E-24B15A1F4050}">
      <dgm:prSet/>
      <dgm:spPr>
        <a:ln w="25400">
          <a:solidFill>
            <a:schemeClr val="tx1"/>
          </a:solidFill>
        </a:ln>
      </dgm:spPr>
      <dgm:t>
        <a:bodyPr/>
        <a:lstStyle/>
        <a:p>
          <a:r>
            <a:rPr lang="en-GB" dirty="0" smtClean="0">
              <a:latin typeface="Corbel" panose="020B0503020204020204" pitchFamily="34" charset="0"/>
            </a:rPr>
            <a:t>Data</a:t>
          </a:r>
          <a:endParaRPr lang="en-GB" dirty="0">
            <a:latin typeface="Corbel" panose="020B0503020204020204" pitchFamily="34" charset="0"/>
          </a:endParaRPr>
        </a:p>
      </dgm:t>
    </dgm:pt>
    <dgm:pt modelId="{07BD20B2-5927-4CC2-B2C4-EDFB0FC32AB1}" type="parTrans" cxnId="{773D38B8-FA6E-4BFF-90D4-AC08A278D36E}">
      <dgm:prSet/>
      <dgm:spPr/>
      <dgm:t>
        <a:bodyPr/>
        <a:lstStyle/>
        <a:p>
          <a:endParaRPr lang="en-GB"/>
        </a:p>
      </dgm:t>
    </dgm:pt>
    <dgm:pt modelId="{55DAB10F-2E9C-48C0-B311-092E6B97F4D9}" type="sibTrans" cxnId="{773D38B8-FA6E-4BFF-90D4-AC08A278D36E}">
      <dgm:prSet/>
      <dgm:spPr/>
      <dgm:t>
        <a:bodyPr/>
        <a:lstStyle/>
        <a:p>
          <a:endParaRPr lang="en-GB"/>
        </a:p>
      </dgm:t>
    </dgm:pt>
    <dgm:pt modelId="{54932213-EAC8-4C7B-8F5A-20B5FBC1D941}">
      <dgm:prSet/>
      <dgm:spPr/>
      <dgm:t>
        <a:bodyPr/>
        <a:lstStyle/>
        <a:p>
          <a:r>
            <a:rPr lang="en-GB" dirty="0" smtClean="0">
              <a:latin typeface="Corbel" panose="020B0503020204020204" pitchFamily="34" charset="0"/>
            </a:rPr>
            <a:t>User role</a:t>
          </a:r>
          <a:endParaRPr lang="en-GB" dirty="0">
            <a:latin typeface="Corbel" panose="020B0503020204020204" pitchFamily="34" charset="0"/>
          </a:endParaRPr>
        </a:p>
      </dgm:t>
    </dgm:pt>
    <dgm:pt modelId="{1854CB00-7703-42BF-82BE-AD9229BEC4DB}" type="parTrans" cxnId="{22387A96-7925-4BEB-9058-BC4B05E0CED8}">
      <dgm:prSet/>
      <dgm:spPr/>
      <dgm:t>
        <a:bodyPr/>
        <a:lstStyle/>
        <a:p>
          <a:endParaRPr lang="en-GB"/>
        </a:p>
      </dgm:t>
    </dgm:pt>
    <dgm:pt modelId="{0EF9BA69-3D14-4C07-9EC4-EF17AF4CB8AA}" type="sibTrans" cxnId="{22387A96-7925-4BEB-9058-BC4B05E0CED8}">
      <dgm:prSet/>
      <dgm:spPr/>
      <dgm:t>
        <a:bodyPr/>
        <a:lstStyle/>
        <a:p>
          <a:endParaRPr lang="en-GB"/>
        </a:p>
      </dgm:t>
    </dgm:pt>
    <dgm:pt modelId="{540F6093-E2B1-4249-8072-8409C091A3ED}">
      <dgm:prSet/>
      <dgm:spPr>
        <a:ln>
          <a:solidFill>
            <a:schemeClr val="accent4"/>
          </a:solidFill>
        </a:ln>
      </dgm:spPr>
      <dgm:t>
        <a:bodyPr/>
        <a:lstStyle/>
        <a:p>
          <a:r>
            <a:rPr lang="en-GB" dirty="0" smtClean="0">
              <a:latin typeface="Corbel" panose="020B0503020204020204" pitchFamily="34" charset="0"/>
            </a:rPr>
            <a:t>Goal</a:t>
          </a:r>
          <a:endParaRPr lang="en-GB" dirty="0">
            <a:latin typeface="Corbel" panose="020B0503020204020204" pitchFamily="34" charset="0"/>
          </a:endParaRPr>
        </a:p>
      </dgm:t>
    </dgm:pt>
    <dgm:pt modelId="{D13CE90B-C4F8-4028-B440-B8ABE71B85FC}" type="parTrans" cxnId="{40A8C383-E86D-426F-BCEF-F28D1FB007DC}">
      <dgm:prSet/>
      <dgm:spPr/>
      <dgm:t>
        <a:bodyPr/>
        <a:lstStyle/>
        <a:p>
          <a:endParaRPr lang="en-GB"/>
        </a:p>
      </dgm:t>
    </dgm:pt>
    <dgm:pt modelId="{EBB6C816-75BA-4032-A988-B826F38813AF}" type="sibTrans" cxnId="{40A8C383-E86D-426F-BCEF-F28D1FB007DC}">
      <dgm:prSet/>
      <dgm:spPr/>
      <dgm:t>
        <a:bodyPr/>
        <a:lstStyle/>
        <a:p>
          <a:endParaRPr lang="en-GB"/>
        </a:p>
      </dgm:t>
    </dgm:pt>
    <dgm:pt modelId="{E0C79B75-6F2A-427F-9973-B32F03D84D2F}" type="pres">
      <dgm:prSet presAssocID="{3422E5BE-243F-4E67-B5EF-CAAE2A55258B}" presName="hierChild1" presStyleCnt="0">
        <dgm:presLayoutVars>
          <dgm:chPref val="1"/>
          <dgm:dir/>
          <dgm:animOne val="branch"/>
          <dgm:animLvl val="lvl"/>
          <dgm:resizeHandles/>
        </dgm:presLayoutVars>
      </dgm:prSet>
      <dgm:spPr/>
      <dgm:t>
        <a:bodyPr/>
        <a:lstStyle/>
        <a:p>
          <a:endParaRPr lang="en-GB"/>
        </a:p>
      </dgm:t>
    </dgm:pt>
    <dgm:pt modelId="{7AA0E0BE-40B8-4955-B436-DC5C219F9F48}" type="pres">
      <dgm:prSet presAssocID="{112089D7-DB56-44BC-9769-1386B4FD8DD8}" presName="hierRoot1" presStyleCnt="0"/>
      <dgm:spPr/>
    </dgm:pt>
    <dgm:pt modelId="{C811776F-A264-4DBA-85FE-D79EC3B0C6AD}" type="pres">
      <dgm:prSet presAssocID="{112089D7-DB56-44BC-9769-1386B4FD8DD8}" presName="composite" presStyleCnt="0"/>
      <dgm:spPr/>
    </dgm:pt>
    <dgm:pt modelId="{79C7EE13-B1FF-4528-A70E-D56FA520B699}" type="pres">
      <dgm:prSet presAssocID="{112089D7-DB56-44BC-9769-1386B4FD8DD8}" presName="background" presStyleLbl="node0" presStyleIdx="0" presStyleCnt="1"/>
      <dgm:spPr/>
    </dgm:pt>
    <dgm:pt modelId="{D2AE8700-D3E8-44E0-BB62-9DE2CB473E4A}" type="pres">
      <dgm:prSet presAssocID="{112089D7-DB56-44BC-9769-1386B4FD8DD8}" presName="text" presStyleLbl="fgAcc0" presStyleIdx="0" presStyleCnt="1">
        <dgm:presLayoutVars>
          <dgm:chPref val="3"/>
        </dgm:presLayoutVars>
      </dgm:prSet>
      <dgm:spPr/>
      <dgm:t>
        <a:bodyPr/>
        <a:lstStyle/>
        <a:p>
          <a:endParaRPr lang="en-GB"/>
        </a:p>
      </dgm:t>
    </dgm:pt>
    <dgm:pt modelId="{9124FD63-A81C-4DC3-B1D5-E331F5FE3F8C}" type="pres">
      <dgm:prSet presAssocID="{112089D7-DB56-44BC-9769-1386B4FD8DD8}" presName="hierChild2" presStyleCnt="0"/>
      <dgm:spPr/>
    </dgm:pt>
    <dgm:pt modelId="{428A6ACB-E5E7-442F-8200-19708C8F65B6}" type="pres">
      <dgm:prSet presAssocID="{60BA8DFA-FEE5-48B4-A53F-029D0609B0CD}" presName="Name10" presStyleLbl="parChTrans1D2" presStyleIdx="0" presStyleCnt="5"/>
      <dgm:spPr/>
      <dgm:t>
        <a:bodyPr/>
        <a:lstStyle/>
        <a:p>
          <a:endParaRPr lang="en-GB"/>
        </a:p>
      </dgm:t>
    </dgm:pt>
    <dgm:pt modelId="{15720497-A8AC-45A6-A885-76D1D5B961B4}" type="pres">
      <dgm:prSet presAssocID="{2DF08807-9752-4554-9C7B-82D630B55A19}" presName="hierRoot2" presStyleCnt="0"/>
      <dgm:spPr/>
    </dgm:pt>
    <dgm:pt modelId="{2CBF7715-EA5D-40A2-8842-ABDC1D5BCAD3}" type="pres">
      <dgm:prSet presAssocID="{2DF08807-9752-4554-9C7B-82D630B55A19}" presName="composite2" presStyleCnt="0"/>
      <dgm:spPr/>
    </dgm:pt>
    <dgm:pt modelId="{6B2407FB-E314-49A4-B3D2-04A8D42F3540}" type="pres">
      <dgm:prSet presAssocID="{2DF08807-9752-4554-9C7B-82D630B55A19}" presName="background2" presStyleLbl="node2" presStyleIdx="0" presStyleCnt="5"/>
      <dgm:spPr/>
    </dgm:pt>
    <dgm:pt modelId="{23C94EED-A77F-4371-976F-B726170774FB}" type="pres">
      <dgm:prSet presAssocID="{2DF08807-9752-4554-9C7B-82D630B55A19}" presName="text2" presStyleLbl="fgAcc2" presStyleIdx="0" presStyleCnt="5">
        <dgm:presLayoutVars>
          <dgm:chPref val="3"/>
        </dgm:presLayoutVars>
      </dgm:prSet>
      <dgm:spPr/>
      <dgm:t>
        <a:bodyPr/>
        <a:lstStyle/>
        <a:p>
          <a:endParaRPr lang="en-GB"/>
        </a:p>
      </dgm:t>
    </dgm:pt>
    <dgm:pt modelId="{E660586D-1EC6-4579-BA6B-DD21B407B516}" type="pres">
      <dgm:prSet presAssocID="{2DF08807-9752-4554-9C7B-82D630B55A19}" presName="hierChild3" presStyleCnt="0"/>
      <dgm:spPr/>
    </dgm:pt>
    <dgm:pt modelId="{86F2D633-297E-4951-AA06-4E44F416ABDA}" type="pres">
      <dgm:prSet presAssocID="{D13CE90B-C4F8-4028-B440-B8ABE71B85FC}" presName="Name10" presStyleLbl="parChTrans1D2" presStyleIdx="1" presStyleCnt="5"/>
      <dgm:spPr/>
      <dgm:t>
        <a:bodyPr/>
        <a:lstStyle/>
        <a:p>
          <a:endParaRPr lang="en-GB"/>
        </a:p>
      </dgm:t>
    </dgm:pt>
    <dgm:pt modelId="{C350DA14-FB4D-4FC2-BD52-5D6B8A39E729}" type="pres">
      <dgm:prSet presAssocID="{540F6093-E2B1-4249-8072-8409C091A3ED}" presName="hierRoot2" presStyleCnt="0"/>
      <dgm:spPr/>
    </dgm:pt>
    <dgm:pt modelId="{9769DB49-F7DF-4C13-A316-6627FC058962}" type="pres">
      <dgm:prSet presAssocID="{540F6093-E2B1-4249-8072-8409C091A3ED}" presName="composite2" presStyleCnt="0"/>
      <dgm:spPr/>
    </dgm:pt>
    <dgm:pt modelId="{40A92E27-C758-4281-8E6D-1E3EC3382CD2}" type="pres">
      <dgm:prSet presAssocID="{540F6093-E2B1-4249-8072-8409C091A3ED}" presName="background2" presStyleLbl="node2" presStyleIdx="1" presStyleCnt="5"/>
      <dgm:spPr/>
    </dgm:pt>
    <dgm:pt modelId="{31A065AE-CC0C-4A23-A523-53E691EEFFAB}" type="pres">
      <dgm:prSet presAssocID="{540F6093-E2B1-4249-8072-8409C091A3ED}" presName="text2" presStyleLbl="fgAcc2" presStyleIdx="1" presStyleCnt="5" custLinFactX="22831" custLinFactNeighborX="100000" custLinFactNeighborY="-2530">
        <dgm:presLayoutVars>
          <dgm:chPref val="3"/>
        </dgm:presLayoutVars>
      </dgm:prSet>
      <dgm:spPr/>
      <dgm:t>
        <a:bodyPr/>
        <a:lstStyle/>
        <a:p>
          <a:endParaRPr lang="en-GB"/>
        </a:p>
      </dgm:t>
    </dgm:pt>
    <dgm:pt modelId="{CCE28BBB-DD72-4738-9B8E-8B124723AE03}" type="pres">
      <dgm:prSet presAssocID="{540F6093-E2B1-4249-8072-8409C091A3ED}" presName="hierChild3" presStyleCnt="0"/>
      <dgm:spPr/>
    </dgm:pt>
    <dgm:pt modelId="{8A3633AC-9F60-4D24-B7D7-A4F576164AE7}" type="pres">
      <dgm:prSet presAssocID="{95BE5E79-368B-421E-B6A4-B44966A1B821}" presName="Name10" presStyleLbl="parChTrans1D2" presStyleIdx="2" presStyleCnt="5"/>
      <dgm:spPr/>
      <dgm:t>
        <a:bodyPr/>
        <a:lstStyle/>
        <a:p>
          <a:endParaRPr lang="en-GB"/>
        </a:p>
      </dgm:t>
    </dgm:pt>
    <dgm:pt modelId="{D2440653-CFA4-4A34-8B3A-735F9AACD0A0}" type="pres">
      <dgm:prSet presAssocID="{5FDBDD60-7640-48EC-B68C-CE4840DB47FF}" presName="hierRoot2" presStyleCnt="0"/>
      <dgm:spPr/>
    </dgm:pt>
    <dgm:pt modelId="{5612E31E-7A9B-4D6D-A582-F45231322356}" type="pres">
      <dgm:prSet presAssocID="{5FDBDD60-7640-48EC-B68C-CE4840DB47FF}" presName="composite2" presStyleCnt="0"/>
      <dgm:spPr/>
    </dgm:pt>
    <dgm:pt modelId="{3A14B81D-6501-4A9C-93E8-C0D8D63BD171}" type="pres">
      <dgm:prSet presAssocID="{5FDBDD60-7640-48EC-B68C-CE4840DB47FF}" presName="background2" presStyleLbl="node2" presStyleIdx="2" presStyleCnt="5"/>
      <dgm:spPr/>
    </dgm:pt>
    <dgm:pt modelId="{B78C52AA-2AA8-4804-A77E-DB1AB1A47534}" type="pres">
      <dgm:prSet presAssocID="{5FDBDD60-7640-48EC-B68C-CE4840DB47FF}" presName="text2" presStyleLbl="fgAcc2" presStyleIdx="2" presStyleCnt="5" custLinFactX="-24175" custLinFactNeighborX="-100000" custLinFactNeighborY="-2530">
        <dgm:presLayoutVars>
          <dgm:chPref val="3"/>
        </dgm:presLayoutVars>
      </dgm:prSet>
      <dgm:spPr/>
      <dgm:t>
        <a:bodyPr/>
        <a:lstStyle/>
        <a:p>
          <a:endParaRPr lang="en-GB"/>
        </a:p>
      </dgm:t>
    </dgm:pt>
    <dgm:pt modelId="{CCC55B47-6F2A-43D8-8D89-49C353D0AD52}" type="pres">
      <dgm:prSet presAssocID="{5FDBDD60-7640-48EC-B68C-CE4840DB47FF}" presName="hierChild3" presStyleCnt="0"/>
      <dgm:spPr/>
    </dgm:pt>
    <dgm:pt modelId="{8BD446B4-F119-45FB-A8E7-0421E68F445C}" type="pres">
      <dgm:prSet presAssocID="{07BD20B2-5927-4CC2-B2C4-EDFB0FC32AB1}" presName="Name10" presStyleLbl="parChTrans1D2" presStyleIdx="3" presStyleCnt="5"/>
      <dgm:spPr/>
      <dgm:t>
        <a:bodyPr/>
        <a:lstStyle/>
        <a:p>
          <a:endParaRPr lang="en-GB"/>
        </a:p>
      </dgm:t>
    </dgm:pt>
    <dgm:pt modelId="{C41DA4D6-6BDE-4E42-9571-434A34775D25}" type="pres">
      <dgm:prSet presAssocID="{05E85DF6-84EF-4DC1-9C0E-24B15A1F4050}" presName="hierRoot2" presStyleCnt="0"/>
      <dgm:spPr/>
    </dgm:pt>
    <dgm:pt modelId="{6CB68947-2035-4C23-A232-01298BF2BA8A}" type="pres">
      <dgm:prSet presAssocID="{05E85DF6-84EF-4DC1-9C0E-24B15A1F4050}" presName="composite2" presStyleCnt="0"/>
      <dgm:spPr/>
    </dgm:pt>
    <dgm:pt modelId="{662C3179-156C-489E-9269-4021721C5BBC}" type="pres">
      <dgm:prSet presAssocID="{05E85DF6-84EF-4DC1-9C0E-24B15A1F4050}" presName="background2" presStyleLbl="node2" presStyleIdx="3" presStyleCnt="5"/>
      <dgm:spPr>
        <a:solidFill>
          <a:schemeClr val="accent2"/>
        </a:solidFill>
      </dgm:spPr>
      <dgm:t>
        <a:bodyPr/>
        <a:lstStyle/>
        <a:p>
          <a:endParaRPr lang="en-GB"/>
        </a:p>
      </dgm:t>
    </dgm:pt>
    <dgm:pt modelId="{11A66BEE-7F4C-48E7-831F-7C888B7CC9C0}" type="pres">
      <dgm:prSet presAssocID="{05E85DF6-84EF-4DC1-9C0E-24B15A1F4050}" presName="text2" presStyleLbl="fgAcc2" presStyleIdx="3" presStyleCnt="5">
        <dgm:presLayoutVars>
          <dgm:chPref val="3"/>
        </dgm:presLayoutVars>
      </dgm:prSet>
      <dgm:spPr/>
      <dgm:t>
        <a:bodyPr/>
        <a:lstStyle/>
        <a:p>
          <a:endParaRPr lang="en-GB"/>
        </a:p>
      </dgm:t>
    </dgm:pt>
    <dgm:pt modelId="{103E67B3-D805-48C8-BBDD-C72E65F88DB6}" type="pres">
      <dgm:prSet presAssocID="{05E85DF6-84EF-4DC1-9C0E-24B15A1F4050}" presName="hierChild3" presStyleCnt="0"/>
      <dgm:spPr/>
    </dgm:pt>
    <dgm:pt modelId="{998B4BCF-9FBD-4FCE-BB21-5A3D17E90903}" type="pres">
      <dgm:prSet presAssocID="{1854CB00-7703-42BF-82BE-AD9229BEC4DB}" presName="Name10" presStyleLbl="parChTrans1D2" presStyleIdx="4" presStyleCnt="5"/>
      <dgm:spPr/>
      <dgm:t>
        <a:bodyPr/>
        <a:lstStyle/>
        <a:p>
          <a:endParaRPr lang="en-GB"/>
        </a:p>
      </dgm:t>
    </dgm:pt>
    <dgm:pt modelId="{7B4F0A4F-DFE4-4860-B429-B7335CA4D660}" type="pres">
      <dgm:prSet presAssocID="{54932213-EAC8-4C7B-8F5A-20B5FBC1D941}" presName="hierRoot2" presStyleCnt="0"/>
      <dgm:spPr/>
    </dgm:pt>
    <dgm:pt modelId="{BEF7A9CF-BC03-44AC-A70F-DA3ABC6A6361}" type="pres">
      <dgm:prSet presAssocID="{54932213-EAC8-4C7B-8F5A-20B5FBC1D941}" presName="composite2" presStyleCnt="0"/>
      <dgm:spPr/>
    </dgm:pt>
    <dgm:pt modelId="{54F0EE37-CCF6-4BB1-BA61-F96149AC3718}" type="pres">
      <dgm:prSet presAssocID="{54932213-EAC8-4C7B-8F5A-20B5FBC1D941}" presName="background2" presStyleLbl="node2" presStyleIdx="4" presStyleCnt="5"/>
      <dgm:spPr/>
    </dgm:pt>
    <dgm:pt modelId="{731A3CB4-A070-4FAC-BD0B-868C2474FF9D}" type="pres">
      <dgm:prSet presAssocID="{54932213-EAC8-4C7B-8F5A-20B5FBC1D941}" presName="text2" presStyleLbl="fgAcc2" presStyleIdx="4" presStyleCnt="5">
        <dgm:presLayoutVars>
          <dgm:chPref val="3"/>
        </dgm:presLayoutVars>
      </dgm:prSet>
      <dgm:spPr/>
      <dgm:t>
        <a:bodyPr/>
        <a:lstStyle/>
        <a:p>
          <a:endParaRPr lang="en-GB"/>
        </a:p>
      </dgm:t>
    </dgm:pt>
    <dgm:pt modelId="{04883043-1DD8-4A05-98FB-B40D2BEF7E3C}" type="pres">
      <dgm:prSet presAssocID="{54932213-EAC8-4C7B-8F5A-20B5FBC1D941}" presName="hierChild3" presStyleCnt="0"/>
      <dgm:spPr/>
    </dgm:pt>
  </dgm:ptLst>
  <dgm:cxnLst>
    <dgm:cxn modelId="{22387A96-7925-4BEB-9058-BC4B05E0CED8}" srcId="{112089D7-DB56-44BC-9769-1386B4FD8DD8}" destId="{54932213-EAC8-4C7B-8F5A-20B5FBC1D941}" srcOrd="4" destOrd="0" parTransId="{1854CB00-7703-42BF-82BE-AD9229BEC4DB}" sibTransId="{0EF9BA69-3D14-4C07-9EC4-EF17AF4CB8AA}"/>
    <dgm:cxn modelId="{082B2246-8776-4787-B263-AB1143C4EAA4}" type="presOf" srcId="{112089D7-DB56-44BC-9769-1386B4FD8DD8}" destId="{D2AE8700-D3E8-44E0-BB62-9DE2CB473E4A}" srcOrd="0" destOrd="0" presId="urn:microsoft.com/office/officeart/2005/8/layout/hierarchy1"/>
    <dgm:cxn modelId="{97DE7FEC-2B6E-4211-AC10-8F275461FCE0}" srcId="{112089D7-DB56-44BC-9769-1386B4FD8DD8}" destId="{2DF08807-9752-4554-9C7B-82D630B55A19}" srcOrd="0" destOrd="0" parTransId="{60BA8DFA-FEE5-48B4-A53F-029D0609B0CD}" sibTransId="{97A99BCF-D153-44BA-9041-CA37C8107756}"/>
    <dgm:cxn modelId="{20E0BB27-986B-42F5-A891-F56168535044}" type="presOf" srcId="{D13CE90B-C4F8-4028-B440-B8ABE71B85FC}" destId="{86F2D633-297E-4951-AA06-4E44F416ABDA}" srcOrd="0" destOrd="0" presId="urn:microsoft.com/office/officeart/2005/8/layout/hierarchy1"/>
    <dgm:cxn modelId="{773D38B8-FA6E-4BFF-90D4-AC08A278D36E}" srcId="{112089D7-DB56-44BC-9769-1386B4FD8DD8}" destId="{05E85DF6-84EF-4DC1-9C0E-24B15A1F4050}" srcOrd="3" destOrd="0" parTransId="{07BD20B2-5927-4CC2-B2C4-EDFB0FC32AB1}" sibTransId="{55DAB10F-2E9C-48C0-B311-092E6B97F4D9}"/>
    <dgm:cxn modelId="{0BD01ED8-5AE3-4F81-A485-C717CFC3D180}" type="presOf" srcId="{540F6093-E2B1-4249-8072-8409C091A3ED}" destId="{31A065AE-CC0C-4A23-A523-53E691EEFFAB}" srcOrd="0" destOrd="0" presId="urn:microsoft.com/office/officeart/2005/8/layout/hierarchy1"/>
    <dgm:cxn modelId="{6AA1166A-2894-4EDD-8FB5-5F7F2110D66A}" type="presOf" srcId="{3422E5BE-243F-4E67-B5EF-CAAE2A55258B}" destId="{E0C79B75-6F2A-427F-9973-B32F03D84D2F}" srcOrd="0" destOrd="0" presId="urn:microsoft.com/office/officeart/2005/8/layout/hierarchy1"/>
    <dgm:cxn modelId="{373746AC-3E34-4568-BFE5-413665507954}" type="presOf" srcId="{95BE5E79-368B-421E-B6A4-B44966A1B821}" destId="{8A3633AC-9F60-4D24-B7D7-A4F576164AE7}" srcOrd="0" destOrd="0" presId="urn:microsoft.com/office/officeart/2005/8/layout/hierarchy1"/>
    <dgm:cxn modelId="{A590BF9B-0FE4-458D-9AC2-76886CEC9C60}" type="presOf" srcId="{60BA8DFA-FEE5-48B4-A53F-029D0609B0CD}" destId="{428A6ACB-E5E7-442F-8200-19708C8F65B6}" srcOrd="0" destOrd="0" presId="urn:microsoft.com/office/officeart/2005/8/layout/hierarchy1"/>
    <dgm:cxn modelId="{ED8D9BA7-C97E-4117-B2A3-A2565DD489D8}" type="presOf" srcId="{54932213-EAC8-4C7B-8F5A-20B5FBC1D941}" destId="{731A3CB4-A070-4FAC-BD0B-868C2474FF9D}" srcOrd="0" destOrd="0" presId="urn:microsoft.com/office/officeart/2005/8/layout/hierarchy1"/>
    <dgm:cxn modelId="{E7E86070-3EDA-4FCF-940F-00680E4B3A31}" type="presOf" srcId="{07BD20B2-5927-4CC2-B2C4-EDFB0FC32AB1}" destId="{8BD446B4-F119-45FB-A8E7-0421E68F445C}" srcOrd="0" destOrd="0" presId="urn:microsoft.com/office/officeart/2005/8/layout/hierarchy1"/>
    <dgm:cxn modelId="{9ADF50DE-C5B9-4A94-B18E-FF9110218370}" type="presOf" srcId="{1854CB00-7703-42BF-82BE-AD9229BEC4DB}" destId="{998B4BCF-9FBD-4FCE-BB21-5A3D17E90903}" srcOrd="0" destOrd="0" presId="urn:microsoft.com/office/officeart/2005/8/layout/hierarchy1"/>
    <dgm:cxn modelId="{208A39F8-D02A-48E3-B697-1135D80124E5}" srcId="{112089D7-DB56-44BC-9769-1386B4FD8DD8}" destId="{5FDBDD60-7640-48EC-B68C-CE4840DB47FF}" srcOrd="2" destOrd="0" parTransId="{95BE5E79-368B-421E-B6A4-B44966A1B821}" sibTransId="{F4A78AD6-7DF1-4391-A1E6-35335579DB51}"/>
    <dgm:cxn modelId="{1D9A8C34-BFDA-42E8-8377-8A748F064279}" srcId="{3422E5BE-243F-4E67-B5EF-CAAE2A55258B}" destId="{112089D7-DB56-44BC-9769-1386B4FD8DD8}" srcOrd="0" destOrd="0" parTransId="{7FFA24F7-D3D7-4888-A6C8-7B320E8AFE28}" sibTransId="{087D71E9-F27E-4166-BAC2-D72957F22156}"/>
    <dgm:cxn modelId="{40A8C383-E86D-426F-BCEF-F28D1FB007DC}" srcId="{112089D7-DB56-44BC-9769-1386B4FD8DD8}" destId="{540F6093-E2B1-4249-8072-8409C091A3ED}" srcOrd="1" destOrd="0" parTransId="{D13CE90B-C4F8-4028-B440-B8ABE71B85FC}" sibTransId="{EBB6C816-75BA-4032-A988-B826F38813AF}"/>
    <dgm:cxn modelId="{5E7CD1D5-5200-48A5-A860-8AA276ADA515}" type="presOf" srcId="{05E85DF6-84EF-4DC1-9C0E-24B15A1F4050}" destId="{11A66BEE-7F4C-48E7-831F-7C888B7CC9C0}" srcOrd="0" destOrd="0" presId="urn:microsoft.com/office/officeart/2005/8/layout/hierarchy1"/>
    <dgm:cxn modelId="{A69900AF-26A3-458A-98A2-05A79F4A04BC}" type="presOf" srcId="{5FDBDD60-7640-48EC-B68C-CE4840DB47FF}" destId="{B78C52AA-2AA8-4804-A77E-DB1AB1A47534}" srcOrd="0" destOrd="0" presId="urn:microsoft.com/office/officeart/2005/8/layout/hierarchy1"/>
    <dgm:cxn modelId="{91BE27A4-44E9-4D1F-881C-0B76622910A4}" type="presOf" srcId="{2DF08807-9752-4554-9C7B-82D630B55A19}" destId="{23C94EED-A77F-4371-976F-B726170774FB}" srcOrd="0" destOrd="0" presId="urn:microsoft.com/office/officeart/2005/8/layout/hierarchy1"/>
    <dgm:cxn modelId="{B3E7F9EE-DCEA-426E-A50C-21906AEF5482}" type="presParOf" srcId="{E0C79B75-6F2A-427F-9973-B32F03D84D2F}" destId="{7AA0E0BE-40B8-4955-B436-DC5C219F9F48}" srcOrd="0" destOrd="0" presId="urn:microsoft.com/office/officeart/2005/8/layout/hierarchy1"/>
    <dgm:cxn modelId="{4BAC5EAD-C17F-4F62-9A54-06DF6DB17847}" type="presParOf" srcId="{7AA0E0BE-40B8-4955-B436-DC5C219F9F48}" destId="{C811776F-A264-4DBA-85FE-D79EC3B0C6AD}" srcOrd="0" destOrd="0" presId="urn:microsoft.com/office/officeart/2005/8/layout/hierarchy1"/>
    <dgm:cxn modelId="{54002444-F54E-499C-8464-A630E812C0B1}" type="presParOf" srcId="{C811776F-A264-4DBA-85FE-D79EC3B0C6AD}" destId="{79C7EE13-B1FF-4528-A70E-D56FA520B699}" srcOrd="0" destOrd="0" presId="urn:microsoft.com/office/officeart/2005/8/layout/hierarchy1"/>
    <dgm:cxn modelId="{BC56DEED-CBC0-4300-AF72-073BF0C1B51A}" type="presParOf" srcId="{C811776F-A264-4DBA-85FE-D79EC3B0C6AD}" destId="{D2AE8700-D3E8-44E0-BB62-9DE2CB473E4A}" srcOrd="1" destOrd="0" presId="urn:microsoft.com/office/officeart/2005/8/layout/hierarchy1"/>
    <dgm:cxn modelId="{60ADFD37-14FA-4858-8239-14992C09939C}" type="presParOf" srcId="{7AA0E0BE-40B8-4955-B436-DC5C219F9F48}" destId="{9124FD63-A81C-4DC3-B1D5-E331F5FE3F8C}" srcOrd="1" destOrd="0" presId="urn:microsoft.com/office/officeart/2005/8/layout/hierarchy1"/>
    <dgm:cxn modelId="{15D6D6DA-4E23-49D5-ADE5-14E528DC59B4}" type="presParOf" srcId="{9124FD63-A81C-4DC3-B1D5-E331F5FE3F8C}" destId="{428A6ACB-E5E7-442F-8200-19708C8F65B6}" srcOrd="0" destOrd="0" presId="urn:microsoft.com/office/officeart/2005/8/layout/hierarchy1"/>
    <dgm:cxn modelId="{ED478170-B197-46DE-B51A-38550F6A192A}" type="presParOf" srcId="{9124FD63-A81C-4DC3-B1D5-E331F5FE3F8C}" destId="{15720497-A8AC-45A6-A885-76D1D5B961B4}" srcOrd="1" destOrd="0" presId="urn:microsoft.com/office/officeart/2005/8/layout/hierarchy1"/>
    <dgm:cxn modelId="{FF50E407-EBE2-4922-8788-22AB9702ACD9}" type="presParOf" srcId="{15720497-A8AC-45A6-A885-76D1D5B961B4}" destId="{2CBF7715-EA5D-40A2-8842-ABDC1D5BCAD3}" srcOrd="0" destOrd="0" presId="urn:microsoft.com/office/officeart/2005/8/layout/hierarchy1"/>
    <dgm:cxn modelId="{3AE6F433-20B2-4878-8B12-D255857C30BA}" type="presParOf" srcId="{2CBF7715-EA5D-40A2-8842-ABDC1D5BCAD3}" destId="{6B2407FB-E314-49A4-B3D2-04A8D42F3540}" srcOrd="0" destOrd="0" presId="urn:microsoft.com/office/officeart/2005/8/layout/hierarchy1"/>
    <dgm:cxn modelId="{FB7C1E44-565D-4C3C-94CC-44B0028FB728}" type="presParOf" srcId="{2CBF7715-EA5D-40A2-8842-ABDC1D5BCAD3}" destId="{23C94EED-A77F-4371-976F-B726170774FB}" srcOrd="1" destOrd="0" presId="urn:microsoft.com/office/officeart/2005/8/layout/hierarchy1"/>
    <dgm:cxn modelId="{5F39D09F-FDC0-40F0-B417-09244AC945AB}" type="presParOf" srcId="{15720497-A8AC-45A6-A885-76D1D5B961B4}" destId="{E660586D-1EC6-4579-BA6B-DD21B407B516}" srcOrd="1" destOrd="0" presId="urn:microsoft.com/office/officeart/2005/8/layout/hierarchy1"/>
    <dgm:cxn modelId="{287A186F-3A94-49A9-B416-67D3D877D4B7}" type="presParOf" srcId="{9124FD63-A81C-4DC3-B1D5-E331F5FE3F8C}" destId="{86F2D633-297E-4951-AA06-4E44F416ABDA}" srcOrd="2" destOrd="0" presId="urn:microsoft.com/office/officeart/2005/8/layout/hierarchy1"/>
    <dgm:cxn modelId="{1827F187-8FB9-4769-ACDC-456DC03DFA7C}" type="presParOf" srcId="{9124FD63-A81C-4DC3-B1D5-E331F5FE3F8C}" destId="{C350DA14-FB4D-4FC2-BD52-5D6B8A39E729}" srcOrd="3" destOrd="0" presId="urn:microsoft.com/office/officeart/2005/8/layout/hierarchy1"/>
    <dgm:cxn modelId="{A48C015A-BE86-4DEA-B4F5-5B45BEF589EC}" type="presParOf" srcId="{C350DA14-FB4D-4FC2-BD52-5D6B8A39E729}" destId="{9769DB49-F7DF-4C13-A316-6627FC058962}" srcOrd="0" destOrd="0" presId="urn:microsoft.com/office/officeart/2005/8/layout/hierarchy1"/>
    <dgm:cxn modelId="{9F4093F3-024C-48BB-8E61-BFDC619263A0}" type="presParOf" srcId="{9769DB49-F7DF-4C13-A316-6627FC058962}" destId="{40A92E27-C758-4281-8E6D-1E3EC3382CD2}" srcOrd="0" destOrd="0" presId="urn:microsoft.com/office/officeart/2005/8/layout/hierarchy1"/>
    <dgm:cxn modelId="{7692BFC2-A56B-4589-A78F-B6C43851211C}" type="presParOf" srcId="{9769DB49-F7DF-4C13-A316-6627FC058962}" destId="{31A065AE-CC0C-4A23-A523-53E691EEFFAB}" srcOrd="1" destOrd="0" presId="urn:microsoft.com/office/officeart/2005/8/layout/hierarchy1"/>
    <dgm:cxn modelId="{5F3482FC-0189-4B04-8623-860180270C5C}" type="presParOf" srcId="{C350DA14-FB4D-4FC2-BD52-5D6B8A39E729}" destId="{CCE28BBB-DD72-4738-9B8E-8B124723AE03}" srcOrd="1" destOrd="0" presId="urn:microsoft.com/office/officeart/2005/8/layout/hierarchy1"/>
    <dgm:cxn modelId="{106A004C-C9E0-44E6-8164-53CB35B320E6}" type="presParOf" srcId="{9124FD63-A81C-4DC3-B1D5-E331F5FE3F8C}" destId="{8A3633AC-9F60-4D24-B7D7-A4F576164AE7}" srcOrd="4" destOrd="0" presId="urn:microsoft.com/office/officeart/2005/8/layout/hierarchy1"/>
    <dgm:cxn modelId="{2362017C-24D0-4561-BE50-9C3166F65EA5}" type="presParOf" srcId="{9124FD63-A81C-4DC3-B1D5-E331F5FE3F8C}" destId="{D2440653-CFA4-4A34-8B3A-735F9AACD0A0}" srcOrd="5" destOrd="0" presId="urn:microsoft.com/office/officeart/2005/8/layout/hierarchy1"/>
    <dgm:cxn modelId="{0A5C403B-A88B-4188-9BBE-D122D393DA58}" type="presParOf" srcId="{D2440653-CFA4-4A34-8B3A-735F9AACD0A0}" destId="{5612E31E-7A9B-4D6D-A582-F45231322356}" srcOrd="0" destOrd="0" presId="urn:microsoft.com/office/officeart/2005/8/layout/hierarchy1"/>
    <dgm:cxn modelId="{33DE1F56-3696-4856-9F0A-1E93495600F3}" type="presParOf" srcId="{5612E31E-7A9B-4D6D-A582-F45231322356}" destId="{3A14B81D-6501-4A9C-93E8-C0D8D63BD171}" srcOrd="0" destOrd="0" presId="urn:microsoft.com/office/officeart/2005/8/layout/hierarchy1"/>
    <dgm:cxn modelId="{55C89980-A561-4C7C-B55A-116F72C2FA1F}" type="presParOf" srcId="{5612E31E-7A9B-4D6D-A582-F45231322356}" destId="{B78C52AA-2AA8-4804-A77E-DB1AB1A47534}" srcOrd="1" destOrd="0" presId="urn:microsoft.com/office/officeart/2005/8/layout/hierarchy1"/>
    <dgm:cxn modelId="{DB7B45E1-49B5-4D44-9F83-9F7F066B4183}" type="presParOf" srcId="{D2440653-CFA4-4A34-8B3A-735F9AACD0A0}" destId="{CCC55B47-6F2A-43D8-8D89-49C353D0AD52}" srcOrd="1" destOrd="0" presId="urn:microsoft.com/office/officeart/2005/8/layout/hierarchy1"/>
    <dgm:cxn modelId="{5BA21E27-616C-4FEE-9C7B-794A403DE01A}" type="presParOf" srcId="{9124FD63-A81C-4DC3-B1D5-E331F5FE3F8C}" destId="{8BD446B4-F119-45FB-A8E7-0421E68F445C}" srcOrd="6" destOrd="0" presId="urn:microsoft.com/office/officeart/2005/8/layout/hierarchy1"/>
    <dgm:cxn modelId="{5AA91F43-514D-4199-AEEC-12A46C4DAC7B}" type="presParOf" srcId="{9124FD63-A81C-4DC3-B1D5-E331F5FE3F8C}" destId="{C41DA4D6-6BDE-4E42-9571-434A34775D25}" srcOrd="7" destOrd="0" presId="urn:microsoft.com/office/officeart/2005/8/layout/hierarchy1"/>
    <dgm:cxn modelId="{83CE2ED1-3BD3-4960-BD79-608908692014}" type="presParOf" srcId="{C41DA4D6-6BDE-4E42-9571-434A34775D25}" destId="{6CB68947-2035-4C23-A232-01298BF2BA8A}" srcOrd="0" destOrd="0" presId="urn:microsoft.com/office/officeart/2005/8/layout/hierarchy1"/>
    <dgm:cxn modelId="{E3B9F01A-F98E-4BC9-8C39-134BF8577D02}" type="presParOf" srcId="{6CB68947-2035-4C23-A232-01298BF2BA8A}" destId="{662C3179-156C-489E-9269-4021721C5BBC}" srcOrd="0" destOrd="0" presId="urn:microsoft.com/office/officeart/2005/8/layout/hierarchy1"/>
    <dgm:cxn modelId="{D67746ED-3D12-49D7-95A0-BC42EF90558F}" type="presParOf" srcId="{6CB68947-2035-4C23-A232-01298BF2BA8A}" destId="{11A66BEE-7F4C-48E7-831F-7C888B7CC9C0}" srcOrd="1" destOrd="0" presId="urn:microsoft.com/office/officeart/2005/8/layout/hierarchy1"/>
    <dgm:cxn modelId="{33A70072-7077-43E9-9242-57C1210A4961}" type="presParOf" srcId="{C41DA4D6-6BDE-4E42-9571-434A34775D25}" destId="{103E67B3-D805-48C8-BBDD-C72E65F88DB6}" srcOrd="1" destOrd="0" presId="urn:microsoft.com/office/officeart/2005/8/layout/hierarchy1"/>
    <dgm:cxn modelId="{8EB8AFE4-64AC-4B3E-BFFF-0D10F0323D0D}" type="presParOf" srcId="{9124FD63-A81C-4DC3-B1D5-E331F5FE3F8C}" destId="{998B4BCF-9FBD-4FCE-BB21-5A3D17E90903}" srcOrd="8" destOrd="0" presId="urn:microsoft.com/office/officeart/2005/8/layout/hierarchy1"/>
    <dgm:cxn modelId="{D7C2D8A1-CD7E-401F-A6E8-5BD71A66D6ED}" type="presParOf" srcId="{9124FD63-A81C-4DC3-B1D5-E331F5FE3F8C}" destId="{7B4F0A4F-DFE4-4860-B429-B7335CA4D660}" srcOrd="9" destOrd="0" presId="urn:microsoft.com/office/officeart/2005/8/layout/hierarchy1"/>
    <dgm:cxn modelId="{001540DA-7DC1-40B9-86AD-E1B9B08D2E77}" type="presParOf" srcId="{7B4F0A4F-DFE4-4860-B429-B7335CA4D660}" destId="{BEF7A9CF-BC03-44AC-A70F-DA3ABC6A6361}" srcOrd="0" destOrd="0" presId="urn:microsoft.com/office/officeart/2005/8/layout/hierarchy1"/>
    <dgm:cxn modelId="{0D1F1F71-C6F6-43BE-9DF9-DFAE28659982}" type="presParOf" srcId="{BEF7A9CF-BC03-44AC-A70F-DA3ABC6A6361}" destId="{54F0EE37-CCF6-4BB1-BA61-F96149AC3718}" srcOrd="0" destOrd="0" presId="urn:microsoft.com/office/officeart/2005/8/layout/hierarchy1"/>
    <dgm:cxn modelId="{F46B2F25-B7A5-4E1D-8F46-3C718C7A2059}" type="presParOf" srcId="{BEF7A9CF-BC03-44AC-A70F-DA3ABC6A6361}" destId="{731A3CB4-A070-4FAC-BD0B-868C2474FF9D}" srcOrd="1" destOrd="0" presId="urn:microsoft.com/office/officeart/2005/8/layout/hierarchy1"/>
    <dgm:cxn modelId="{3EEADB57-6752-401D-8534-9AE91633A11D}" type="presParOf" srcId="{7B4F0A4F-DFE4-4860-B429-B7335CA4D660}" destId="{04883043-1DD8-4A05-98FB-B40D2BEF7E3C}"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422E5BE-243F-4E67-B5EF-CAAE2A55258B}" type="doc">
      <dgm:prSet loTypeId="urn:microsoft.com/office/officeart/2005/8/layout/hierarchy1" loCatId="hierarchy" qsTypeId="urn:microsoft.com/office/officeart/2005/8/quickstyle/simple1" qsCatId="simple" csTypeId="urn:microsoft.com/office/officeart/2005/8/colors/colorful3" csCatId="colorful" phldr="1"/>
      <dgm:spPr/>
      <dgm:t>
        <a:bodyPr/>
        <a:lstStyle/>
        <a:p>
          <a:endParaRPr lang="en-GB"/>
        </a:p>
      </dgm:t>
    </dgm:pt>
    <dgm:pt modelId="{112089D7-DB56-44BC-9769-1386B4FD8DD8}">
      <dgm:prSet phldrT="[Text]"/>
      <dgm:spPr/>
      <dgm:t>
        <a:bodyPr/>
        <a:lstStyle/>
        <a:p>
          <a:r>
            <a:rPr lang="en-GB" dirty="0" smtClean="0">
              <a:latin typeface="Corbel" panose="020B0503020204020204" pitchFamily="34" charset="0"/>
            </a:rPr>
            <a:t>Extended BPMN</a:t>
          </a:r>
          <a:endParaRPr lang="en-GB" dirty="0">
            <a:latin typeface="Corbel" panose="020B0503020204020204" pitchFamily="34" charset="0"/>
          </a:endParaRPr>
        </a:p>
      </dgm:t>
    </dgm:pt>
    <dgm:pt modelId="{7FFA24F7-D3D7-4888-A6C8-7B320E8AFE28}" type="parTrans" cxnId="{1D9A8C34-BFDA-42E8-8377-8A748F064279}">
      <dgm:prSet/>
      <dgm:spPr/>
      <dgm:t>
        <a:bodyPr/>
        <a:lstStyle/>
        <a:p>
          <a:endParaRPr lang="en-GB"/>
        </a:p>
      </dgm:t>
    </dgm:pt>
    <dgm:pt modelId="{087D71E9-F27E-4166-BAC2-D72957F22156}" type="sibTrans" cxnId="{1D9A8C34-BFDA-42E8-8377-8A748F064279}">
      <dgm:prSet/>
      <dgm:spPr/>
      <dgm:t>
        <a:bodyPr/>
        <a:lstStyle/>
        <a:p>
          <a:endParaRPr lang="en-GB"/>
        </a:p>
      </dgm:t>
    </dgm:pt>
    <dgm:pt modelId="{2DF08807-9752-4554-9C7B-82D630B55A19}">
      <dgm:prSet phldrT="[Text]"/>
      <dgm:spPr>
        <a:solidFill>
          <a:schemeClr val="bg1">
            <a:alpha val="90000"/>
          </a:schemeClr>
        </a:solidFill>
        <a:ln>
          <a:solidFill>
            <a:schemeClr val="accent4"/>
          </a:solidFill>
        </a:ln>
      </dgm:spPr>
      <dgm:t>
        <a:bodyPr/>
        <a:lstStyle/>
        <a:p>
          <a:r>
            <a:rPr lang="en-GB" dirty="0" smtClean="0">
              <a:latin typeface="Corbel" panose="020B0503020204020204" pitchFamily="34" charset="0"/>
            </a:rPr>
            <a:t>Process</a:t>
          </a:r>
          <a:endParaRPr lang="en-GB" dirty="0">
            <a:latin typeface="Corbel" panose="020B0503020204020204" pitchFamily="34" charset="0"/>
          </a:endParaRPr>
        </a:p>
      </dgm:t>
    </dgm:pt>
    <dgm:pt modelId="{60BA8DFA-FEE5-48B4-A53F-029D0609B0CD}" type="parTrans" cxnId="{97DE7FEC-2B6E-4211-AC10-8F275461FCE0}">
      <dgm:prSet/>
      <dgm:spPr/>
      <dgm:t>
        <a:bodyPr/>
        <a:lstStyle/>
        <a:p>
          <a:endParaRPr lang="en-GB"/>
        </a:p>
      </dgm:t>
    </dgm:pt>
    <dgm:pt modelId="{97A99BCF-D153-44BA-9041-CA37C8107756}" type="sibTrans" cxnId="{97DE7FEC-2B6E-4211-AC10-8F275461FCE0}">
      <dgm:prSet/>
      <dgm:spPr/>
      <dgm:t>
        <a:bodyPr/>
        <a:lstStyle/>
        <a:p>
          <a:endParaRPr lang="en-GB"/>
        </a:p>
      </dgm:t>
    </dgm:pt>
    <dgm:pt modelId="{5FDBDD60-7640-48EC-B68C-CE4840DB47FF}">
      <dgm:prSet phldrT="[Text]"/>
      <dgm:spPr>
        <a:ln>
          <a:solidFill>
            <a:schemeClr val="accent4"/>
          </a:solidFill>
        </a:ln>
      </dgm:spPr>
      <dgm:t>
        <a:bodyPr/>
        <a:lstStyle/>
        <a:p>
          <a:r>
            <a:rPr lang="en-GB" dirty="0" smtClean="0">
              <a:latin typeface="Corbel" panose="020B0503020204020204" pitchFamily="34" charset="0"/>
            </a:rPr>
            <a:t>Activity</a:t>
          </a:r>
          <a:endParaRPr lang="en-GB" dirty="0">
            <a:latin typeface="Corbel" panose="020B0503020204020204" pitchFamily="34" charset="0"/>
          </a:endParaRPr>
        </a:p>
      </dgm:t>
    </dgm:pt>
    <dgm:pt modelId="{95BE5E79-368B-421E-B6A4-B44966A1B821}" type="parTrans" cxnId="{208A39F8-D02A-48E3-B697-1135D80124E5}">
      <dgm:prSet/>
      <dgm:spPr/>
      <dgm:t>
        <a:bodyPr/>
        <a:lstStyle/>
        <a:p>
          <a:endParaRPr lang="en-GB"/>
        </a:p>
      </dgm:t>
    </dgm:pt>
    <dgm:pt modelId="{F4A78AD6-7DF1-4391-A1E6-35335579DB51}" type="sibTrans" cxnId="{208A39F8-D02A-48E3-B697-1135D80124E5}">
      <dgm:prSet/>
      <dgm:spPr/>
      <dgm:t>
        <a:bodyPr/>
        <a:lstStyle/>
        <a:p>
          <a:endParaRPr lang="en-GB"/>
        </a:p>
      </dgm:t>
    </dgm:pt>
    <dgm:pt modelId="{05E85DF6-84EF-4DC1-9C0E-24B15A1F4050}">
      <dgm:prSet/>
      <dgm:spPr>
        <a:ln>
          <a:solidFill>
            <a:schemeClr val="accent4"/>
          </a:solidFill>
        </a:ln>
      </dgm:spPr>
      <dgm:t>
        <a:bodyPr/>
        <a:lstStyle/>
        <a:p>
          <a:r>
            <a:rPr lang="en-GB" dirty="0" smtClean="0">
              <a:latin typeface="Corbel" panose="020B0503020204020204" pitchFamily="34" charset="0"/>
            </a:rPr>
            <a:t>Data</a:t>
          </a:r>
          <a:endParaRPr lang="en-GB" dirty="0">
            <a:latin typeface="Corbel" panose="020B0503020204020204" pitchFamily="34" charset="0"/>
          </a:endParaRPr>
        </a:p>
      </dgm:t>
    </dgm:pt>
    <dgm:pt modelId="{07BD20B2-5927-4CC2-B2C4-EDFB0FC32AB1}" type="parTrans" cxnId="{773D38B8-FA6E-4BFF-90D4-AC08A278D36E}">
      <dgm:prSet/>
      <dgm:spPr/>
      <dgm:t>
        <a:bodyPr/>
        <a:lstStyle/>
        <a:p>
          <a:endParaRPr lang="en-GB"/>
        </a:p>
      </dgm:t>
    </dgm:pt>
    <dgm:pt modelId="{55DAB10F-2E9C-48C0-B311-092E6B97F4D9}" type="sibTrans" cxnId="{773D38B8-FA6E-4BFF-90D4-AC08A278D36E}">
      <dgm:prSet/>
      <dgm:spPr/>
      <dgm:t>
        <a:bodyPr/>
        <a:lstStyle/>
        <a:p>
          <a:endParaRPr lang="en-GB"/>
        </a:p>
      </dgm:t>
    </dgm:pt>
    <dgm:pt modelId="{54932213-EAC8-4C7B-8F5A-20B5FBC1D941}">
      <dgm:prSet/>
      <dgm:spPr>
        <a:ln w="25400">
          <a:solidFill>
            <a:schemeClr val="tx1"/>
          </a:solidFill>
        </a:ln>
      </dgm:spPr>
      <dgm:t>
        <a:bodyPr/>
        <a:lstStyle/>
        <a:p>
          <a:r>
            <a:rPr lang="en-GB" dirty="0" smtClean="0">
              <a:latin typeface="Corbel" panose="020B0503020204020204" pitchFamily="34" charset="0"/>
            </a:rPr>
            <a:t>User role</a:t>
          </a:r>
          <a:endParaRPr lang="en-GB" dirty="0">
            <a:latin typeface="Corbel" panose="020B0503020204020204" pitchFamily="34" charset="0"/>
          </a:endParaRPr>
        </a:p>
      </dgm:t>
    </dgm:pt>
    <dgm:pt modelId="{1854CB00-7703-42BF-82BE-AD9229BEC4DB}" type="parTrans" cxnId="{22387A96-7925-4BEB-9058-BC4B05E0CED8}">
      <dgm:prSet/>
      <dgm:spPr/>
      <dgm:t>
        <a:bodyPr/>
        <a:lstStyle/>
        <a:p>
          <a:endParaRPr lang="en-GB"/>
        </a:p>
      </dgm:t>
    </dgm:pt>
    <dgm:pt modelId="{0EF9BA69-3D14-4C07-9EC4-EF17AF4CB8AA}" type="sibTrans" cxnId="{22387A96-7925-4BEB-9058-BC4B05E0CED8}">
      <dgm:prSet/>
      <dgm:spPr/>
      <dgm:t>
        <a:bodyPr/>
        <a:lstStyle/>
        <a:p>
          <a:endParaRPr lang="en-GB"/>
        </a:p>
      </dgm:t>
    </dgm:pt>
    <dgm:pt modelId="{540F6093-E2B1-4249-8072-8409C091A3ED}">
      <dgm:prSet/>
      <dgm:spPr>
        <a:ln>
          <a:solidFill>
            <a:schemeClr val="accent4"/>
          </a:solidFill>
        </a:ln>
      </dgm:spPr>
      <dgm:t>
        <a:bodyPr/>
        <a:lstStyle/>
        <a:p>
          <a:r>
            <a:rPr lang="en-GB" dirty="0" smtClean="0">
              <a:latin typeface="Corbel" panose="020B0503020204020204" pitchFamily="34" charset="0"/>
            </a:rPr>
            <a:t>Goal</a:t>
          </a:r>
          <a:endParaRPr lang="en-GB" dirty="0">
            <a:latin typeface="Corbel" panose="020B0503020204020204" pitchFamily="34" charset="0"/>
          </a:endParaRPr>
        </a:p>
      </dgm:t>
    </dgm:pt>
    <dgm:pt modelId="{D13CE90B-C4F8-4028-B440-B8ABE71B85FC}" type="parTrans" cxnId="{40A8C383-E86D-426F-BCEF-F28D1FB007DC}">
      <dgm:prSet/>
      <dgm:spPr/>
      <dgm:t>
        <a:bodyPr/>
        <a:lstStyle/>
        <a:p>
          <a:endParaRPr lang="en-GB"/>
        </a:p>
      </dgm:t>
    </dgm:pt>
    <dgm:pt modelId="{EBB6C816-75BA-4032-A988-B826F38813AF}" type="sibTrans" cxnId="{40A8C383-E86D-426F-BCEF-F28D1FB007DC}">
      <dgm:prSet/>
      <dgm:spPr/>
      <dgm:t>
        <a:bodyPr/>
        <a:lstStyle/>
        <a:p>
          <a:endParaRPr lang="en-GB"/>
        </a:p>
      </dgm:t>
    </dgm:pt>
    <dgm:pt modelId="{E0C79B75-6F2A-427F-9973-B32F03D84D2F}" type="pres">
      <dgm:prSet presAssocID="{3422E5BE-243F-4E67-B5EF-CAAE2A55258B}" presName="hierChild1" presStyleCnt="0">
        <dgm:presLayoutVars>
          <dgm:chPref val="1"/>
          <dgm:dir/>
          <dgm:animOne val="branch"/>
          <dgm:animLvl val="lvl"/>
          <dgm:resizeHandles/>
        </dgm:presLayoutVars>
      </dgm:prSet>
      <dgm:spPr/>
      <dgm:t>
        <a:bodyPr/>
        <a:lstStyle/>
        <a:p>
          <a:endParaRPr lang="en-GB"/>
        </a:p>
      </dgm:t>
    </dgm:pt>
    <dgm:pt modelId="{7AA0E0BE-40B8-4955-B436-DC5C219F9F48}" type="pres">
      <dgm:prSet presAssocID="{112089D7-DB56-44BC-9769-1386B4FD8DD8}" presName="hierRoot1" presStyleCnt="0"/>
      <dgm:spPr/>
    </dgm:pt>
    <dgm:pt modelId="{C811776F-A264-4DBA-85FE-D79EC3B0C6AD}" type="pres">
      <dgm:prSet presAssocID="{112089D7-DB56-44BC-9769-1386B4FD8DD8}" presName="composite" presStyleCnt="0"/>
      <dgm:spPr/>
    </dgm:pt>
    <dgm:pt modelId="{79C7EE13-B1FF-4528-A70E-D56FA520B699}" type="pres">
      <dgm:prSet presAssocID="{112089D7-DB56-44BC-9769-1386B4FD8DD8}" presName="background" presStyleLbl="node0" presStyleIdx="0" presStyleCnt="1"/>
      <dgm:spPr/>
    </dgm:pt>
    <dgm:pt modelId="{D2AE8700-D3E8-44E0-BB62-9DE2CB473E4A}" type="pres">
      <dgm:prSet presAssocID="{112089D7-DB56-44BC-9769-1386B4FD8DD8}" presName="text" presStyleLbl="fgAcc0" presStyleIdx="0" presStyleCnt="1">
        <dgm:presLayoutVars>
          <dgm:chPref val="3"/>
        </dgm:presLayoutVars>
      </dgm:prSet>
      <dgm:spPr/>
      <dgm:t>
        <a:bodyPr/>
        <a:lstStyle/>
        <a:p>
          <a:endParaRPr lang="en-GB"/>
        </a:p>
      </dgm:t>
    </dgm:pt>
    <dgm:pt modelId="{9124FD63-A81C-4DC3-B1D5-E331F5FE3F8C}" type="pres">
      <dgm:prSet presAssocID="{112089D7-DB56-44BC-9769-1386B4FD8DD8}" presName="hierChild2" presStyleCnt="0"/>
      <dgm:spPr/>
    </dgm:pt>
    <dgm:pt modelId="{428A6ACB-E5E7-442F-8200-19708C8F65B6}" type="pres">
      <dgm:prSet presAssocID="{60BA8DFA-FEE5-48B4-A53F-029D0609B0CD}" presName="Name10" presStyleLbl="parChTrans1D2" presStyleIdx="0" presStyleCnt="5"/>
      <dgm:spPr/>
      <dgm:t>
        <a:bodyPr/>
        <a:lstStyle/>
        <a:p>
          <a:endParaRPr lang="en-GB"/>
        </a:p>
      </dgm:t>
    </dgm:pt>
    <dgm:pt modelId="{15720497-A8AC-45A6-A885-76D1D5B961B4}" type="pres">
      <dgm:prSet presAssocID="{2DF08807-9752-4554-9C7B-82D630B55A19}" presName="hierRoot2" presStyleCnt="0"/>
      <dgm:spPr/>
    </dgm:pt>
    <dgm:pt modelId="{2CBF7715-EA5D-40A2-8842-ABDC1D5BCAD3}" type="pres">
      <dgm:prSet presAssocID="{2DF08807-9752-4554-9C7B-82D630B55A19}" presName="composite2" presStyleCnt="0"/>
      <dgm:spPr/>
    </dgm:pt>
    <dgm:pt modelId="{6B2407FB-E314-49A4-B3D2-04A8D42F3540}" type="pres">
      <dgm:prSet presAssocID="{2DF08807-9752-4554-9C7B-82D630B55A19}" presName="background2" presStyleLbl="node2" presStyleIdx="0" presStyleCnt="5"/>
      <dgm:spPr/>
    </dgm:pt>
    <dgm:pt modelId="{23C94EED-A77F-4371-976F-B726170774FB}" type="pres">
      <dgm:prSet presAssocID="{2DF08807-9752-4554-9C7B-82D630B55A19}" presName="text2" presStyleLbl="fgAcc2" presStyleIdx="0" presStyleCnt="5">
        <dgm:presLayoutVars>
          <dgm:chPref val="3"/>
        </dgm:presLayoutVars>
      </dgm:prSet>
      <dgm:spPr/>
      <dgm:t>
        <a:bodyPr/>
        <a:lstStyle/>
        <a:p>
          <a:endParaRPr lang="en-GB"/>
        </a:p>
      </dgm:t>
    </dgm:pt>
    <dgm:pt modelId="{E660586D-1EC6-4579-BA6B-DD21B407B516}" type="pres">
      <dgm:prSet presAssocID="{2DF08807-9752-4554-9C7B-82D630B55A19}" presName="hierChild3" presStyleCnt="0"/>
      <dgm:spPr/>
    </dgm:pt>
    <dgm:pt modelId="{86F2D633-297E-4951-AA06-4E44F416ABDA}" type="pres">
      <dgm:prSet presAssocID="{D13CE90B-C4F8-4028-B440-B8ABE71B85FC}" presName="Name10" presStyleLbl="parChTrans1D2" presStyleIdx="1" presStyleCnt="5"/>
      <dgm:spPr/>
      <dgm:t>
        <a:bodyPr/>
        <a:lstStyle/>
        <a:p>
          <a:endParaRPr lang="en-GB"/>
        </a:p>
      </dgm:t>
    </dgm:pt>
    <dgm:pt modelId="{C350DA14-FB4D-4FC2-BD52-5D6B8A39E729}" type="pres">
      <dgm:prSet presAssocID="{540F6093-E2B1-4249-8072-8409C091A3ED}" presName="hierRoot2" presStyleCnt="0"/>
      <dgm:spPr/>
    </dgm:pt>
    <dgm:pt modelId="{9769DB49-F7DF-4C13-A316-6627FC058962}" type="pres">
      <dgm:prSet presAssocID="{540F6093-E2B1-4249-8072-8409C091A3ED}" presName="composite2" presStyleCnt="0"/>
      <dgm:spPr/>
    </dgm:pt>
    <dgm:pt modelId="{40A92E27-C758-4281-8E6D-1E3EC3382CD2}" type="pres">
      <dgm:prSet presAssocID="{540F6093-E2B1-4249-8072-8409C091A3ED}" presName="background2" presStyleLbl="node2" presStyleIdx="1" presStyleCnt="5"/>
      <dgm:spPr/>
    </dgm:pt>
    <dgm:pt modelId="{31A065AE-CC0C-4A23-A523-53E691EEFFAB}" type="pres">
      <dgm:prSet presAssocID="{540F6093-E2B1-4249-8072-8409C091A3ED}" presName="text2" presStyleLbl="fgAcc2" presStyleIdx="1" presStyleCnt="5" custLinFactX="22831" custLinFactNeighborX="100000" custLinFactNeighborY="-2530">
        <dgm:presLayoutVars>
          <dgm:chPref val="3"/>
        </dgm:presLayoutVars>
      </dgm:prSet>
      <dgm:spPr/>
      <dgm:t>
        <a:bodyPr/>
        <a:lstStyle/>
        <a:p>
          <a:endParaRPr lang="en-GB"/>
        </a:p>
      </dgm:t>
    </dgm:pt>
    <dgm:pt modelId="{CCE28BBB-DD72-4738-9B8E-8B124723AE03}" type="pres">
      <dgm:prSet presAssocID="{540F6093-E2B1-4249-8072-8409C091A3ED}" presName="hierChild3" presStyleCnt="0"/>
      <dgm:spPr/>
    </dgm:pt>
    <dgm:pt modelId="{8A3633AC-9F60-4D24-B7D7-A4F576164AE7}" type="pres">
      <dgm:prSet presAssocID="{95BE5E79-368B-421E-B6A4-B44966A1B821}" presName="Name10" presStyleLbl="parChTrans1D2" presStyleIdx="2" presStyleCnt="5"/>
      <dgm:spPr/>
      <dgm:t>
        <a:bodyPr/>
        <a:lstStyle/>
        <a:p>
          <a:endParaRPr lang="en-GB"/>
        </a:p>
      </dgm:t>
    </dgm:pt>
    <dgm:pt modelId="{D2440653-CFA4-4A34-8B3A-735F9AACD0A0}" type="pres">
      <dgm:prSet presAssocID="{5FDBDD60-7640-48EC-B68C-CE4840DB47FF}" presName="hierRoot2" presStyleCnt="0"/>
      <dgm:spPr/>
    </dgm:pt>
    <dgm:pt modelId="{5612E31E-7A9B-4D6D-A582-F45231322356}" type="pres">
      <dgm:prSet presAssocID="{5FDBDD60-7640-48EC-B68C-CE4840DB47FF}" presName="composite2" presStyleCnt="0"/>
      <dgm:spPr/>
    </dgm:pt>
    <dgm:pt modelId="{3A14B81D-6501-4A9C-93E8-C0D8D63BD171}" type="pres">
      <dgm:prSet presAssocID="{5FDBDD60-7640-48EC-B68C-CE4840DB47FF}" presName="background2" presStyleLbl="node2" presStyleIdx="2" presStyleCnt="5"/>
      <dgm:spPr/>
    </dgm:pt>
    <dgm:pt modelId="{B78C52AA-2AA8-4804-A77E-DB1AB1A47534}" type="pres">
      <dgm:prSet presAssocID="{5FDBDD60-7640-48EC-B68C-CE4840DB47FF}" presName="text2" presStyleLbl="fgAcc2" presStyleIdx="2" presStyleCnt="5" custLinFactX="-24175" custLinFactNeighborX="-100000" custLinFactNeighborY="-2530">
        <dgm:presLayoutVars>
          <dgm:chPref val="3"/>
        </dgm:presLayoutVars>
      </dgm:prSet>
      <dgm:spPr/>
      <dgm:t>
        <a:bodyPr/>
        <a:lstStyle/>
        <a:p>
          <a:endParaRPr lang="en-GB"/>
        </a:p>
      </dgm:t>
    </dgm:pt>
    <dgm:pt modelId="{CCC55B47-6F2A-43D8-8D89-49C353D0AD52}" type="pres">
      <dgm:prSet presAssocID="{5FDBDD60-7640-48EC-B68C-CE4840DB47FF}" presName="hierChild3" presStyleCnt="0"/>
      <dgm:spPr/>
    </dgm:pt>
    <dgm:pt modelId="{8BD446B4-F119-45FB-A8E7-0421E68F445C}" type="pres">
      <dgm:prSet presAssocID="{07BD20B2-5927-4CC2-B2C4-EDFB0FC32AB1}" presName="Name10" presStyleLbl="parChTrans1D2" presStyleIdx="3" presStyleCnt="5"/>
      <dgm:spPr/>
      <dgm:t>
        <a:bodyPr/>
        <a:lstStyle/>
        <a:p>
          <a:endParaRPr lang="en-GB"/>
        </a:p>
      </dgm:t>
    </dgm:pt>
    <dgm:pt modelId="{C41DA4D6-6BDE-4E42-9571-434A34775D25}" type="pres">
      <dgm:prSet presAssocID="{05E85DF6-84EF-4DC1-9C0E-24B15A1F4050}" presName="hierRoot2" presStyleCnt="0"/>
      <dgm:spPr/>
    </dgm:pt>
    <dgm:pt modelId="{6CB68947-2035-4C23-A232-01298BF2BA8A}" type="pres">
      <dgm:prSet presAssocID="{05E85DF6-84EF-4DC1-9C0E-24B15A1F4050}" presName="composite2" presStyleCnt="0"/>
      <dgm:spPr/>
    </dgm:pt>
    <dgm:pt modelId="{662C3179-156C-489E-9269-4021721C5BBC}" type="pres">
      <dgm:prSet presAssocID="{05E85DF6-84EF-4DC1-9C0E-24B15A1F4050}" presName="background2" presStyleLbl="node2" presStyleIdx="3" presStyleCnt="5"/>
      <dgm:spPr/>
    </dgm:pt>
    <dgm:pt modelId="{11A66BEE-7F4C-48E7-831F-7C888B7CC9C0}" type="pres">
      <dgm:prSet presAssocID="{05E85DF6-84EF-4DC1-9C0E-24B15A1F4050}" presName="text2" presStyleLbl="fgAcc2" presStyleIdx="3" presStyleCnt="5">
        <dgm:presLayoutVars>
          <dgm:chPref val="3"/>
        </dgm:presLayoutVars>
      </dgm:prSet>
      <dgm:spPr/>
      <dgm:t>
        <a:bodyPr/>
        <a:lstStyle/>
        <a:p>
          <a:endParaRPr lang="en-GB"/>
        </a:p>
      </dgm:t>
    </dgm:pt>
    <dgm:pt modelId="{103E67B3-D805-48C8-BBDD-C72E65F88DB6}" type="pres">
      <dgm:prSet presAssocID="{05E85DF6-84EF-4DC1-9C0E-24B15A1F4050}" presName="hierChild3" presStyleCnt="0"/>
      <dgm:spPr/>
    </dgm:pt>
    <dgm:pt modelId="{998B4BCF-9FBD-4FCE-BB21-5A3D17E90903}" type="pres">
      <dgm:prSet presAssocID="{1854CB00-7703-42BF-82BE-AD9229BEC4DB}" presName="Name10" presStyleLbl="parChTrans1D2" presStyleIdx="4" presStyleCnt="5"/>
      <dgm:spPr/>
      <dgm:t>
        <a:bodyPr/>
        <a:lstStyle/>
        <a:p>
          <a:endParaRPr lang="en-GB"/>
        </a:p>
      </dgm:t>
    </dgm:pt>
    <dgm:pt modelId="{7B4F0A4F-DFE4-4860-B429-B7335CA4D660}" type="pres">
      <dgm:prSet presAssocID="{54932213-EAC8-4C7B-8F5A-20B5FBC1D941}" presName="hierRoot2" presStyleCnt="0"/>
      <dgm:spPr/>
    </dgm:pt>
    <dgm:pt modelId="{BEF7A9CF-BC03-44AC-A70F-DA3ABC6A6361}" type="pres">
      <dgm:prSet presAssocID="{54932213-EAC8-4C7B-8F5A-20B5FBC1D941}" presName="composite2" presStyleCnt="0"/>
      <dgm:spPr/>
    </dgm:pt>
    <dgm:pt modelId="{54F0EE37-CCF6-4BB1-BA61-F96149AC3718}" type="pres">
      <dgm:prSet presAssocID="{54932213-EAC8-4C7B-8F5A-20B5FBC1D941}" presName="background2" presStyleLbl="node2" presStyleIdx="4" presStyleCnt="5"/>
      <dgm:spPr>
        <a:solidFill>
          <a:schemeClr val="accent2"/>
        </a:solidFill>
      </dgm:spPr>
      <dgm:t>
        <a:bodyPr/>
        <a:lstStyle/>
        <a:p>
          <a:endParaRPr lang="en-GB"/>
        </a:p>
      </dgm:t>
    </dgm:pt>
    <dgm:pt modelId="{731A3CB4-A070-4FAC-BD0B-868C2474FF9D}" type="pres">
      <dgm:prSet presAssocID="{54932213-EAC8-4C7B-8F5A-20B5FBC1D941}" presName="text2" presStyleLbl="fgAcc2" presStyleIdx="4" presStyleCnt="5">
        <dgm:presLayoutVars>
          <dgm:chPref val="3"/>
        </dgm:presLayoutVars>
      </dgm:prSet>
      <dgm:spPr/>
      <dgm:t>
        <a:bodyPr/>
        <a:lstStyle/>
        <a:p>
          <a:endParaRPr lang="en-GB"/>
        </a:p>
      </dgm:t>
    </dgm:pt>
    <dgm:pt modelId="{04883043-1DD8-4A05-98FB-B40D2BEF7E3C}" type="pres">
      <dgm:prSet presAssocID="{54932213-EAC8-4C7B-8F5A-20B5FBC1D941}" presName="hierChild3" presStyleCnt="0"/>
      <dgm:spPr/>
    </dgm:pt>
  </dgm:ptLst>
  <dgm:cxnLst>
    <dgm:cxn modelId="{884CEB1F-EAAF-4EAA-ACF0-4215421C1362}" type="presOf" srcId="{D13CE90B-C4F8-4028-B440-B8ABE71B85FC}" destId="{86F2D633-297E-4951-AA06-4E44F416ABDA}" srcOrd="0" destOrd="0" presId="urn:microsoft.com/office/officeart/2005/8/layout/hierarchy1"/>
    <dgm:cxn modelId="{FAE497C5-8695-4134-BC29-D56155C72E05}" type="presOf" srcId="{54932213-EAC8-4C7B-8F5A-20B5FBC1D941}" destId="{731A3CB4-A070-4FAC-BD0B-868C2474FF9D}" srcOrd="0" destOrd="0" presId="urn:microsoft.com/office/officeart/2005/8/layout/hierarchy1"/>
    <dgm:cxn modelId="{22387A96-7925-4BEB-9058-BC4B05E0CED8}" srcId="{112089D7-DB56-44BC-9769-1386B4FD8DD8}" destId="{54932213-EAC8-4C7B-8F5A-20B5FBC1D941}" srcOrd="4" destOrd="0" parTransId="{1854CB00-7703-42BF-82BE-AD9229BEC4DB}" sibTransId="{0EF9BA69-3D14-4C07-9EC4-EF17AF4CB8AA}"/>
    <dgm:cxn modelId="{B5C18194-C0BF-443F-B3D3-920D575EDC4E}" type="presOf" srcId="{2DF08807-9752-4554-9C7B-82D630B55A19}" destId="{23C94EED-A77F-4371-976F-B726170774FB}" srcOrd="0" destOrd="0" presId="urn:microsoft.com/office/officeart/2005/8/layout/hierarchy1"/>
    <dgm:cxn modelId="{773D38B8-FA6E-4BFF-90D4-AC08A278D36E}" srcId="{112089D7-DB56-44BC-9769-1386B4FD8DD8}" destId="{05E85DF6-84EF-4DC1-9C0E-24B15A1F4050}" srcOrd="3" destOrd="0" parTransId="{07BD20B2-5927-4CC2-B2C4-EDFB0FC32AB1}" sibTransId="{55DAB10F-2E9C-48C0-B311-092E6B97F4D9}"/>
    <dgm:cxn modelId="{40A8C383-E86D-426F-BCEF-F28D1FB007DC}" srcId="{112089D7-DB56-44BC-9769-1386B4FD8DD8}" destId="{540F6093-E2B1-4249-8072-8409C091A3ED}" srcOrd="1" destOrd="0" parTransId="{D13CE90B-C4F8-4028-B440-B8ABE71B85FC}" sibTransId="{EBB6C816-75BA-4032-A988-B826F38813AF}"/>
    <dgm:cxn modelId="{AE689E0A-2A7D-4D4A-880A-678F9AB9FFCC}" type="presOf" srcId="{540F6093-E2B1-4249-8072-8409C091A3ED}" destId="{31A065AE-CC0C-4A23-A523-53E691EEFFAB}" srcOrd="0" destOrd="0" presId="urn:microsoft.com/office/officeart/2005/8/layout/hierarchy1"/>
    <dgm:cxn modelId="{9E86E77B-2C3A-4CE8-8317-98D9A6F469FA}" type="presOf" srcId="{05E85DF6-84EF-4DC1-9C0E-24B15A1F4050}" destId="{11A66BEE-7F4C-48E7-831F-7C888B7CC9C0}" srcOrd="0" destOrd="0" presId="urn:microsoft.com/office/officeart/2005/8/layout/hierarchy1"/>
    <dgm:cxn modelId="{1654DE65-3CA5-4C82-A647-AF5852C59538}" type="presOf" srcId="{112089D7-DB56-44BC-9769-1386B4FD8DD8}" destId="{D2AE8700-D3E8-44E0-BB62-9DE2CB473E4A}" srcOrd="0" destOrd="0" presId="urn:microsoft.com/office/officeart/2005/8/layout/hierarchy1"/>
    <dgm:cxn modelId="{7E70D580-2168-4B2C-B4A1-A917DAD9C38A}" type="presOf" srcId="{60BA8DFA-FEE5-48B4-A53F-029D0609B0CD}" destId="{428A6ACB-E5E7-442F-8200-19708C8F65B6}" srcOrd="0" destOrd="0" presId="urn:microsoft.com/office/officeart/2005/8/layout/hierarchy1"/>
    <dgm:cxn modelId="{7D9CB0E1-6D74-4A04-813C-3B6DFED10838}" type="presOf" srcId="{5FDBDD60-7640-48EC-B68C-CE4840DB47FF}" destId="{B78C52AA-2AA8-4804-A77E-DB1AB1A47534}" srcOrd="0" destOrd="0" presId="urn:microsoft.com/office/officeart/2005/8/layout/hierarchy1"/>
    <dgm:cxn modelId="{1D9A8C34-BFDA-42E8-8377-8A748F064279}" srcId="{3422E5BE-243F-4E67-B5EF-CAAE2A55258B}" destId="{112089D7-DB56-44BC-9769-1386B4FD8DD8}" srcOrd="0" destOrd="0" parTransId="{7FFA24F7-D3D7-4888-A6C8-7B320E8AFE28}" sibTransId="{087D71E9-F27E-4166-BAC2-D72957F22156}"/>
    <dgm:cxn modelId="{4BDDE881-1F90-45A1-B5F6-667EA0563359}" type="presOf" srcId="{3422E5BE-243F-4E67-B5EF-CAAE2A55258B}" destId="{E0C79B75-6F2A-427F-9973-B32F03D84D2F}" srcOrd="0" destOrd="0" presId="urn:microsoft.com/office/officeart/2005/8/layout/hierarchy1"/>
    <dgm:cxn modelId="{8F257EE7-2BD1-46AE-BB17-565051A4059C}" type="presOf" srcId="{07BD20B2-5927-4CC2-B2C4-EDFB0FC32AB1}" destId="{8BD446B4-F119-45FB-A8E7-0421E68F445C}" srcOrd="0" destOrd="0" presId="urn:microsoft.com/office/officeart/2005/8/layout/hierarchy1"/>
    <dgm:cxn modelId="{A79B7D13-8A4C-470E-B032-0534D1DBF550}" type="presOf" srcId="{95BE5E79-368B-421E-B6A4-B44966A1B821}" destId="{8A3633AC-9F60-4D24-B7D7-A4F576164AE7}" srcOrd="0" destOrd="0" presId="urn:microsoft.com/office/officeart/2005/8/layout/hierarchy1"/>
    <dgm:cxn modelId="{DEB22E9E-A5B9-49ED-8C41-DBEFB99A152E}" type="presOf" srcId="{1854CB00-7703-42BF-82BE-AD9229BEC4DB}" destId="{998B4BCF-9FBD-4FCE-BB21-5A3D17E90903}" srcOrd="0" destOrd="0" presId="urn:microsoft.com/office/officeart/2005/8/layout/hierarchy1"/>
    <dgm:cxn modelId="{97DE7FEC-2B6E-4211-AC10-8F275461FCE0}" srcId="{112089D7-DB56-44BC-9769-1386B4FD8DD8}" destId="{2DF08807-9752-4554-9C7B-82D630B55A19}" srcOrd="0" destOrd="0" parTransId="{60BA8DFA-FEE5-48B4-A53F-029D0609B0CD}" sibTransId="{97A99BCF-D153-44BA-9041-CA37C8107756}"/>
    <dgm:cxn modelId="{208A39F8-D02A-48E3-B697-1135D80124E5}" srcId="{112089D7-DB56-44BC-9769-1386B4FD8DD8}" destId="{5FDBDD60-7640-48EC-B68C-CE4840DB47FF}" srcOrd="2" destOrd="0" parTransId="{95BE5E79-368B-421E-B6A4-B44966A1B821}" sibTransId="{F4A78AD6-7DF1-4391-A1E6-35335579DB51}"/>
    <dgm:cxn modelId="{C09E89CF-40AA-4701-A6E9-93EDF557569B}" type="presParOf" srcId="{E0C79B75-6F2A-427F-9973-B32F03D84D2F}" destId="{7AA0E0BE-40B8-4955-B436-DC5C219F9F48}" srcOrd="0" destOrd="0" presId="urn:microsoft.com/office/officeart/2005/8/layout/hierarchy1"/>
    <dgm:cxn modelId="{BDD23C7A-5E15-4CA1-8D1C-B13D05288E33}" type="presParOf" srcId="{7AA0E0BE-40B8-4955-B436-DC5C219F9F48}" destId="{C811776F-A264-4DBA-85FE-D79EC3B0C6AD}" srcOrd="0" destOrd="0" presId="urn:microsoft.com/office/officeart/2005/8/layout/hierarchy1"/>
    <dgm:cxn modelId="{8992F0EE-7D34-47FF-9863-071EA35DE3D4}" type="presParOf" srcId="{C811776F-A264-4DBA-85FE-D79EC3B0C6AD}" destId="{79C7EE13-B1FF-4528-A70E-D56FA520B699}" srcOrd="0" destOrd="0" presId="urn:microsoft.com/office/officeart/2005/8/layout/hierarchy1"/>
    <dgm:cxn modelId="{39733B60-E1B2-4907-A659-30FBB6901BC0}" type="presParOf" srcId="{C811776F-A264-4DBA-85FE-D79EC3B0C6AD}" destId="{D2AE8700-D3E8-44E0-BB62-9DE2CB473E4A}" srcOrd="1" destOrd="0" presId="urn:microsoft.com/office/officeart/2005/8/layout/hierarchy1"/>
    <dgm:cxn modelId="{3557A0D7-2B5A-44EC-A0A5-891B20D179F6}" type="presParOf" srcId="{7AA0E0BE-40B8-4955-B436-DC5C219F9F48}" destId="{9124FD63-A81C-4DC3-B1D5-E331F5FE3F8C}" srcOrd="1" destOrd="0" presId="urn:microsoft.com/office/officeart/2005/8/layout/hierarchy1"/>
    <dgm:cxn modelId="{D76A5226-A20A-40A5-B6B5-D43E86860B39}" type="presParOf" srcId="{9124FD63-A81C-4DC3-B1D5-E331F5FE3F8C}" destId="{428A6ACB-E5E7-442F-8200-19708C8F65B6}" srcOrd="0" destOrd="0" presId="urn:microsoft.com/office/officeart/2005/8/layout/hierarchy1"/>
    <dgm:cxn modelId="{DF8D0A46-6633-4BBB-9DB0-2A568372471C}" type="presParOf" srcId="{9124FD63-A81C-4DC3-B1D5-E331F5FE3F8C}" destId="{15720497-A8AC-45A6-A885-76D1D5B961B4}" srcOrd="1" destOrd="0" presId="urn:microsoft.com/office/officeart/2005/8/layout/hierarchy1"/>
    <dgm:cxn modelId="{BE479314-E7E4-428C-8A53-1F8CEAFEA665}" type="presParOf" srcId="{15720497-A8AC-45A6-A885-76D1D5B961B4}" destId="{2CBF7715-EA5D-40A2-8842-ABDC1D5BCAD3}" srcOrd="0" destOrd="0" presId="urn:microsoft.com/office/officeart/2005/8/layout/hierarchy1"/>
    <dgm:cxn modelId="{6D2798DF-BC04-4C72-8EB9-06557CB18C9D}" type="presParOf" srcId="{2CBF7715-EA5D-40A2-8842-ABDC1D5BCAD3}" destId="{6B2407FB-E314-49A4-B3D2-04A8D42F3540}" srcOrd="0" destOrd="0" presId="urn:microsoft.com/office/officeart/2005/8/layout/hierarchy1"/>
    <dgm:cxn modelId="{3C843A49-B465-4494-96C7-1100A6AA23CC}" type="presParOf" srcId="{2CBF7715-EA5D-40A2-8842-ABDC1D5BCAD3}" destId="{23C94EED-A77F-4371-976F-B726170774FB}" srcOrd="1" destOrd="0" presId="urn:microsoft.com/office/officeart/2005/8/layout/hierarchy1"/>
    <dgm:cxn modelId="{13B57EA0-F930-4AA3-AFA7-8D30013251E6}" type="presParOf" srcId="{15720497-A8AC-45A6-A885-76D1D5B961B4}" destId="{E660586D-1EC6-4579-BA6B-DD21B407B516}" srcOrd="1" destOrd="0" presId="urn:microsoft.com/office/officeart/2005/8/layout/hierarchy1"/>
    <dgm:cxn modelId="{FAC346C8-CDF5-4DC4-982E-8E3E0CEBC233}" type="presParOf" srcId="{9124FD63-A81C-4DC3-B1D5-E331F5FE3F8C}" destId="{86F2D633-297E-4951-AA06-4E44F416ABDA}" srcOrd="2" destOrd="0" presId="urn:microsoft.com/office/officeart/2005/8/layout/hierarchy1"/>
    <dgm:cxn modelId="{8FDC4D4A-DDD8-457B-BEB1-25FA643FA330}" type="presParOf" srcId="{9124FD63-A81C-4DC3-B1D5-E331F5FE3F8C}" destId="{C350DA14-FB4D-4FC2-BD52-5D6B8A39E729}" srcOrd="3" destOrd="0" presId="urn:microsoft.com/office/officeart/2005/8/layout/hierarchy1"/>
    <dgm:cxn modelId="{9F853889-2370-4F9B-BB57-1672070765B9}" type="presParOf" srcId="{C350DA14-FB4D-4FC2-BD52-5D6B8A39E729}" destId="{9769DB49-F7DF-4C13-A316-6627FC058962}" srcOrd="0" destOrd="0" presId="urn:microsoft.com/office/officeart/2005/8/layout/hierarchy1"/>
    <dgm:cxn modelId="{939087E7-479F-4871-9C87-A4F35BB8D11A}" type="presParOf" srcId="{9769DB49-F7DF-4C13-A316-6627FC058962}" destId="{40A92E27-C758-4281-8E6D-1E3EC3382CD2}" srcOrd="0" destOrd="0" presId="urn:microsoft.com/office/officeart/2005/8/layout/hierarchy1"/>
    <dgm:cxn modelId="{0536C762-C832-470A-B607-A4EA952170D4}" type="presParOf" srcId="{9769DB49-F7DF-4C13-A316-6627FC058962}" destId="{31A065AE-CC0C-4A23-A523-53E691EEFFAB}" srcOrd="1" destOrd="0" presId="urn:microsoft.com/office/officeart/2005/8/layout/hierarchy1"/>
    <dgm:cxn modelId="{7BFE6A90-0742-4D46-A9AB-26B5B5774372}" type="presParOf" srcId="{C350DA14-FB4D-4FC2-BD52-5D6B8A39E729}" destId="{CCE28BBB-DD72-4738-9B8E-8B124723AE03}" srcOrd="1" destOrd="0" presId="urn:microsoft.com/office/officeart/2005/8/layout/hierarchy1"/>
    <dgm:cxn modelId="{B8A83289-2C1B-4B97-BD39-47239D2D4D86}" type="presParOf" srcId="{9124FD63-A81C-4DC3-B1D5-E331F5FE3F8C}" destId="{8A3633AC-9F60-4D24-B7D7-A4F576164AE7}" srcOrd="4" destOrd="0" presId="urn:microsoft.com/office/officeart/2005/8/layout/hierarchy1"/>
    <dgm:cxn modelId="{7D7FECBF-C591-44BA-99DA-FC7961F7C5EC}" type="presParOf" srcId="{9124FD63-A81C-4DC3-B1D5-E331F5FE3F8C}" destId="{D2440653-CFA4-4A34-8B3A-735F9AACD0A0}" srcOrd="5" destOrd="0" presId="urn:microsoft.com/office/officeart/2005/8/layout/hierarchy1"/>
    <dgm:cxn modelId="{9F61A56E-60FC-4701-BF08-ABA8932AD3F1}" type="presParOf" srcId="{D2440653-CFA4-4A34-8B3A-735F9AACD0A0}" destId="{5612E31E-7A9B-4D6D-A582-F45231322356}" srcOrd="0" destOrd="0" presId="urn:microsoft.com/office/officeart/2005/8/layout/hierarchy1"/>
    <dgm:cxn modelId="{AFB78D1D-B93C-4E41-8497-4376B7B9E539}" type="presParOf" srcId="{5612E31E-7A9B-4D6D-A582-F45231322356}" destId="{3A14B81D-6501-4A9C-93E8-C0D8D63BD171}" srcOrd="0" destOrd="0" presId="urn:microsoft.com/office/officeart/2005/8/layout/hierarchy1"/>
    <dgm:cxn modelId="{7306FF71-F5BF-4F8A-A9FB-B41FEAFB7FEF}" type="presParOf" srcId="{5612E31E-7A9B-4D6D-A582-F45231322356}" destId="{B78C52AA-2AA8-4804-A77E-DB1AB1A47534}" srcOrd="1" destOrd="0" presId="urn:microsoft.com/office/officeart/2005/8/layout/hierarchy1"/>
    <dgm:cxn modelId="{294C4345-FB48-4C7E-B26F-5E889AE55D03}" type="presParOf" srcId="{D2440653-CFA4-4A34-8B3A-735F9AACD0A0}" destId="{CCC55B47-6F2A-43D8-8D89-49C353D0AD52}" srcOrd="1" destOrd="0" presId="urn:microsoft.com/office/officeart/2005/8/layout/hierarchy1"/>
    <dgm:cxn modelId="{33C92A2D-8764-41E6-BA48-B952C0F40233}" type="presParOf" srcId="{9124FD63-A81C-4DC3-B1D5-E331F5FE3F8C}" destId="{8BD446B4-F119-45FB-A8E7-0421E68F445C}" srcOrd="6" destOrd="0" presId="urn:microsoft.com/office/officeart/2005/8/layout/hierarchy1"/>
    <dgm:cxn modelId="{1D2E238F-A763-4055-842D-EE55A325D74B}" type="presParOf" srcId="{9124FD63-A81C-4DC3-B1D5-E331F5FE3F8C}" destId="{C41DA4D6-6BDE-4E42-9571-434A34775D25}" srcOrd="7" destOrd="0" presId="urn:microsoft.com/office/officeart/2005/8/layout/hierarchy1"/>
    <dgm:cxn modelId="{CF85DE3B-8135-4BC2-9982-693C3941557B}" type="presParOf" srcId="{C41DA4D6-6BDE-4E42-9571-434A34775D25}" destId="{6CB68947-2035-4C23-A232-01298BF2BA8A}" srcOrd="0" destOrd="0" presId="urn:microsoft.com/office/officeart/2005/8/layout/hierarchy1"/>
    <dgm:cxn modelId="{E2FEE9AE-E95C-4B32-99AD-140C25BA639C}" type="presParOf" srcId="{6CB68947-2035-4C23-A232-01298BF2BA8A}" destId="{662C3179-156C-489E-9269-4021721C5BBC}" srcOrd="0" destOrd="0" presId="urn:microsoft.com/office/officeart/2005/8/layout/hierarchy1"/>
    <dgm:cxn modelId="{611CF558-2471-4BD6-9265-2B98C770B6DD}" type="presParOf" srcId="{6CB68947-2035-4C23-A232-01298BF2BA8A}" destId="{11A66BEE-7F4C-48E7-831F-7C888B7CC9C0}" srcOrd="1" destOrd="0" presId="urn:microsoft.com/office/officeart/2005/8/layout/hierarchy1"/>
    <dgm:cxn modelId="{0233ECFE-E31B-4DD2-A779-E4746A6D8E6D}" type="presParOf" srcId="{C41DA4D6-6BDE-4E42-9571-434A34775D25}" destId="{103E67B3-D805-48C8-BBDD-C72E65F88DB6}" srcOrd="1" destOrd="0" presId="urn:microsoft.com/office/officeart/2005/8/layout/hierarchy1"/>
    <dgm:cxn modelId="{E80AB0F5-9987-4445-ACA6-F68069783E7B}" type="presParOf" srcId="{9124FD63-A81C-4DC3-B1D5-E331F5FE3F8C}" destId="{998B4BCF-9FBD-4FCE-BB21-5A3D17E90903}" srcOrd="8" destOrd="0" presId="urn:microsoft.com/office/officeart/2005/8/layout/hierarchy1"/>
    <dgm:cxn modelId="{A8A056B9-6E48-469B-8833-F3FE08557EFF}" type="presParOf" srcId="{9124FD63-A81C-4DC3-B1D5-E331F5FE3F8C}" destId="{7B4F0A4F-DFE4-4860-B429-B7335CA4D660}" srcOrd="9" destOrd="0" presId="urn:microsoft.com/office/officeart/2005/8/layout/hierarchy1"/>
    <dgm:cxn modelId="{6D6735F3-C134-4525-9B4E-2125F4A5957B}" type="presParOf" srcId="{7B4F0A4F-DFE4-4860-B429-B7335CA4D660}" destId="{BEF7A9CF-BC03-44AC-A70F-DA3ABC6A6361}" srcOrd="0" destOrd="0" presId="urn:microsoft.com/office/officeart/2005/8/layout/hierarchy1"/>
    <dgm:cxn modelId="{A8407AD2-DD6F-4D30-A119-502DD657EEB9}" type="presParOf" srcId="{BEF7A9CF-BC03-44AC-A70F-DA3ABC6A6361}" destId="{54F0EE37-CCF6-4BB1-BA61-F96149AC3718}" srcOrd="0" destOrd="0" presId="urn:microsoft.com/office/officeart/2005/8/layout/hierarchy1"/>
    <dgm:cxn modelId="{16A31893-CC6F-4ECA-BE64-73A583A94808}" type="presParOf" srcId="{BEF7A9CF-BC03-44AC-A70F-DA3ABC6A6361}" destId="{731A3CB4-A070-4FAC-BD0B-868C2474FF9D}" srcOrd="1" destOrd="0" presId="urn:microsoft.com/office/officeart/2005/8/layout/hierarchy1"/>
    <dgm:cxn modelId="{55297A4C-5953-45CB-8FF7-CB0F4DBA2D9B}" type="presParOf" srcId="{7B4F0A4F-DFE4-4860-B429-B7335CA4D660}" destId="{04883043-1DD8-4A05-98FB-B40D2BEF7E3C}"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68891-DCB4-4DDA-8D42-EA0702C282F4}">
      <dsp:nvSpPr>
        <dsp:cNvPr id="0" name=""/>
        <dsp:cNvSpPr/>
      </dsp:nvSpPr>
      <dsp:spPr>
        <a:xfrm>
          <a:off x="2849590" y="809"/>
          <a:ext cx="1357603" cy="882442"/>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GB" sz="1600" kern="1200" dirty="0" smtClean="0"/>
            <a:t>Process </a:t>
          </a:r>
          <a:r>
            <a:rPr lang="en-GB" sz="1600" kern="1200" dirty="0" smtClean="0">
              <a:latin typeface="Corbel" panose="020B0503020204020204" pitchFamily="34" charset="0"/>
            </a:rPr>
            <a:t>Specification</a:t>
          </a:r>
          <a:endParaRPr lang="en-GB" sz="1600" kern="1200" dirty="0">
            <a:latin typeface="Corbel" panose="020B0503020204020204" pitchFamily="34" charset="0"/>
          </a:endParaRPr>
        </a:p>
      </dsp:txBody>
      <dsp:txXfrm>
        <a:off x="2892667" y="43886"/>
        <a:ext cx="1271449" cy="796288"/>
      </dsp:txXfrm>
    </dsp:sp>
    <dsp:sp modelId="{EEF577B0-BF1B-4E99-A46A-097D31338B25}">
      <dsp:nvSpPr>
        <dsp:cNvPr id="0" name=""/>
        <dsp:cNvSpPr/>
      </dsp:nvSpPr>
      <dsp:spPr>
        <a:xfrm>
          <a:off x="1450143" y="442031"/>
          <a:ext cx="4156497" cy="4156497"/>
        </a:xfrm>
        <a:custGeom>
          <a:avLst/>
          <a:gdLst/>
          <a:ahLst/>
          <a:cxnLst/>
          <a:rect l="0" t="0" r="0" b="0"/>
          <a:pathLst>
            <a:path>
              <a:moveTo>
                <a:pt x="2765718" y="116998"/>
              </a:moveTo>
              <a:arcTo wR="2078248" hR="2078248" stAng="17359014" swAng="1500441"/>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D6A8E2AC-115F-493E-A090-C7B85EC67B38}">
      <dsp:nvSpPr>
        <dsp:cNvPr id="0" name=""/>
        <dsp:cNvSpPr/>
      </dsp:nvSpPr>
      <dsp:spPr>
        <a:xfrm>
          <a:off x="4649406" y="1039934"/>
          <a:ext cx="1357603" cy="882442"/>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GB" sz="1600" kern="1200" dirty="0" smtClean="0"/>
            <a:t> Activities </a:t>
          </a:r>
          <a:r>
            <a:rPr lang="en-GB" sz="1600" kern="1200" dirty="0" smtClean="0">
              <a:latin typeface="Corbel" panose="020B0503020204020204" pitchFamily="34" charset="0"/>
            </a:rPr>
            <a:t>Specification</a:t>
          </a:r>
          <a:endParaRPr lang="en-GB" sz="1600" kern="1200" dirty="0">
            <a:latin typeface="Corbel" panose="020B0503020204020204" pitchFamily="34" charset="0"/>
          </a:endParaRPr>
        </a:p>
      </dsp:txBody>
      <dsp:txXfrm>
        <a:off x="4692483" y="1083011"/>
        <a:ext cx="1271449" cy="796288"/>
      </dsp:txXfrm>
    </dsp:sp>
    <dsp:sp modelId="{8A8E8891-100D-47D8-B653-B23A023387F8}">
      <dsp:nvSpPr>
        <dsp:cNvPr id="0" name=""/>
        <dsp:cNvSpPr/>
      </dsp:nvSpPr>
      <dsp:spPr>
        <a:xfrm>
          <a:off x="1450143" y="442031"/>
          <a:ext cx="4156497" cy="4156497"/>
        </a:xfrm>
        <a:custGeom>
          <a:avLst/>
          <a:gdLst/>
          <a:ahLst/>
          <a:cxnLst/>
          <a:rect l="0" t="0" r="0" b="0"/>
          <a:pathLst>
            <a:path>
              <a:moveTo>
                <a:pt x="4072040" y="1491808"/>
              </a:moveTo>
              <a:arcTo wR="2078248" hR="2078248" stAng="20616578" swAng="1966845"/>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FFEAF6B0-5379-4D2C-9C2B-04E30292FC8D}">
      <dsp:nvSpPr>
        <dsp:cNvPr id="0" name=""/>
        <dsp:cNvSpPr/>
      </dsp:nvSpPr>
      <dsp:spPr>
        <a:xfrm>
          <a:off x="4649406" y="3118183"/>
          <a:ext cx="1357603" cy="882442"/>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GB" sz="1600" kern="1200" dirty="0" smtClean="0">
              <a:latin typeface="Corbel" panose="020B0503020204020204" pitchFamily="34" charset="0"/>
            </a:rPr>
            <a:t>Data</a:t>
          </a:r>
          <a:r>
            <a:rPr lang="en-GB" sz="1600" kern="1200" dirty="0" smtClean="0"/>
            <a:t> Specification</a:t>
          </a:r>
          <a:endParaRPr lang="en-GB" sz="1600" kern="1200" dirty="0"/>
        </a:p>
      </dsp:txBody>
      <dsp:txXfrm>
        <a:off x="4692483" y="3161260"/>
        <a:ext cx="1271449" cy="796288"/>
      </dsp:txXfrm>
    </dsp:sp>
    <dsp:sp modelId="{15C49F12-C505-40C6-B9F4-1FCCB2203DF7}">
      <dsp:nvSpPr>
        <dsp:cNvPr id="0" name=""/>
        <dsp:cNvSpPr/>
      </dsp:nvSpPr>
      <dsp:spPr>
        <a:xfrm>
          <a:off x="1450143" y="442031"/>
          <a:ext cx="4156497" cy="4156497"/>
        </a:xfrm>
        <a:custGeom>
          <a:avLst/>
          <a:gdLst/>
          <a:ahLst/>
          <a:cxnLst/>
          <a:rect l="0" t="0" r="0" b="0"/>
          <a:pathLst>
            <a:path>
              <a:moveTo>
                <a:pt x="3530359" y="3565022"/>
              </a:moveTo>
              <a:arcTo wR="2078248" hR="2078248" stAng="2740545" swAng="1500441"/>
            </a:path>
          </a:pathLst>
        </a:custGeom>
        <a:noFill/>
        <a:ln w="6350" cap="flat" cmpd="sng" algn="ctr">
          <a:solidFill>
            <a:schemeClr val="accent4">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567AA5A0-1732-4C99-9A8C-C642E2BB8C3F}">
      <dsp:nvSpPr>
        <dsp:cNvPr id="0" name=""/>
        <dsp:cNvSpPr/>
      </dsp:nvSpPr>
      <dsp:spPr>
        <a:xfrm>
          <a:off x="2849590" y="4157307"/>
          <a:ext cx="1357603" cy="882442"/>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GB" sz="1600" kern="1200" dirty="0" smtClean="0">
              <a:latin typeface="Corbel" panose="020B0503020204020204" pitchFamily="34" charset="0"/>
            </a:rPr>
            <a:t>Business</a:t>
          </a:r>
          <a:r>
            <a:rPr lang="en-GB" sz="1600" kern="1200" dirty="0" smtClean="0"/>
            <a:t> Rules Specification</a:t>
          </a:r>
          <a:endParaRPr lang="en-GB" sz="1600" kern="1200" dirty="0"/>
        </a:p>
      </dsp:txBody>
      <dsp:txXfrm>
        <a:off x="2892667" y="4200384"/>
        <a:ext cx="1271449" cy="796288"/>
      </dsp:txXfrm>
    </dsp:sp>
    <dsp:sp modelId="{5D17457B-E1C5-40FA-A1EC-6756D666C637}">
      <dsp:nvSpPr>
        <dsp:cNvPr id="0" name=""/>
        <dsp:cNvSpPr/>
      </dsp:nvSpPr>
      <dsp:spPr>
        <a:xfrm>
          <a:off x="1450143" y="442031"/>
          <a:ext cx="4156497" cy="4156497"/>
        </a:xfrm>
        <a:custGeom>
          <a:avLst/>
          <a:gdLst/>
          <a:ahLst/>
          <a:cxnLst/>
          <a:rect l="0" t="0" r="0" b="0"/>
          <a:pathLst>
            <a:path>
              <a:moveTo>
                <a:pt x="1390778" y="4039499"/>
              </a:moveTo>
              <a:arcTo wR="2078248" hR="2078248" stAng="6559014" swAng="1500441"/>
            </a:path>
          </a:pathLst>
        </a:custGeom>
        <a:noFill/>
        <a:ln w="6350" cap="flat" cmpd="sng" algn="ctr">
          <a:solidFill>
            <a:schemeClr val="accent5">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FF696E88-F1B4-418A-8C23-599F197926FC}">
      <dsp:nvSpPr>
        <dsp:cNvPr id="0" name=""/>
        <dsp:cNvSpPr/>
      </dsp:nvSpPr>
      <dsp:spPr>
        <a:xfrm>
          <a:off x="1049773" y="3118183"/>
          <a:ext cx="1357603" cy="882442"/>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GB" sz="1600" kern="1200" dirty="0" smtClean="0"/>
            <a:t>Goal </a:t>
          </a:r>
          <a:r>
            <a:rPr lang="en-GB" sz="1600" kern="1200" dirty="0" smtClean="0">
              <a:latin typeface="Corbel" panose="020B0503020204020204" pitchFamily="34" charset="0"/>
            </a:rPr>
            <a:t>Specification</a:t>
          </a:r>
          <a:endParaRPr lang="en-GB" sz="1600" kern="1200" dirty="0">
            <a:latin typeface="Corbel" panose="020B0503020204020204" pitchFamily="34" charset="0"/>
          </a:endParaRPr>
        </a:p>
      </dsp:txBody>
      <dsp:txXfrm>
        <a:off x="1092850" y="3161260"/>
        <a:ext cx="1271449" cy="796288"/>
      </dsp:txXfrm>
    </dsp:sp>
    <dsp:sp modelId="{C27819FD-A95F-438C-9FC8-9EF975412D11}">
      <dsp:nvSpPr>
        <dsp:cNvPr id="0" name=""/>
        <dsp:cNvSpPr/>
      </dsp:nvSpPr>
      <dsp:spPr>
        <a:xfrm>
          <a:off x="1450143" y="442031"/>
          <a:ext cx="4156497" cy="4156497"/>
        </a:xfrm>
        <a:custGeom>
          <a:avLst/>
          <a:gdLst/>
          <a:ahLst/>
          <a:cxnLst/>
          <a:rect l="0" t="0" r="0" b="0"/>
          <a:pathLst>
            <a:path>
              <a:moveTo>
                <a:pt x="84457" y="2664689"/>
              </a:moveTo>
              <a:arcTo wR="2078248" hR="2078248" stAng="9816578" swAng="1966845"/>
            </a:path>
          </a:pathLst>
        </a:custGeom>
        <a:noFill/>
        <a:ln w="6350" cap="flat" cmpd="sng" algn="ctr">
          <a:solidFill>
            <a:schemeClr val="accent6">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51024184-D190-421E-B06B-5F04C919EC14}">
      <dsp:nvSpPr>
        <dsp:cNvPr id="0" name=""/>
        <dsp:cNvSpPr/>
      </dsp:nvSpPr>
      <dsp:spPr>
        <a:xfrm>
          <a:off x="1049773" y="1039934"/>
          <a:ext cx="1357603" cy="882442"/>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GB" sz="1600" kern="1200" dirty="0" smtClean="0">
              <a:latin typeface="Corbel" panose="020B0503020204020204" pitchFamily="34" charset="0"/>
            </a:rPr>
            <a:t>Knowledge Workers Specification</a:t>
          </a:r>
          <a:endParaRPr lang="en-GB" sz="1600" kern="1200" dirty="0">
            <a:latin typeface="Corbel" panose="020B0503020204020204" pitchFamily="34" charset="0"/>
          </a:endParaRPr>
        </a:p>
      </dsp:txBody>
      <dsp:txXfrm>
        <a:off x="1092850" y="1083011"/>
        <a:ext cx="1271449" cy="796288"/>
      </dsp:txXfrm>
    </dsp:sp>
    <dsp:sp modelId="{CA3ED16E-2E81-4C91-84F8-CF5331B4C05C}">
      <dsp:nvSpPr>
        <dsp:cNvPr id="0" name=""/>
        <dsp:cNvSpPr/>
      </dsp:nvSpPr>
      <dsp:spPr>
        <a:xfrm>
          <a:off x="1450143" y="442031"/>
          <a:ext cx="4156497" cy="4156497"/>
        </a:xfrm>
        <a:custGeom>
          <a:avLst/>
          <a:gdLst/>
          <a:ahLst/>
          <a:cxnLst/>
          <a:rect l="0" t="0" r="0" b="0"/>
          <a:pathLst>
            <a:path>
              <a:moveTo>
                <a:pt x="626138" y="591475"/>
              </a:moveTo>
              <a:arcTo wR="2078248" hR="2078248" stAng="13540545" swAng="1500441"/>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8B4BCF-9FBD-4FCE-BB21-5A3D17E90903}">
      <dsp:nvSpPr>
        <dsp:cNvPr id="0" name=""/>
        <dsp:cNvSpPr/>
      </dsp:nvSpPr>
      <dsp:spPr>
        <a:xfrm>
          <a:off x="3851810" y="1289082"/>
          <a:ext cx="3195502" cy="380192"/>
        </a:xfrm>
        <a:custGeom>
          <a:avLst/>
          <a:gdLst/>
          <a:ahLst/>
          <a:cxnLst/>
          <a:rect l="0" t="0" r="0" b="0"/>
          <a:pathLst>
            <a:path>
              <a:moveTo>
                <a:pt x="0" y="0"/>
              </a:moveTo>
              <a:lnTo>
                <a:pt x="0" y="259089"/>
              </a:lnTo>
              <a:lnTo>
                <a:pt x="3195502" y="259089"/>
              </a:lnTo>
              <a:lnTo>
                <a:pt x="3195502" y="380192"/>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BD446B4-F119-45FB-A8E7-0421E68F445C}">
      <dsp:nvSpPr>
        <dsp:cNvPr id="0" name=""/>
        <dsp:cNvSpPr/>
      </dsp:nvSpPr>
      <dsp:spPr>
        <a:xfrm>
          <a:off x="3851810" y="1289082"/>
          <a:ext cx="1597751" cy="380192"/>
        </a:xfrm>
        <a:custGeom>
          <a:avLst/>
          <a:gdLst/>
          <a:ahLst/>
          <a:cxnLst/>
          <a:rect l="0" t="0" r="0" b="0"/>
          <a:pathLst>
            <a:path>
              <a:moveTo>
                <a:pt x="0" y="0"/>
              </a:moveTo>
              <a:lnTo>
                <a:pt x="0" y="259089"/>
              </a:lnTo>
              <a:lnTo>
                <a:pt x="1597751" y="259089"/>
              </a:lnTo>
              <a:lnTo>
                <a:pt x="1597751" y="380192"/>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A3633AC-9F60-4D24-B7D7-A4F576164AE7}">
      <dsp:nvSpPr>
        <dsp:cNvPr id="0" name=""/>
        <dsp:cNvSpPr/>
      </dsp:nvSpPr>
      <dsp:spPr>
        <a:xfrm>
          <a:off x="2228531" y="1289082"/>
          <a:ext cx="1623279" cy="359190"/>
        </a:xfrm>
        <a:custGeom>
          <a:avLst/>
          <a:gdLst/>
          <a:ahLst/>
          <a:cxnLst/>
          <a:rect l="0" t="0" r="0" b="0"/>
          <a:pathLst>
            <a:path>
              <a:moveTo>
                <a:pt x="1623279" y="0"/>
              </a:moveTo>
              <a:lnTo>
                <a:pt x="1623279" y="238088"/>
              </a:lnTo>
              <a:lnTo>
                <a:pt x="0" y="238088"/>
              </a:lnTo>
              <a:lnTo>
                <a:pt x="0" y="359190"/>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6F2D633-297E-4951-AA06-4E44F416ABDA}">
      <dsp:nvSpPr>
        <dsp:cNvPr id="0" name=""/>
        <dsp:cNvSpPr/>
      </dsp:nvSpPr>
      <dsp:spPr>
        <a:xfrm>
          <a:off x="3806090" y="1289082"/>
          <a:ext cx="91440" cy="359190"/>
        </a:xfrm>
        <a:custGeom>
          <a:avLst/>
          <a:gdLst/>
          <a:ahLst/>
          <a:cxnLst/>
          <a:rect l="0" t="0" r="0" b="0"/>
          <a:pathLst>
            <a:path>
              <a:moveTo>
                <a:pt x="45720" y="0"/>
              </a:moveTo>
              <a:lnTo>
                <a:pt x="45720" y="238088"/>
              </a:lnTo>
              <a:lnTo>
                <a:pt x="53678" y="238088"/>
              </a:lnTo>
              <a:lnTo>
                <a:pt x="53678" y="359190"/>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28A6ACB-E5E7-442F-8200-19708C8F65B6}">
      <dsp:nvSpPr>
        <dsp:cNvPr id="0" name=""/>
        <dsp:cNvSpPr/>
      </dsp:nvSpPr>
      <dsp:spPr>
        <a:xfrm>
          <a:off x="656308" y="1289082"/>
          <a:ext cx="3195502" cy="380192"/>
        </a:xfrm>
        <a:custGeom>
          <a:avLst/>
          <a:gdLst/>
          <a:ahLst/>
          <a:cxnLst/>
          <a:rect l="0" t="0" r="0" b="0"/>
          <a:pathLst>
            <a:path>
              <a:moveTo>
                <a:pt x="3195502" y="0"/>
              </a:moveTo>
              <a:lnTo>
                <a:pt x="3195502" y="259089"/>
              </a:lnTo>
              <a:lnTo>
                <a:pt x="0" y="259089"/>
              </a:lnTo>
              <a:lnTo>
                <a:pt x="0" y="380192"/>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9C7EE13-B1FF-4528-A70E-D56FA520B699}">
      <dsp:nvSpPr>
        <dsp:cNvPr id="0" name=""/>
        <dsp:cNvSpPr/>
      </dsp:nvSpPr>
      <dsp:spPr>
        <a:xfrm>
          <a:off x="3198185" y="458977"/>
          <a:ext cx="1307251" cy="830104"/>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2AE8700-D3E8-44E0-BB62-9DE2CB473E4A}">
      <dsp:nvSpPr>
        <dsp:cNvPr id="0" name=""/>
        <dsp:cNvSpPr/>
      </dsp:nvSpPr>
      <dsp:spPr>
        <a:xfrm>
          <a:off x="3343435" y="596965"/>
          <a:ext cx="1307251" cy="830104"/>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GB" sz="2100" kern="1200" dirty="0" smtClean="0"/>
            <a:t>Extended BPMN</a:t>
          </a:r>
          <a:endParaRPr lang="en-GB" sz="2100" kern="1200" dirty="0"/>
        </a:p>
      </dsp:txBody>
      <dsp:txXfrm>
        <a:off x="3367748" y="621278"/>
        <a:ext cx="1258625" cy="781478"/>
      </dsp:txXfrm>
    </dsp:sp>
    <dsp:sp modelId="{6B2407FB-E314-49A4-B3D2-04A8D42F3540}">
      <dsp:nvSpPr>
        <dsp:cNvPr id="0" name=""/>
        <dsp:cNvSpPr/>
      </dsp:nvSpPr>
      <dsp:spPr>
        <a:xfrm>
          <a:off x="2682" y="1669274"/>
          <a:ext cx="1307251" cy="830104"/>
        </a:xfrm>
        <a:prstGeom prst="roundRect">
          <a:avLst>
            <a:gd name="adj" fmla="val 10000"/>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3C94EED-A77F-4371-976F-B726170774FB}">
      <dsp:nvSpPr>
        <dsp:cNvPr id="0" name=""/>
        <dsp:cNvSpPr/>
      </dsp:nvSpPr>
      <dsp:spPr>
        <a:xfrm>
          <a:off x="147932" y="1807261"/>
          <a:ext cx="1307251" cy="830104"/>
        </a:xfrm>
        <a:prstGeom prst="roundRect">
          <a:avLst>
            <a:gd name="adj" fmla="val 10000"/>
          </a:avLst>
        </a:prstGeom>
        <a:solidFill>
          <a:schemeClr val="bg1">
            <a:alpha val="90000"/>
          </a:schemeClr>
        </a:solidFill>
        <a:ln w="25400" cap="flat" cmpd="sng" algn="ctr">
          <a:solidFill>
            <a:schemeClr val="accent4"/>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GB" sz="2100" kern="1200" dirty="0" smtClean="0">
              <a:latin typeface="Corbel" panose="020B0503020204020204" pitchFamily="34" charset="0"/>
            </a:rPr>
            <a:t>Process</a:t>
          </a:r>
          <a:endParaRPr lang="en-GB" sz="2100" kern="1200" dirty="0">
            <a:latin typeface="Corbel" panose="020B0503020204020204" pitchFamily="34" charset="0"/>
          </a:endParaRPr>
        </a:p>
      </dsp:txBody>
      <dsp:txXfrm>
        <a:off x="172245" y="1831574"/>
        <a:ext cx="1258625" cy="781478"/>
      </dsp:txXfrm>
    </dsp:sp>
    <dsp:sp modelId="{40A92E27-C758-4281-8E6D-1E3EC3382CD2}">
      <dsp:nvSpPr>
        <dsp:cNvPr id="0" name=""/>
        <dsp:cNvSpPr/>
      </dsp:nvSpPr>
      <dsp:spPr>
        <a:xfrm>
          <a:off x="3206143" y="1648272"/>
          <a:ext cx="1307251" cy="830104"/>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A065AE-CC0C-4A23-A523-53E691EEFFAB}">
      <dsp:nvSpPr>
        <dsp:cNvPr id="0" name=""/>
        <dsp:cNvSpPr/>
      </dsp:nvSpPr>
      <dsp:spPr>
        <a:xfrm>
          <a:off x="3351393" y="1786260"/>
          <a:ext cx="1307251" cy="830104"/>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GB" sz="2100" kern="1200" dirty="0" smtClean="0">
              <a:latin typeface="Corbel" panose="020B0503020204020204" pitchFamily="34" charset="0"/>
            </a:rPr>
            <a:t>Goal</a:t>
          </a:r>
          <a:endParaRPr lang="en-GB" sz="2100" kern="1200" dirty="0">
            <a:latin typeface="Corbel" panose="020B0503020204020204" pitchFamily="34" charset="0"/>
          </a:endParaRPr>
        </a:p>
      </dsp:txBody>
      <dsp:txXfrm>
        <a:off x="3375706" y="1810573"/>
        <a:ext cx="1258625" cy="781478"/>
      </dsp:txXfrm>
    </dsp:sp>
    <dsp:sp modelId="{3A14B81D-6501-4A9C-93E8-C0D8D63BD171}">
      <dsp:nvSpPr>
        <dsp:cNvPr id="0" name=""/>
        <dsp:cNvSpPr/>
      </dsp:nvSpPr>
      <dsp:spPr>
        <a:xfrm>
          <a:off x="1574906" y="1648272"/>
          <a:ext cx="1307251" cy="830104"/>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78C52AA-2AA8-4804-A77E-DB1AB1A47534}">
      <dsp:nvSpPr>
        <dsp:cNvPr id="0" name=""/>
        <dsp:cNvSpPr/>
      </dsp:nvSpPr>
      <dsp:spPr>
        <a:xfrm>
          <a:off x="1720156" y="1786260"/>
          <a:ext cx="1307251" cy="830104"/>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GB" sz="2100" kern="1200" dirty="0" smtClean="0">
              <a:latin typeface="Corbel" panose="020B0503020204020204" pitchFamily="34" charset="0"/>
            </a:rPr>
            <a:t>Activity</a:t>
          </a:r>
          <a:endParaRPr lang="en-GB" sz="2100" kern="1200" dirty="0">
            <a:latin typeface="Corbel" panose="020B0503020204020204" pitchFamily="34" charset="0"/>
          </a:endParaRPr>
        </a:p>
      </dsp:txBody>
      <dsp:txXfrm>
        <a:off x="1744469" y="1810573"/>
        <a:ext cx="1258625" cy="781478"/>
      </dsp:txXfrm>
    </dsp:sp>
    <dsp:sp modelId="{662C3179-156C-489E-9269-4021721C5BBC}">
      <dsp:nvSpPr>
        <dsp:cNvPr id="0" name=""/>
        <dsp:cNvSpPr/>
      </dsp:nvSpPr>
      <dsp:spPr>
        <a:xfrm>
          <a:off x="4795936" y="1669274"/>
          <a:ext cx="1307251" cy="830104"/>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A66BEE-7F4C-48E7-831F-7C888B7CC9C0}">
      <dsp:nvSpPr>
        <dsp:cNvPr id="0" name=""/>
        <dsp:cNvSpPr/>
      </dsp:nvSpPr>
      <dsp:spPr>
        <a:xfrm>
          <a:off x="4941186" y="1807261"/>
          <a:ext cx="1307251" cy="830104"/>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GB" sz="2100" kern="1200" dirty="0" smtClean="0">
              <a:latin typeface="Corbel" panose="020B0503020204020204" pitchFamily="34" charset="0"/>
            </a:rPr>
            <a:t>Data</a:t>
          </a:r>
          <a:endParaRPr lang="en-GB" sz="2100" kern="1200" dirty="0">
            <a:latin typeface="Corbel" panose="020B0503020204020204" pitchFamily="34" charset="0"/>
          </a:endParaRPr>
        </a:p>
      </dsp:txBody>
      <dsp:txXfrm>
        <a:off x="4965499" y="1831574"/>
        <a:ext cx="1258625" cy="781478"/>
      </dsp:txXfrm>
    </dsp:sp>
    <dsp:sp modelId="{54F0EE37-CCF6-4BB1-BA61-F96149AC3718}">
      <dsp:nvSpPr>
        <dsp:cNvPr id="0" name=""/>
        <dsp:cNvSpPr/>
      </dsp:nvSpPr>
      <dsp:spPr>
        <a:xfrm>
          <a:off x="6393688" y="1669274"/>
          <a:ext cx="1307251" cy="830104"/>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31A3CB4-A070-4FAC-BD0B-868C2474FF9D}">
      <dsp:nvSpPr>
        <dsp:cNvPr id="0" name=""/>
        <dsp:cNvSpPr/>
      </dsp:nvSpPr>
      <dsp:spPr>
        <a:xfrm>
          <a:off x="6538938" y="1807261"/>
          <a:ext cx="1307251" cy="830104"/>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GB" sz="2100" kern="1200" dirty="0" smtClean="0">
              <a:latin typeface="Corbel" panose="020B0503020204020204" pitchFamily="34" charset="0"/>
            </a:rPr>
            <a:t>User role</a:t>
          </a:r>
          <a:endParaRPr lang="en-GB" sz="2100" kern="1200" dirty="0">
            <a:latin typeface="Corbel" panose="020B0503020204020204" pitchFamily="34" charset="0"/>
          </a:endParaRPr>
        </a:p>
      </dsp:txBody>
      <dsp:txXfrm>
        <a:off x="6563251" y="1831574"/>
        <a:ext cx="1258625" cy="78147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8B4BCF-9FBD-4FCE-BB21-5A3D17E90903}">
      <dsp:nvSpPr>
        <dsp:cNvPr id="0" name=""/>
        <dsp:cNvSpPr/>
      </dsp:nvSpPr>
      <dsp:spPr>
        <a:xfrm>
          <a:off x="3851810" y="1289082"/>
          <a:ext cx="3195502" cy="380192"/>
        </a:xfrm>
        <a:custGeom>
          <a:avLst/>
          <a:gdLst/>
          <a:ahLst/>
          <a:cxnLst/>
          <a:rect l="0" t="0" r="0" b="0"/>
          <a:pathLst>
            <a:path>
              <a:moveTo>
                <a:pt x="0" y="0"/>
              </a:moveTo>
              <a:lnTo>
                <a:pt x="0" y="259089"/>
              </a:lnTo>
              <a:lnTo>
                <a:pt x="3195502" y="259089"/>
              </a:lnTo>
              <a:lnTo>
                <a:pt x="3195502" y="380192"/>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BD446B4-F119-45FB-A8E7-0421E68F445C}">
      <dsp:nvSpPr>
        <dsp:cNvPr id="0" name=""/>
        <dsp:cNvSpPr/>
      </dsp:nvSpPr>
      <dsp:spPr>
        <a:xfrm>
          <a:off x="3851810" y="1289082"/>
          <a:ext cx="1597751" cy="380192"/>
        </a:xfrm>
        <a:custGeom>
          <a:avLst/>
          <a:gdLst/>
          <a:ahLst/>
          <a:cxnLst/>
          <a:rect l="0" t="0" r="0" b="0"/>
          <a:pathLst>
            <a:path>
              <a:moveTo>
                <a:pt x="0" y="0"/>
              </a:moveTo>
              <a:lnTo>
                <a:pt x="0" y="259089"/>
              </a:lnTo>
              <a:lnTo>
                <a:pt x="1597751" y="259089"/>
              </a:lnTo>
              <a:lnTo>
                <a:pt x="1597751" y="380192"/>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A3633AC-9F60-4D24-B7D7-A4F576164AE7}">
      <dsp:nvSpPr>
        <dsp:cNvPr id="0" name=""/>
        <dsp:cNvSpPr/>
      </dsp:nvSpPr>
      <dsp:spPr>
        <a:xfrm>
          <a:off x="2228531" y="1289082"/>
          <a:ext cx="1623279" cy="359190"/>
        </a:xfrm>
        <a:custGeom>
          <a:avLst/>
          <a:gdLst/>
          <a:ahLst/>
          <a:cxnLst/>
          <a:rect l="0" t="0" r="0" b="0"/>
          <a:pathLst>
            <a:path>
              <a:moveTo>
                <a:pt x="1623279" y="0"/>
              </a:moveTo>
              <a:lnTo>
                <a:pt x="1623279" y="238088"/>
              </a:lnTo>
              <a:lnTo>
                <a:pt x="0" y="238088"/>
              </a:lnTo>
              <a:lnTo>
                <a:pt x="0" y="359190"/>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6F2D633-297E-4951-AA06-4E44F416ABDA}">
      <dsp:nvSpPr>
        <dsp:cNvPr id="0" name=""/>
        <dsp:cNvSpPr/>
      </dsp:nvSpPr>
      <dsp:spPr>
        <a:xfrm>
          <a:off x="3806090" y="1289082"/>
          <a:ext cx="91440" cy="359190"/>
        </a:xfrm>
        <a:custGeom>
          <a:avLst/>
          <a:gdLst/>
          <a:ahLst/>
          <a:cxnLst/>
          <a:rect l="0" t="0" r="0" b="0"/>
          <a:pathLst>
            <a:path>
              <a:moveTo>
                <a:pt x="45720" y="0"/>
              </a:moveTo>
              <a:lnTo>
                <a:pt x="45720" y="238088"/>
              </a:lnTo>
              <a:lnTo>
                <a:pt x="53678" y="238088"/>
              </a:lnTo>
              <a:lnTo>
                <a:pt x="53678" y="359190"/>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28A6ACB-E5E7-442F-8200-19708C8F65B6}">
      <dsp:nvSpPr>
        <dsp:cNvPr id="0" name=""/>
        <dsp:cNvSpPr/>
      </dsp:nvSpPr>
      <dsp:spPr>
        <a:xfrm>
          <a:off x="656308" y="1289082"/>
          <a:ext cx="3195502" cy="380192"/>
        </a:xfrm>
        <a:custGeom>
          <a:avLst/>
          <a:gdLst/>
          <a:ahLst/>
          <a:cxnLst/>
          <a:rect l="0" t="0" r="0" b="0"/>
          <a:pathLst>
            <a:path>
              <a:moveTo>
                <a:pt x="3195502" y="0"/>
              </a:moveTo>
              <a:lnTo>
                <a:pt x="3195502" y="259089"/>
              </a:lnTo>
              <a:lnTo>
                <a:pt x="0" y="259089"/>
              </a:lnTo>
              <a:lnTo>
                <a:pt x="0" y="380192"/>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9C7EE13-B1FF-4528-A70E-D56FA520B699}">
      <dsp:nvSpPr>
        <dsp:cNvPr id="0" name=""/>
        <dsp:cNvSpPr/>
      </dsp:nvSpPr>
      <dsp:spPr>
        <a:xfrm>
          <a:off x="3198185" y="458977"/>
          <a:ext cx="1307251" cy="830104"/>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2AE8700-D3E8-44E0-BB62-9DE2CB473E4A}">
      <dsp:nvSpPr>
        <dsp:cNvPr id="0" name=""/>
        <dsp:cNvSpPr/>
      </dsp:nvSpPr>
      <dsp:spPr>
        <a:xfrm>
          <a:off x="3343435" y="596965"/>
          <a:ext cx="1307251" cy="830104"/>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GB" sz="2100" kern="1200" dirty="0" smtClean="0">
              <a:latin typeface="Corbel" panose="020B0503020204020204" pitchFamily="34" charset="0"/>
            </a:rPr>
            <a:t>Extended BPMN</a:t>
          </a:r>
          <a:endParaRPr lang="en-GB" sz="2100" kern="1200" dirty="0">
            <a:latin typeface="Corbel" panose="020B0503020204020204" pitchFamily="34" charset="0"/>
          </a:endParaRPr>
        </a:p>
      </dsp:txBody>
      <dsp:txXfrm>
        <a:off x="3367748" y="621278"/>
        <a:ext cx="1258625" cy="781478"/>
      </dsp:txXfrm>
    </dsp:sp>
    <dsp:sp modelId="{6B2407FB-E314-49A4-B3D2-04A8D42F3540}">
      <dsp:nvSpPr>
        <dsp:cNvPr id="0" name=""/>
        <dsp:cNvSpPr/>
      </dsp:nvSpPr>
      <dsp:spPr>
        <a:xfrm>
          <a:off x="2682" y="1669274"/>
          <a:ext cx="1307251" cy="830104"/>
        </a:xfrm>
        <a:prstGeom prst="roundRect">
          <a:avLst>
            <a:gd name="adj" fmla="val 10000"/>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3C94EED-A77F-4371-976F-B726170774FB}">
      <dsp:nvSpPr>
        <dsp:cNvPr id="0" name=""/>
        <dsp:cNvSpPr/>
      </dsp:nvSpPr>
      <dsp:spPr>
        <a:xfrm>
          <a:off x="147932" y="1807261"/>
          <a:ext cx="1307251" cy="830104"/>
        </a:xfrm>
        <a:prstGeom prst="roundRect">
          <a:avLst>
            <a:gd name="adj" fmla="val 10000"/>
          </a:avLst>
        </a:prstGeom>
        <a:solidFill>
          <a:schemeClr val="bg1">
            <a:alpha val="90000"/>
          </a:schemeClr>
        </a:solidFill>
        <a:ln w="254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GB" sz="2100" kern="1200" dirty="0" smtClean="0">
              <a:latin typeface="Corbel" panose="020B0503020204020204" pitchFamily="34" charset="0"/>
            </a:rPr>
            <a:t>Process</a:t>
          </a:r>
          <a:endParaRPr lang="en-GB" sz="2100" kern="1200" dirty="0">
            <a:latin typeface="Corbel" panose="020B0503020204020204" pitchFamily="34" charset="0"/>
          </a:endParaRPr>
        </a:p>
      </dsp:txBody>
      <dsp:txXfrm>
        <a:off x="172245" y="1831574"/>
        <a:ext cx="1258625" cy="781478"/>
      </dsp:txXfrm>
    </dsp:sp>
    <dsp:sp modelId="{40A92E27-C758-4281-8E6D-1E3EC3382CD2}">
      <dsp:nvSpPr>
        <dsp:cNvPr id="0" name=""/>
        <dsp:cNvSpPr/>
      </dsp:nvSpPr>
      <dsp:spPr>
        <a:xfrm>
          <a:off x="3206143" y="1648272"/>
          <a:ext cx="1307251" cy="830104"/>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A065AE-CC0C-4A23-A523-53E691EEFFAB}">
      <dsp:nvSpPr>
        <dsp:cNvPr id="0" name=""/>
        <dsp:cNvSpPr/>
      </dsp:nvSpPr>
      <dsp:spPr>
        <a:xfrm>
          <a:off x="3351393" y="1786260"/>
          <a:ext cx="1307251" cy="830104"/>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GB" sz="2100" kern="1200" dirty="0" smtClean="0">
              <a:latin typeface="Corbel" panose="020B0503020204020204" pitchFamily="34" charset="0"/>
            </a:rPr>
            <a:t>Goal</a:t>
          </a:r>
          <a:endParaRPr lang="en-GB" sz="2100" kern="1200" dirty="0">
            <a:latin typeface="Corbel" panose="020B0503020204020204" pitchFamily="34" charset="0"/>
          </a:endParaRPr>
        </a:p>
      </dsp:txBody>
      <dsp:txXfrm>
        <a:off x="3375706" y="1810573"/>
        <a:ext cx="1258625" cy="781478"/>
      </dsp:txXfrm>
    </dsp:sp>
    <dsp:sp modelId="{3A14B81D-6501-4A9C-93E8-C0D8D63BD171}">
      <dsp:nvSpPr>
        <dsp:cNvPr id="0" name=""/>
        <dsp:cNvSpPr/>
      </dsp:nvSpPr>
      <dsp:spPr>
        <a:xfrm>
          <a:off x="1574906" y="1648272"/>
          <a:ext cx="1307251" cy="830104"/>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78C52AA-2AA8-4804-A77E-DB1AB1A47534}">
      <dsp:nvSpPr>
        <dsp:cNvPr id="0" name=""/>
        <dsp:cNvSpPr/>
      </dsp:nvSpPr>
      <dsp:spPr>
        <a:xfrm>
          <a:off x="1720156" y="1786260"/>
          <a:ext cx="1307251" cy="830104"/>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GB" sz="2100" kern="1200" dirty="0" smtClean="0">
              <a:latin typeface="Corbel" panose="020B0503020204020204" pitchFamily="34" charset="0"/>
            </a:rPr>
            <a:t>Activity</a:t>
          </a:r>
          <a:endParaRPr lang="en-GB" sz="2100" kern="1200" dirty="0">
            <a:latin typeface="Corbel" panose="020B0503020204020204" pitchFamily="34" charset="0"/>
          </a:endParaRPr>
        </a:p>
      </dsp:txBody>
      <dsp:txXfrm>
        <a:off x="1744469" y="1810573"/>
        <a:ext cx="1258625" cy="781478"/>
      </dsp:txXfrm>
    </dsp:sp>
    <dsp:sp modelId="{662C3179-156C-489E-9269-4021721C5BBC}">
      <dsp:nvSpPr>
        <dsp:cNvPr id="0" name=""/>
        <dsp:cNvSpPr/>
      </dsp:nvSpPr>
      <dsp:spPr>
        <a:xfrm>
          <a:off x="4795936" y="1669274"/>
          <a:ext cx="1307251" cy="830104"/>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A66BEE-7F4C-48E7-831F-7C888B7CC9C0}">
      <dsp:nvSpPr>
        <dsp:cNvPr id="0" name=""/>
        <dsp:cNvSpPr/>
      </dsp:nvSpPr>
      <dsp:spPr>
        <a:xfrm>
          <a:off x="4941186" y="1807261"/>
          <a:ext cx="1307251" cy="830104"/>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GB" sz="2100" kern="1200" dirty="0" smtClean="0">
              <a:latin typeface="Corbel" panose="020B0503020204020204" pitchFamily="34" charset="0"/>
            </a:rPr>
            <a:t>Data</a:t>
          </a:r>
          <a:endParaRPr lang="en-GB" sz="2100" kern="1200" dirty="0">
            <a:latin typeface="Corbel" panose="020B0503020204020204" pitchFamily="34" charset="0"/>
          </a:endParaRPr>
        </a:p>
      </dsp:txBody>
      <dsp:txXfrm>
        <a:off x="4965499" y="1831574"/>
        <a:ext cx="1258625" cy="781478"/>
      </dsp:txXfrm>
    </dsp:sp>
    <dsp:sp modelId="{54F0EE37-CCF6-4BB1-BA61-F96149AC3718}">
      <dsp:nvSpPr>
        <dsp:cNvPr id="0" name=""/>
        <dsp:cNvSpPr/>
      </dsp:nvSpPr>
      <dsp:spPr>
        <a:xfrm>
          <a:off x="6393688" y="1669274"/>
          <a:ext cx="1307251" cy="830104"/>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31A3CB4-A070-4FAC-BD0B-868C2474FF9D}">
      <dsp:nvSpPr>
        <dsp:cNvPr id="0" name=""/>
        <dsp:cNvSpPr/>
      </dsp:nvSpPr>
      <dsp:spPr>
        <a:xfrm>
          <a:off x="6538938" y="1807261"/>
          <a:ext cx="1307251" cy="830104"/>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GB" sz="2100" kern="1200" dirty="0" smtClean="0">
              <a:latin typeface="Corbel" panose="020B0503020204020204" pitchFamily="34" charset="0"/>
            </a:rPr>
            <a:t>User role</a:t>
          </a:r>
          <a:endParaRPr lang="en-GB" sz="2100" kern="1200" dirty="0">
            <a:latin typeface="Corbel" panose="020B0503020204020204" pitchFamily="34" charset="0"/>
          </a:endParaRPr>
        </a:p>
      </dsp:txBody>
      <dsp:txXfrm>
        <a:off x="6563251" y="1831574"/>
        <a:ext cx="1258625" cy="78147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8B4BCF-9FBD-4FCE-BB21-5A3D17E90903}">
      <dsp:nvSpPr>
        <dsp:cNvPr id="0" name=""/>
        <dsp:cNvSpPr/>
      </dsp:nvSpPr>
      <dsp:spPr>
        <a:xfrm>
          <a:off x="4072528" y="1851651"/>
          <a:ext cx="3378612" cy="401978"/>
        </a:xfrm>
        <a:custGeom>
          <a:avLst/>
          <a:gdLst/>
          <a:ahLst/>
          <a:cxnLst/>
          <a:rect l="0" t="0" r="0" b="0"/>
          <a:pathLst>
            <a:path>
              <a:moveTo>
                <a:pt x="0" y="0"/>
              </a:moveTo>
              <a:lnTo>
                <a:pt x="0" y="273936"/>
              </a:lnTo>
              <a:lnTo>
                <a:pt x="3378612" y="273936"/>
              </a:lnTo>
              <a:lnTo>
                <a:pt x="3378612" y="401978"/>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BD446B4-F119-45FB-A8E7-0421E68F445C}">
      <dsp:nvSpPr>
        <dsp:cNvPr id="0" name=""/>
        <dsp:cNvSpPr/>
      </dsp:nvSpPr>
      <dsp:spPr>
        <a:xfrm>
          <a:off x="4072528" y="1851651"/>
          <a:ext cx="1689306" cy="401978"/>
        </a:xfrm>
        <a:custGeom>
          <a:avLst/>
          <a:gdLst/>
          <a:ahLst/>
          <a:cxnLst/>
          <a:rect l="0" t="0" r="0" b="0"/>
          <a:pathLst>
            <a:path>
              <a:moveTo>
                <a:pt x="0" y="0"/>
              </a:moveTo>
              <a:lnTo>
                <a:pt x="0" y="273936"/>
              </a:lnTo>
              <a:lnTo>
                <a:pt x="1689306" y="273936"/>
              </a:lnTo>
              <a:lnTo>
                <a:pt x="1689306" y="401978"/>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A3633AC-9F60-4D24-B7D7-A4F576164AE7}">
      <dsp:nvSpPr>
        <dsp:cNvPr id="0" name=""/>
        <dsp:cNvSpPr/>
      </dsp:nvSpPr>
      <dsp:spPr>
        <a:xfrm>
          <a:off x="2356232" y="1851651"/>
          <a:ext cx="1716296" cy="379773"/>
        </a:xfrm>
        <a:custGeom>
          <a:avLst/>
          <a:gdLst/>
          <a:ahLst/>
          <a:cxnLst/>
          <a:rect l="0" t="0" r="0" b="0"/>
          <a:pathLst>
            <a:path>
              <a:moveTo>
                <a:pt x="1716296" y="0"/>
              </a:moveTo>
              <a:lnTo>
                <a:pt x="1716296" y="251731"/>
              </a:lnTo>
              <a:lnTo>
                <a:pt x="0" y="251731"/>
              </a:lnTo>
              <a:lnTo>
                <a:pt x="0" y="379773"/>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6F2D633-297E-4951-AA06-4E44F416ABDA}">
      <dsp:nvSpPr>
        <dsp:cNvPr id="0" name=""/>
        <dsp:cNvSpPr/>
      </dsp:nvSpPr>
      <dsp:spPr>
        <a:xfrm>
          <a:off x="4026808" y="1851651"/>
          <a:ext cx="91440" cy="379773"/>
        </a:xfrm>
        <a:custGeom>
          <a:avLst/>
          <a:gdLst/>
          <a:ahLst/>
          <a:cxnLst/>
          <a:rect l="0" t="0" r="0" b="0"/>
          <a:pathLst>
            <a:path>
              <a:moveTo>
                <a:pt x="45720" y="0"/>
              </a:moveTo>
              <a:lnTo>
                <a:pt x="45720" y="251731"/>
              </a:lnTo>
              <a:lnTo>
                <a:pt x="54134" y="251731"/>
              </a:lnTo>
              <a:lnTo>
                <a:pt x="54134" y="379773"/>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28A6ACB-E5E7-442F-8200-19708C8F65B6}">
      <dsp:nvSpPr>
        <dsp:cNvPr id="0" name=""/>
        <dsp:cNvSpPr/>
      </dsp:nvSpPr>
      <dsp:spPr>
        <a:xfrm>
          <a:off x="693916" y="1851651"/>
          <a:ext cx="3378612" cy="401978"/>
        </a:xfrm>
        <a:custGeom>
          <a:avLst/>
          <a:gdLst/>
          <a:ahLst/>
          <a:cxnLst/>
          <a:rect l="0" t="0" r="0" b="0"/>
          <a:pathLst>
            <a:path>
              <a:moveTo>
                <a:pt x="3378612" y="0"/>
              </a:moveTo>
              <a:lnTo>
                <a:pt x="3378612" y="273936"/>
              </a:lnTo>
              <a:lnTo>
                <a:pt x="0" y="273936"/>
              </a:lnTo>
              <a:lnTo>
                <a:pt x="0" y="401978"/>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9C7EE13-B1FF-4528-A70E-D56FA520B699}">
      <dsp:nvSpPr>
        <dsp:cNvPr id="0" name=""/>
        <dsp:cNvSpPr/>
      </dsp:nvSpPr>
      <dsp:spPr>
        <a:xfrm>
          <a:off x="3381449" y="973980"/>
          <a:ext cx="1382159" cy="877671"/>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2AE8700-D3E8-44E0-BB62-9DE2CB473E4A}">
      <dsp:nvSpPr>
        <dsp:cNvPr id="0" name=""/>
        <dsp:cNvSpPr/>
      </dsp:nvSpPr>
      <dsp:spPr>
        <a:xfrm>
          <a:off x="3535022" y="1119874"/>
          <a:ext cx="1382159" cy="877671"/>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GB" sz="2300" kern="1200" dirty="0" smtClean="0"/>
            <a:t>Extended BPMN</a:t>
          </a:r>
          <a:endParaRPr lang="en-GB" sz="2300" kern="1200" dirty="0"/>
        </a:p>
      </dsp:txBody>
      <dsp:txXfrm>
        <a:off x="3560728" y="1145580"/>
        <a:ext cx="1330747" cy="826259"/>
      </dsp:txXfrm>
    </dsp:sp>
    <dsp:sp modelId="{6B2407FB-E314-49A4-B3D2-04A8D42F3540}">
      <dsp:nvSpPr>
        <dsp:cNvPr id="0" name=""/>
        <dsp:cNvSpPr/>
      </dsp:nvSpPr>
      <dsp:spPr>
        <a:xfrm>
          <a:off x="2836" y="2253629"/>
          <a:ext cx="1382159" cy="877671"/>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3C94EED-A77F-4371-976F-B726170774FB}">
      <dsp:nvSpPr>
        <dsp:cNvPr id="0" name=""/>
        <dsp:cNvSpPr/>
      </dsp:nvSpPr>
      <dsp:spPr>
        <a:xfrm>
          <a:off x="156409" y="2399524"/>
          <a:ext cx="1382159" cy="877671"/>
        </a:xfrm>
        <a:prstGeom prst="roundRect">
          <a:avLst>
            <a:gd name="adj" fmla="val 10000"/>
          </a:avLst>
        </a:prstGeom>
        <a:solidFill>
          <a:schemeClr val="bg1">
            <a:alpha val="90000"/>
          </a:schemeClr>
        </a:solidFill>
        <a:ln w="12700" cap="flat" cmpd="sng" algn="ctr">
          <a:solidFill>
            <a:schemeClr val="accent4"/>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GB" sz="2300" kern="1200" dirty="0" smtClean="0"/>
            <a:t>Process</a:t>
          </a:r>
          <a:endParaRPr lang="en-GB" sz="2300" kern="1200" dirty="0"/>
        </a:p>
      </dsp:txBody>
      <dsp:txXfrm>
        <a:off x="182115" y="2425230"/>
        <a:ext cx="1330747" cy="826259"/>
      </dsp:txXfrm>
    </dsp:sp>
    <dsp:sp modelId="{40A92E27-C758-4281-8E6D-1E3EC3382CD2}">
      <dsp:nvSpPr>
        <dsp:cNvPr id="0" name=""/>
        <dsp:cNvSpPr/>
      </dsp:nvSpPr>
      <dsp:spPr>
        <a:xfrm>
          <a:off x="3389863" y="2231424"/>
          <a:ext cx="1382159" cy="877671"/>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A065AE-CC0C-4A23-A523-53E691EEFFAB}">
      <dsp:nvSpPr>
        <dsp:cNvPr id="0" name=""/>
        <dsp:cNvSpPr/>
      </dsp:nvSpPr>
      <dsp:spPr>
        <a:xfrm>
          <a:off x="3543436" y="2377319"/>
          <a:ext cx="1382159" cy="877671"/>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GB" sz="2300" kern="1200" dirty="0" smtClean="0"/>
            <a:t>Goal</a:t>
          </a:r>
          <a:endParaRPr lang="en-GB" sz="2300" kern="1200" dirty="0"/>
        </a:p>
      </dsp:txBody>
      <dsp:txXfrm>
        <a:off x="3569142" y="2403025"/>
        <a:ext cx="1330747" cy="826259"/>
      </dsp:txXfrm>
    </dsp:sp>
    <dsp:sp modelId="{3A14B81D-6501-4A9C-93E8-C0D8D63BD171}">
      <dsp:nvSpPr>
        <dsp:cNvPr id="0" name=""/>
        <dsp:cNvSpPr/>
      </dsp:nvSpPr>
      <dsp:spPr>
        <a:xfrm>
          <a:off x="1665152" y="2231424"/>
          <a:ext cx="1382159" cy="877671"/>
        </a:xfrm>
        <a:prstGeom prst="roundRect">
          <a:avLst>
            <a:gd name="adj" fmla="val 10000"/>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78C52AA-2AA8-4804-A77E-DB1AB1A47534}">
      <dsp:nvSpPr>
        <dsp:cNvPr id="0" name=""/>
        <dsp:cNvSpPr/>
      </dsp:nvSpPr>
      <dsp:spPr>
        <a:xfrm>
          <a:off x="1818725" y="2377319"/>
          <a:ext cx="1382159" cy="877671"/>
        </a:xfrm>
        <a:prstGeom prst="roundRect">
          <a:avLst>
            <a:gd name="adj" fmla="val 10000"/>
          </a:avLst>
        </a:prstGeom>
        <a:solidFill>
          <a:schemeClr val="lt1">
            <a:alpha val="90000"/>
            <a:hueOff val="0"/>
            <a:satOff val="0"/>
            <a:lumOff val="0"/>
            <a:alphaOff val="0"/>
          </a:schemeClr>
        </a:solidFill>
        <a:ln w="254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GB" sz="2300" kern="1200" dirty="0" smtClean="0"/>
            <a:t>Activity</a:t>
          </a:r>
          <a:endParaRPr lang="en-GB" sz="2300" kern="1200" dirty="0"/>
        </a:p>
      </dsp:txBody>
      <dsp:txXfrm>
        <a:off x="1844431" y="2403025"/>
        <a:ext cx="1330747" cy="826259"/>
      </dsp:txXfrm>
    </dsp:sp>
    <dsp:sp modelId="{662C3179-156C-489E-9269-4021721C5BBC}">
      <dsp:nvSpPr>
        <dsp:cNvPr id="0" name=""/>
        <dsp:cNvSpPr/>
      </dsp:nvSpPr>
      <dsp:spPr>
        <a:xfrm>
          <a:off x="5070755" y="2253629"/>
          <a:ext cx="1382159" cy="877671"/>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A66BEE-7F4C-48E7-831F-7C888B7CC9C0}">
      <dsp:nvSpPr>
        <dsp:cNvPr id="0" name=""/>
        <dsp:cNvSpPr/>
      </dsp:nvSpPr>
      <dsp:spPr>
        <a:xfrm>
          <a:off x="5224328" y="2399524"/>
          <a:ext cx="1382159" cy="877671"/>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GB" sz="2300" kern="1200" dirty="0" smtClean="0"/>
            <a:t>Data</a:t>
          </a:r>
          <a:endParaRPr lang="en-GB" sz="2300" kern="1200" dirty="0"/>
        </a:p>
      </dsp:txBody>
      <dsp:txXfrm>
        <a:off x="5250034" y="2425230"/>
        <a:ext cx="1330747" cy="826259"/>
      </dsp:txXfrm>
    </dsp:sp>
    <dsp:sp modelId="{54F0EE37-CCF6-4BB1-BA61-F96149AC3718}">
      <dsp:nvSpPr>
        <dsp:cNvPr id="0" name=""/>
        <dsp:cNvSpPr/>
      </dsp:nvSpPr>
      <dsp:spPr>
        <a:xfrm>
          <a:off x="6760061" y="2253629"/>
          <a:ext cx="1382159" cy="877671"/>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31A3CB4-A070-4FAC-BD0B-868C2474FF9D}">
      <dsp:nvSpPr>
        <dsp:cNvPr id="0" name=""/>
        <dsp:cNvSpPr/>
      </dsp:nvSpPr>
      <dsp:spPr>
        <a:xfrm>
          <a:off x="6913634" y="2399524"/>
          <a:ext cx="1382159" cy="877671"/>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GB" sz="2300" kern="1200" dirty="0" smtClean="0"/>
            <a:t>User role</a:t>
          </a:r>
          <a:endParaRPr lang="en-GB" sz="2300" kern="1200" dirty="0"/>
        </a:p>
      </dsp:txBody>
      <dsp:txXfrm>
        <a:off x="6939340" y="2425230"/>
        <a:ext cx="1330747" cy="82625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8B4BCF-9FBD-4FCE-BB21-5A3D17E90903}">
      <dsp:nvSpPr>
        <dsp:cNvPr id="0" name=""/>
        <dsp:cNvSpPr/>
      </dsp:nvSpPr>
      <dsp:spPr>
        <a:xfrm>
          <a:off x="4072528" y="1851651"/>
          <a:ext cx="3378612" cy="401978"/>
        </a:xfrm>
        <a:custGeom>
          <a:avLst/>
          <a:gdLst/>
          <a:ahLst/>
          <a:cxnLst/>
          <a:rect l="0" t="0" r="0" b="0"/>
          <a:pathLst>
            <a:path>
              <a:moveTo>
                <a:pt x="0" y="0"/>
              </a:moveTo>
              <a:lnTo>
                <a:pt x="0" y="273936"/>
              </a:lnTo>
              <a:lnTo>
                <a:pt x="3378612" y="273936"/>
              </a:lnTo>
              <a:lnTo>
                <a:pt x="3378612" y="401978"/>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BD446B4-F119-45FB-A8E7-0421E68F445C}">
      <dsp:nvSpPr>
        <dsp:cNvPr id="0" name=""/>
        <dsp:cNvSpPr/>
      </dsp:nvSpPr>
      <dsp:spPr>
        <a:xfrm>
          <a:off x="4072528" y="1851651"/>
          <a:ext cx="1689306" cy="401978"/>
        </a:xfrm>
        <a:custGeom>
          <a:avLst/>
          <a:gdLst/>
          <a:ahLst/>
          <a:cxnLst/>
          <a:rect l="0" t="0" r="0" b="0"/>
          <a:pathLst>
            <a:path>
              <a:moveTo>
                <a:pt x="0" y="0"/>
              </a:moveTo>
              <a:lnTo>
                <a:pt x="0" y="273936"/>
              </a:lnTo>
              <a:lnTo>
                <a:pt x="1689306" y="273936"/>
              </a:lnTo>
              <a:lnTo>
                <a:pt x="1689306" y="401978"/>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A3633AC-9F60-4D24-B7D7-A4F576164AE7}">
      <dsp:nvSpPr>
        <dsp:cNvPr id="0" name=""/>
        <dsp:cNvSpPr/>
      </dsp:nvSpPr>
      <dsp:spPr>
        <a:xfrm>
          <a:off x="2356232" y="1851651"/>
          <a:ext cx="1716296" cy="379773"/>
        </a:xfrm>
        <a:custGeom>
          <a:avLst/>
          <a:gdLst/>
          <a:ahLst/>
          <a:cxnLst/>
          <a:rect l="0" t="0" r="0" b="0"/>
          <a:pathLst>
            <a:path>
              <a:moveTo>
                <a:pt x="1716296" y="0"/>
              </a:moveTo>
              <a:lnTo>
                <a:pt x="1716296" y="251731"/>
              </a:lnTo>
              <a:lnTo>
                <a:pt x="0" y="251731"/>
              </a:lnTo>
              <a:lnTo>
                <a:pt x="0" y="379773"/>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6F2D633-297E-4951-AA06-4E44F416ABDA}">
      <dsp:nvSpPr>
        <dsp:cNvPr id="0" name=""/>
        <dsp:cNvSpPr/>
      </dsp:nvSpPr>
      <dsp:spPr>
        <a:xfrm>
          <a:off x="4026808" y="1851651"/>
          <a:ext cx="91440" cy="379773"/>
        </a:xfrm>
        <a:custGeom>
          <a:avLst/>
          <a:gdLst/>
          <a:ahLst/>
          <a:cxnLst/>
          <a:rect l="0" t="0" r="0" b="0"/>
          <a:pathLst>
            <a:path>
              <a:moveTo>
                <a:pt x="45720" y="0"/>
              </a:moveTo>
              <a:lnTo>
                <a:pt x="45720" y="251731"/>
              </a:lnTo>
              <a:lnTo>
                <a:pt x="54134" y="251731"/>
              </a:lnTo>
              <a:lnTo>
                <a:pt x="54134" y="379773"/>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28A6ACB-E5E7-442F-8200-19708C8F65B6}">
      <dsp:nvSpPr>
        <dsp:cNvPr id="0" name=""/>
        <dsp:cNvSpPr/>
      </dsp:nvSpPr>
      <dsp:spPr>
        <a:xfrm>
          <a:off x="693916" y="1851651"/>
          <a:ext cx="3378612" cy="401978"/>
        </a:xfrm>
        <a:custGeom>
          <a:avLst/>
          <a:gdLst/>
          <a:ahLst/>
          <a:cxnLst/>
          <a:rect l="0" t="0" r="0" b="0"/>
          <a:pathLst>
            <a:path>
              <a:moveTo>
                <a:pt x="3378612" y="0"/>
              </a:moveTo>
              <a:lnTo>
                <a:pt x="3378612" y="273936"/>
              </a:lnTo>
              <a:lnTo>
                <a:pt x="0" y="273936"/>
              </a:lnTo>
              <a:lnTo>
                <a:pt x="0" y="401978"/>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9C7EE13-B1FF-4528-A70E-D56FA520B699}">
      <dsp:nvSpPr>
        <dsp:cNvPr id="0" name=""/>
        <dsp:cNvSpPr/>
      </dsp:nvSpPr>
      <dsp:spPr>
        <a:xfrm>
          <a:off x="3381449" y="973980"/>
          <a:ext cx="1382159" cy="877671"/>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2AE8700-D3E8-44E0-BB62-9DE2CB473E4A}">
      <dsp:nvSpPr>
        <dsp:cNvPr id="0" name=""/>
        <dsp:cNvSpPr/>
      </dsp:nvSpPr>
      <dsp:spPr>
        <a:xfrm>
          <a:off x="3535022" y="1119874"/>
          <a:ext cx="1382159" cy="877671"/>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GB" sz="2300" kern="1200" dirty="0" smtClean="0"/>
            <a:t>Extended BPMN</a:t>
          </a:r>
          <a:endParaRPr lang="en-GB" sz="2300" kern="1200" dirty="0"/>
        </a:p>
      </dsp:txBody>
      <dsp:txXfrm>
        <a:off x="3560728" y="1145580"/>
        <a:ext cx="1330747" cy="826259"/>
      </dsp:txXfrm>
    </dsp:sp>
    <dsp:sp modelId="{6B2407FB-E314-49A4-B3D2-04A8D42F3540}">
      <dsp:nvSpPr>
        <dsp:cNvPr id="0" name=""/>
        <dsp:cNvSpPr/>
      </dsp:nvSpPr>
      <dsp:spPr>
        <a:xfrm>
          <a:off x="2836" y="2253629"/>
          <a:ext cx="1382159" cy="877671"/>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3C94EED-A77F-4371-976F-B726170774FB}">
      <dsp:nvSpPr>
        <dsp:cNvPr id="0" name=""/>
        <dsp:cNvSpPr/>
      </dsp:nvSpPr>
      <dsp:spPr>
        <a:xfrm>
          <a:off x="156409" y="2399524"/>
          <a:ext cx="1382159" cy="877671"/>
        </a:xfrm>
        <a:prstGeom prst="roundRect">
          <a:avLst>
            <a:gd name="adj" fmla="val 10000"/>
          </a:avLst>
        </a:prstGeom>
        <a:solidFill>
          <a:schemeClr val="bg1">
            <a:alpha val="90000"/>
          </a:schemeClr>
        </a:solidFill>
        <a:ln w="12700" cap="flat" cmpd="sng" algn="ctr">
          <a:solidFill>
            <a:schemeClr val="accent4"/>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GB" sz="2300" kern="1200" dirty="0" smtClean="0"/>
            <a:t>Process</a:t>
          </a:r>
          <a:endParaRPr lang="en-GB" sz="2300" kern="1200" dirty="0"/>
        </a:p>
      </dsp:txBody>
      <dsp:txXfrm>
        <a:off x="182115" y="2425230"/>
        <a:ext cx="1330747" cy="826259"/>
      </dsp:txXfrm>
    </dsp:sp>
    <dsp:sp modelId="{40A92E27-C758-4281-8E6D-1E3EC3382CD2}">
      <dsp:nvSpPr>
        <dsp:cNvPr id="0" name=""/>
        <dsp:cNvSpPr/>
      </dsp:nvSpPr>
      <dsp:spPr>
        <a:xfrm>
          <a:off x="3389863" y="2231424"/>
          <a:ext cx="1382159" cy="877671"/>
        </a:xfrm>
        <a:prstGeom prst="roundRect">
          <a:avLst>
            <a:gd name="adj" fmla="val 10000"/>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A065AE-CC0C-4A23-A523-53E691EEFFAB}">
      <dsp:nvSpPr>
        <dsp:cNvPr id="0" name=""/>
        <dsp:cNvSpPr/>
      </dsp:nvSpPr>
      <dsp:spPr>
        <a:xfrm>
          <a:off x="3543436" y="2377319"/>
          <a:ext cx="1382159" cy="877671"/>
        </a:xfrm>
        <a:prstGeom prst="roundRect">
          <a:avLst>
            <a:gd name="adj" fmla="val 10000"/>
          </a:avLst>
        </a:prstGeom>
        <a:solidFill>
          <a:schemeClr val="lt1">
            <a:alpha val="90000"/>
            <a:hueOff val="0"/>
            <a:satOff val="0"/>
            <a:lumOff val="0"/>
            <a:alphaOff val="0"/>
          </a:schemeClr>
        </a:solidFill>
        <a:ln w="254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GB" sz="2300" kern="1200" dirty="0" smtClean="0"/>
            <a:t>Goal</a:t>
          </a:r>
          <a:endParaRPr lang="en-GB" sz="2300" kern="1200" dirty="0"/>
        </a:p>
      </dsp:txBody>
      <dsp:txXfrm>
        <a:off x="3569142" y="2403025"/>
        <a:ext cx="1330747" cy="826259"/>
      </dsp:txXfrm>
    </dsp:sp>
    <dsp:sp modelId="{3A14B81D-6501-4A9C-93E8-C0D8D63BD171}">
      <dsp:nvSpPr>
        <dsp:cNvPr id="0" name=""/>
        <dsp:cNvSpPr/>
      </dsp:nvSpPr>
      <dsp:spPr>
        <a:xfrm>
          <a:off x="1665152" y="2231424"/>
          <a:ext cx="1382159" cy="877671"/>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78C52AA-2AA8-4804-A77E-DB1AB1A47534}">
      <dsp:nvSpPr>
        <dsp:cNvPr id="0" name=""/>
        <dsp:cNvSpPr/>
      </dsp:nvSpPr>
      <dsp:spPr>
        <a:xfrm>
          <a:off x="1818725" y="2377319"/>
          <a:ext cx="1382159" cy="877671"/>
        </a:xfrm>
        <a:prstGeom prst="roundRect">
          <a:avLst>
            <a:gd name="adj" fmla="val 10000"/>
          </a:avLst>
        </a:prstGeom>
        <a:solidFill>
          <a:schemeClr val="lt1">
            <a:alpha val="90000"/>
            <a:hueOff val="0"/>
            <a:satOff val="0"/>
            <a:lumOff val="0"/>
            <a:alphaOff val="0"/>
          </a:schemeClr>
        </a:solidFill>
        <a:ln w="12700" cap="flat" cmpd="sng" algn="ctr">
          <a:solidFill>
            <a:schemeClr val="accent4"/>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GB" sz="2300" kern="1200" dirty="0" smtClean="0"/>
            <a:t>Activity</a:t>
          </a:r>
          <a:endParaRPr lang="en-GB" sz="2300" kern="1200" dirty="0"/>
        </a:p>
      </dsp:txBody>
      <dsp:txXfrm>
        <a:off x="1844431" y="2403025"/>
        <a:ext cx="1330747" cy="826259"/>
      </dsp:txXfrm>
    </dsp:sp>
    <dsp:sp modelId="{662C3179-156C-489E-9269-4021721C5BBC}">
      <dsp:nvSpPr>
        <dsp:cNvPr id="0" name=""/>
        <dsp:cNvSpPr/>
      </dsp:nvSpPr>
      <dsp:spPr>
        <a:xfrm>
          <a:off x="5070755" y="2253629"/>
          <a:ext cx="1382159" cy="877671"/>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A66BEE-7F4C-48E7-831F-7C888B7CC9C0}">
      <dsp:nvSpPr>
        <dsp:cNvPr id="0" name=""/>
        <dsp:cNvSpPr/>
      </dsp:nvSpPr>
      <dsp:spPr>
        <a:xfrm>
          <a:off x="5224328" y="2399524"/>
          <a:ext cx="1382159" cy="877671"/>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GB" sz="2300" kern="1200" dirty="0" smtClean="0"/>
            <a:t>Data</a:t>
          </a:r>
          <a:endParaRPr lang="en-GB" sz="2300" kern="1200" dirty="0"/>
        </a:p>
      </dsp:txBody>
      <dsp:txXfrm>
        <a:off x="5250034" y="2425230"/>
        <a:ext cx="1330747" cy="826259"/>
      </dsp:txXfrm>
    </dsp:sp>
    <dsp:sp modelId="{54F0EE37-CCF6-4BB1-BA61-F96149AC3718}">
      <dsp:nvSpPr>
        <dsp:cNvPr id="0" name=""/>
        <dsp:cNvSpPr/>
      </dsp:nvSpPr>
      <dsp:spPr>
        <a:xfrm>
          <a:off x="6760061" y="2253629"/>
          <a:ext cx="1382159" cy="877671"/>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31A3CB4-A070-4FAC-BD0B-868C2474FF9D}">
      <dsp:nvSpPr>
        <dsp:cNvPr id="0" name=""/>
        <dsp:cNvSpPr/>
      </dsp:nvSpPr>
      <dsp:spPr>
        <a:xfrm>
          <a:off x="6913634" y="2399524"/>
          <a:ext cx="1382159" cy="877671"/>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GB" sz="2300" kern="1200" dirty="0" smtClean="0"/>
            <a:t>User role</a:t>
          </a:r>
          <a:endParaRPr lang="en-GB" sz="2300" kern="1200" dirty="0"/>
        </a:p>
      </dsp:txBody>
      <dsp:txXfrm>
        <a:off x="6939340" y="2425230"/>
        <a:ext cx="1330747" cy="82625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8B4BCF-9FBD-4FCE-BB21-5A3D17E90903}">
      <dsp:nvSpPr>
        <dsp:cNvPr id="0" name=""/>
        <dsp:cNvSpPr/>
      </dsp:nvSpPr>
      <dsp:spPr>
        <a:xfrm>
          <a:off x="4072528" y="1851651"/>
          <a:ext cx="3378612" cy="401978"/>
        </a:xfrm>
        <a:custGeom>
          <a:avLst/>
          <a:gdLst/>
          <a:ahLst/>
          <a:cxnLst/>
          <a:rect l="0" t="0" r="0" b="0"/>
          <a:pathLst>
            <a:path>
              <a:moveTo>
                <a:pt x="0" y="0"/>
              </a:moveTo>
              <a:lnTo>
                <a:pt x="0" y="273936"/>
              </a:lnTo>
              <a:lnTo>
                <a:pt x="3378612" y="273936"/>
              </a:lnTo>
              <a:lnTo>
                <a:pt x="3378612" y="401978"/>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BD446B4-F119-45FB-A8E7-0421E68F445C}">
      <dsp:nvSpPr>
        <dsp:cNvPr id="0" name=""/>
        <dsp:cNvSpPr/>
      </dsp:nvSpPr>
      <dsp:spPr>
        <a:xfrm>
          <a:off x="4072528" y="1851651"/>
          <a:ext cx="1689306" cy="401978"/>
        </a:xfrm>
        <a:custGeom>
          <a:avLst/>
          <a:gdLst/>
          <a:ahLst/>
          <a:cxnLst/>
          <a:rect l="0" t="0" r="0" b="0"/>
          <a:pathLst>
            <a:path>
              <a:moveTo>
                <a:pt x="0" y="0"/>
              </a:moveTo>
              <a:lnTo>
                <a:pt x="0" y="273936"/>
              </a:lnTo>
              <a:lnTo>
                <a:pt x="1689306" y="273936"/>
              </a:lnTo>
              <a:lnTo>
                <a:pt x="1689306" y="401978"/>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A3633AC-9F60-4D24-B7D7-A4F576164AE7}">
      <dsp:nvSpPr>
        <dsp:cNvPr id="0" name=""/>
        <dsp:cNvSpPr/>
      </dsp:nvSpPr>
      <dsp:spPr>
        <a:xfrm>
          <a:off x="2356232" y="1851651"/>
          <a:ext cx="1716296" cy="379773"/>
        </a:xfrm>
        <a:custGeom>
          <a:avLst/>
          <a:gdLst/>
          <a:ahLst/>
          <a:cxnLst/>
          <a:rect l="0" t="0" r="0" b="0"/>
          <a:pathLst>
            <a:path>
              <a:moveTo>
                <a:pt x="1716296" y="0"/>
              </a:moveTo>
              <a:lnTo>
                <a:pt x="1716296" y="251731"/>
              </a:lnTo>
              <a:lnTo>
                <a:pt x="0" y="251731"/>
              </a:lnTo>
              <a:lnTo>
                <a:pt x="0" y="379773"/>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6F2D633-297E-4951-AA06-4E44F416ABDA}">
      <dsp:nvSpPr>
        <dsp:cNvPr id="0" name=""/>
        <dsp:cNvSpPr/>
      </dsp:nvSpPr>
      <dsp:spPr>
        <a:xfrm>
          <a:off x="4026808" y="1851651"/>
          <a:ext cx="91440" cy="379773"/>
        </a:xfrm>
        <a:custGeom>
          <a:avLst/>
          <a:gdLst/>
          <a:ahLst/>
          <a:cxnLst/>
          <a:rect l="0" t="0" r="0" b="0"/>
          <a:pathLst>
            <a:path>
              <a:moveTo>
                <a:pt x="45720" y="0"/>
              </a:moveTo>
              <a:lnTo>
                <a:pt x="45720" y="251731"/>
              </a:lnTo>
              <a:lnTo>
                <a:pt x="54134" y="251731"/>
              </a:lnTo>
              <a:lnTo>
                <a:pt x="54134" y="379773"/>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28A6ACB-E5E7-442F-8200-19708C8F65B6}">
      <dsp:nvSpPr>
        <dsp:cNvPr id="0" name=""/>
        <dsp:cNvSpPr/>
      </dsp:nvSpPr>
      <dsp:spPr>
        <a:xfrm>
          <a:off x="693916" y="1851651"/>
          <a:ext cx="3378612" cy="401978"/>
        </a:xfrm>
        <a:custGeom>
          <a:avLst/>
          <a:gdLst/>
          <a:ahLst/>
          <a:cxnLst/>
          <a:rect l="0" t="0" r="0" b="0"/>
          <a:pathLst>
            <a:path>
              <a:moveTo>
                <a:pt x="3378612" y="0"/>
              </a:moveTo>
              <a:lnTo>
                <a:pt x="3378612" y="273936"/>
              </a:lnTo>
              <a:lnTo>
                <a:pt x="0" y="273936"/>
              </a:lnTo>
              <a:lnTo>
                <a:pt x="0" y="401978"/>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9C7EE13-B1FF-4528-A70E-D56FA520B699}">
      <dsp:nvSpPr>
        <dsp:cNvPr id="0" name=""/>
        <dsp:cNvSpPr/>
      </dsp:nvSpPr>
      <dsp:spPr>
        <a:xfrm>
          <a:off x="3381449" y="973980"/>
          <a:ext cx="1382159" cy="877671"/>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2AE8700-D3E8-44E0-BB62-9DE2CB473E4A}">
      <dsp:nvSpPr>
        <dsp:cNvPr id="0" name=""/>
        <dsp:cNvSpPr/>
      </dsp:nvSpPr>
      <dsp:spPr>
        <a:xfrm>
          <a:off x="3535022" y="1119874"/>
          <a:ext cx="1382159" cy="877671"/>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GB" sz="2300" kern="1200" dirty="0" smtClean="0">
              <a:latin typeface="Corbel" panose="020B0503020204020204" pitchFamily="34" charset="0"/>
            </a:rPr>
            <a:t>Extended BPMN</a:t>
          </a:r>
          <a:endParaRPr lang="en-GB" sz="2300" kern="1200" dirty="0">
            <a:latin typeface="Corbel" panose="020B0503020204020204" pitchFamily="34" charset="0"/>
          </a:endParaRPr>
        </a:p>
      </dsp:txBody>
      <dsp:txXfrm>
        <a:off x="3560728" y="1145580"/>
        <a:ext cx="1330747" cy="826259"/>
      </dsp:txXfrm>
    </dsp:sp>
    <dsp:sp modelId="{6B2407FB-E314-49A4-B3D2-04A8D42F3540}">
      <dsp:nvSpPr>
        <dsp:cNvPr id="0" name=""/>
        <dsp:cNvSpPr/>
      </dsp:nvSpPr>
      <dsp:spPr>
        <a:xfrm>
          <a:off x="2836" y="2253629"/>
          <a:ext cx="1382159" cy="877671"/>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3C94EED-A77F-4371-976F-B726170774FB}">
      <dsp:nvSpPr>
        <dsp:cNvPr id="0" name=""/>
        <dsp:cNvSpPr/>
      </dsp:nvSpPr>
      <dsp:spPr>
        <a:xfrm>
          <a:off x="156409" y="2399524"/>
          <a:ext cx="1382159" cy="877671"/>
        </a:xfrm>
        <a:prstGeom prst="roundRect">
          <a:avLst>
            <a:gd name="adj" fmla="val 10000"/>
          </a:avLst>
        </a:prstGeom>
        <a:solidFill>
          <a:schemeClr val="bg1">
            <a:alpha val="90000"/>
          </a:schemeClr>
        </a:solidFill>
        <a:ln w="12700" cap="flat" cmpd="sng" algn="ctr">
          <a:solidFill>
            <a:schemeClr val="accent4"/>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GB" sz="2300" kern="1200" dirty="0" smtClean="0">
              <a:latin typeface="Corbel" panose="020B0503020204020204" pitchFamily="34" charset="0"/>
            </a:rPr>
            <a:t>Process</a:t>
          </a:r>
          <a:endParaRPr lang="en-GB" sz="2300" kern="1200" dirty="0">
            <a:latin typeface="Corbel" panose="020B0503020204020204" pitchFamily="34" charset="0"/>
          </a:endParaRPr>
        </a:p>
      </dsp:txBody>
      <dsp:txXfrm>
        <a:off x="182115" y="2425230"/>
        <a:ext cx="1330747" cy="826259"/>
      </dsp:txXfrm>
    </dsp:sp>
    <dsp:sp modelId="{40A92E27-C758-4281-8E6D-1E3EC3382CD2}">
      <dsp:nvSpPr>
        <dsp:cNvPr id="0" name=""/>
        <dsp:cNvSpPr/>
      </dsp:nvSpPr>
      <dsp:spPr>
        <a:xfrm>
          <a:off x="3389863" y="2231424"/>
          <a:ext cx="1382159" cy="877671"/>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A065AE-CC0C-4A23-A523-53E691EEFFAB}">
      <dsp:nvSpPr>
        <dsp:cNvPr id="0" name=""/>
        <dsp:cNvSpPr/>
      </dsp:nvSpPr>
      <dsp:spPr>
        <a:xfrm>
          <a:off x="3543436" y="2377319"/>
          <a:ext cx="1382159" cy="877671"/>
        </a:xfrm>
        <a:prstGeom prst="roundRect">
          <a:avLst>
            <a:gd name="adj" fmla="val 10000"/>
          </a:avLst>
        </a:prstGeom>
        <a:solidFill>
          <a:schemeClr val="lt1">
            <a:alpha val="90000"/>
            <a:hueOff val="0"/>
            <a:satOff val="0"/>
            <a:lumOff val="0"/>
            <a:alphaOff val="0"/>
          </a:schemeClr>
        </a:solidFill>
        <a:ln w="12700" cap="flat" cmpd="sng" algn="ctr">
          <a:solidFill>
            <a:schemeClr val="accent4"/>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GB" sz="2300" kern="1200" dirty="0" smtClean="0">
              <a:latin typeface="Corbel" panose="020B0503020204020204" pitchFamily="34" charset="0"/>
            </a:rPr>
            <a:t>Goal</a:t>
          </a:r>
          <a:endParaRPr lang="en-GB" sz="2300" kern="1200" dirty="0">
            <a:latin typeface="Corbel" panose="020B0503020204020204" pitchFamily="34" charset="0"/>
          </a:endParaRPr>
        </a:p>
      </dsp:txBody>
      <dsp:txXfrm>
        <a:off x="3569142" y="2403025"/>
        <a:ext cx="1330747" cy="826259"/>
      </dsp:txXfrm>
    </dsp:sp>
    <dsp:sp modelId="{3A14B81D-6501-4A9C-93E8-C0D8D63BD171}">
      <dsp:nvSpPr>
        <dsp:cNvPr id="0" name=""/>
        <dsp:cNvSpPr/>
      </dsp:nvSpPr>
      <dsp:spPr>
        <a:xfrm>
          <a:off x="1665152" y="2231424"/>
          <a:ext cx="1382159" cy="877671"/>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78C52AA-2AA8-4804-A77E-DB1AB1A47534}">
      <dsp:nvSpPr>
        <dsp:cNvPr id="0" name=""/>
        <dsp:cNvSpPr/>
      </dsp:nvSpPr>
      <dsp:spPr>
        <a:xfrm>
          <a:off x="1818725" y="2377319"/>
          <a:ext cx="1382159" cy="877671"/>
        </a:xfrm>
        <a:prstGeom prst="roundRect">
          <a:avLst>
            <a:gd name="adj" fmla="val 10000"/>
          </a:avLst>
        </a:prstGeom>
        <a:solidFill>
          <a:schemeClr val="lt1">
            <a:alpha val="90000"/>
            <a:hueOff val="0"/>
            <a:satOff val="0"/>
            <a:lumOff val="0"/>
            <a:alphaOff val="0"/>
          </a:schemeClr>
        </a:solidFill>
        <a:ln w="12700" cap="flat" cmpd="sng" algn="ctr">
          <a:solidFill>
            <a:schemeClr val="accent4"/>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GB" sz="2300" kern="1200" dirty="0" smtClean="0">
              <a:latin typeface="Corbel" panose="020B0503020204020204" pitchFamily="34" charset="0"/>
            </a:rPr>
            <a:t>Activity</a:t>
          </a:r>
          <a:endParaRPr lang="en-GB" sz="2300" kern="1200" dirty="0">
            <a:latin typeface="Corbel" panose="020B0503020204020204" pitchFamily="34" charset="0"/>
          </a:endParaRPr>
        </a:p>
      </dsp:txBody>
      <dsp:txXfrm>
        <a:off x="1844431" y="2403025"/>
        <a:ext cx="1330747" cy="826259"/>
      </dsp:txXfrm>
    </dsp:sp>
    <dsp:sp modelId="{662C3179-156C-489E-9269-4021721C5BBC}">
      <dsp:nvSpPr>
        <dsp:cNvPr id="0" name=""/>
        <dsp:cNvSpPr/>
      </dsp:nvSpPr>
      <dsp:spPr>
        <a:xfrm>
          <a:off x="5070755" y="2253629"/>
          <a:ext cx="1382159" cy="877671"/>
        </a:xfrm>
        <a:prstGeom prst="roundRect">
          <a:avLst>
            <a:gd name="adj" fmla="val 10000"/>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A66BEE-7F4C-48E7-831F-7C888B7CC9C0}">
      <dsp:nvSpPr>
        <dsp:cNvPr id="0" name=""/>
        <dsp:cNvSpPr/>
      </dsp:nvSpPr>
      <dsp:spPr>
        <a:xfrm>
          <a:off x="5224328" y="2399524"/>
          <a:ext cx="1382159" cy="877671"/>
        </a:xfrm>
        <a:prstGeom prst="roundRect">
          <a:avLst>
            <a:gd name="adj" fmla="val 10000"/>
          </a:avLst>
        </a:prstGeom>
        <a:solidFill>
          <a:schemeClr val="lt1">
            <a:alpha val="90000"/>
            <a:hueOff val="0"/>
            <a:satOff val="0"/>
            <a:lumOff val="0"/>
            <a:alphaOff val="0"/>
          </a:schemeClr>
        </a:solidFill>
        <a:ln w="254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GB" sz="2300" kern="1200" dirty="0" smtClean="0">
              <a:latin typeface="Corbel" panose="020B0503020204020204" pitchFamily="34" charset="0"/>
            </a:rPr>
            <a:t>Data</a:t>
          </a:r>
          <a:endParaRPr lang="en-GB" sz="2300" kern="1200" dirty="0">
            <a:latin typeface="Corbel" panose="020B0503020204020204" pitchFamily="34" charset="0"/>
          </a:endParaRPr>
        </a:p>
      </dsp:txBody>
      <dsp:txXfrm>
        <a:off x="5250034" y="2425230"/>
        <a:ext cx="1330747" cy="826259"/>
      </dsp:txXfrm>
    </dsp:sp>
    <dsp:sp modelId="{54F0EE37-CCF6-4BB1-BA61-F96149AC3718}">
      <dsp:nvSpPr>
        <dsp:cNvPr id="0" name=""/>
        <dsp:cNvSpPr/>
      </dsp:nvSpPr>
      <dsp:spPr>
        <a:xfrm>
          <a:off x="6760061" y="2253629"/>
          <a:ext cx="1382159" cy="877671"/>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31A3CB4-A070-4FAC-BD0B-868C2474FF9D}">
      <dsp:nvSpPr>
        <dsp:cNvPr id="0" name=""/>
        <dsp:cNvSpPr/>
      </dsp:nvSpPr>
      <dsp:spPr>
        <a:xfrm>
          <a:off x="6913634" y="2399524"/>
          <a:ext cx="1382159" cy="877671"/>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GB" sz="2300" kern="1200" dirty="0" smtClean="0">
              <a:latin typeface="Corbel" panose="020B0503020204020204" pitchFamily="34" charset="0"/>
            </a:rPr>
            <a:t>User role</a:t>
          </a:r>
          <a:endParaRPr lang="en-GB" sz="2300" kern="1200" dirty="0">
            <a:latin typeface="Corbel" panose="020B0503020204020204" pitchFamily="34" charset="0"/>
          </a:endParaRPr>
        </a:p>
      </dsp:txBody>
      <dsp:txXfrm>
        <a:off x="6939340" y="2425230"/>
        <a:ext cx="1330747" cy="82625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8B4BCF-9FBD-4FCE-BB21-5A3D17E90903}">
      <dsp:nvSpPr>
        <dsp:cNvPr id="0" name=""/>
        <dsp:cNvSpPr/>
      </dsp:nvSpPr>
      <dsp:spPr>
        <a:xfrm>
          <a:off x="4072528" y="1851651"/>
          <a:ext cx="3378612" cy="401978"/>
        </a:xfrm>
        <a:custGeom>
          <a:avLst/>
          <a:gdLst/>
          <a:ahLst/>
          <a:cxnLst/>
          <a:rect l="0" t="0" r="0" b="0"/>
          <a:pathLst>
            <a:path>
              <a:moveTo>
                <a:pt x="0" y="0"/>
              </a:moveTo>
              <a:lnTo>
                <a:pt x="0" y="273936"/>
              </a:lnTo>
              <a:lnTo>
                <a:pt x="3378612" y="273936"/>
              </a:lnTo>
              <a:lnTo>
                <a:pt x="3378612" y="401978"/>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BD446B4-F119-45FB-A8E7-0421E68F445C}">
      <dsp:nvSpPr>
        <dsp:cNvPr id="0" name=""/>
        <dsp:cNvSpPr/>
      </dsp:nvSpPr>
      <dsp:spPr>
        <a:xfrm>
          <a:off x="4072528" y="1851651"/>
          <a:ext cx="1689306" cy="401978"/>
        </a:xfrm>
        <a:custGeom>
          <a:avLst/>
          <a:gdLst/>
          <a:ahLst/>
          <a:cxnLst/>
          <a:rect l="0" t="0" r="0" b="0"/>
          <a:pathLst>
            <a:path>
              <a:moveTo>
                <a:pt x="0" y="0"/>
              </a:moveTo>
              <a:lnTo>
                <a:pt x="0" y="273936"/>
              </a:lnTo>
              <a:lnTo>
                <a:pt x="1689306" y="273936"/>
              </a:lnTo>
              <a:lnTo>
                <a:pt x="1689306" y="401978"/>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A3633AC-9F60-4D24-B7D7-A4F576164AE7}">
      <dsp:nvSpPr>
        <dsp:cNvPr id="0" name=""/>
        <dsp:cNvSpPr/>
      </dsp:nvSpPr>
      <dsp:spPr>
        <a:xfrm>
          <a:off x="2356232" y="1851651"/>
          <a:ext cx="1716296" cy="379773"/>
        </a:xfrm>
        <a:custGeom>
          <a:avLst/>
          <a:gdLst/>
          <a:ahLst/>
          <a:cxnLst/>
          <a:rect l="0" t="0" r="0" b="0"/>
          <a:pathLst>
            <a:path>
              <a:moveTo>
                <a:pt x="1716296" y="0"/>
              </a:moveTo>
              <a:lnTo>
                <a:pt x="1716296" y="251731"/>
              </a:lnTo>
              <a:lnTo>
                <a:pt x="0" y="251731"/>
              </a:lnTo>
              <a:lnTo>
                <a:pt x="0" y="379773"/>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6F2D633-297E-4951-AA06-4E44F416ABDA}">
      <dsp:nvSpPr>
        <dsp:cNvPr id="0" name=""/>
        <dsp:cNvSpPr/>
      </dsp:nvSpPr>
      <dsp:spPr>
        <a:xfrm>
          <a:off x="4026808" y="1851651"/>
          <a:ext cx="91440" cy="379773"/>
        </a:xfrm>
        <a:custGeom>
          <a:avLst/>
          <a:gdLst/>
          <a:ahLst/>
          <a:cxnLst/>
          <a:rect l="0" t="0" r="0" b="0"/>
          <a:pathLst>
            <a:path>
              <a:moveTo>
                <a:pt x="45720" y="0"/>
              </a:moveTo>
              <a:lnTo>
                <a:pt x="45720" y="251731"/>
              </a:lnTo>
              <a:lnTo>
                <a:pt x="54134" y="251731"/>
              </a:lnTo>
              <a:lnTo>
                <a:pt x="54134" y="379773"/>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28A6ACB-E5E7-442F-8200-19708C8F65B6}">
      <dsp:nvSpPr>
        <dsp:cNvPr id="0" name=""/>
        <dsp:cNvSpPr/>
      </dsp:nvSpPr>
      <dsp:spPr>
        <a:xfrm>
          <a:off x="693916" y="1851651"/>
          <a:ext cx="3378612" cy="401978"/>
        </a:xfrm>
        <a:custGeom>
          <a:avLst/>
          <a:gdLst/>
          <a:ahLst/>
          <a:cxnLst/>
          <a:rect l="0" t="0" r="0" b="0"/>
          <a:pathLst>
            <a:path>
              <a:moveTo>
                <a:pt x="3378612" y="0"/>
              </a:moveTo>
              <a:lnTo>
                <a:pt x="3378612" y="273936"/>
              </a:lnTo>
              <a:lnTo>
                <a:pt x="0" y="273936"/>
              </a:lnTo>
              <a:lnTo>
                <a:pt x="0" y="401978"/>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9C7EE13-B1FF-4528-A70E-D56FA520B699}">
      <dsp:nvSpPr>
        <dsp:cNvPr id="0" name=""/>
        <dsp:cNvSpPr/>
      </dsp:nvSpPr>
      <dsp:spPr>
        <a:xfrm>
          <a:off x="3381449" y="973980"/>
          <a:ext cx="1382159" cy="877671"/>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2AE8700-D3E8-44E0-BB62-9DE2CB473E4A}">
      <dsp:nvSpPr>
        <dsp:cNvPr id="0" name=""/>
        <dsp:cNvSpPr/>
      </dsp:nvSpPr>
      <dsp:spPr>
        <a:xfrm>
          <a:off x="3535022" y="1119874"/>
          <a:ext cx="1382159" cy="877671"/>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GB" sz="2300" kern="1200" dirty="0" smtClean="0">
              <a:latin typeface="Corbel" panose="020B0503020204020204" pitchFamily="34" charset="0"/>
            </a:rPr>
            <a:t>Extended BPMN</a:t>
          </a:r>
          <a:endParaRPr lang="en-GB" sz="2300" kern="1200" dirty="0">
            <a:latin typeface="Corbel" panose="020B0503020204020204" pitchFamily="34" charset="0"/>
          </a:endParaRPr>
        </a:p>
      </dsp:txBody>
      <dsp:txXfrm>
        <a:off x="3560728" y="1145580"/>
        <a:ext cx="1330747" cy="826259"/>
      </dsp:txXfrm>
    </dsp:sp>
    <dsp:sp modelId="{6B2407FB-E314-49A4-B3D2-04A8D42F3540}">
      <dsp:nvSpPr>
        <dsp:cNvPr id="0" name=""/>
        <dsp:cNvSpPr/>
      </dsp:nvSpPr>
      <dsp:spPr>
        <a:xfrm>
          <a:off x="2836" y="2253629"/>
          <a:ext cx="1382159" cy="877671"/>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3C94EED-A77F-4371-976F-B726170774FB}">
      <dsp:nvSpPr>
        <dsp:cNvPr id="0" name=""/>
        <dsp:cNvSpPr/>
      </dsp:nvSpPr>
      <dsp:spPr>
        <a:xfrm>
          <a:off x="156409" y="2399524"/>
          <a:ext cx="1382159" cy="877671"/>
        </a:xfrm>
        <a:prstGeom prst="roundRect">
          <a:avLst>
            <a:gd name="adj" fmla="val 10000"/>
          </a:avLst>
        </a:prstGeom>
        <a:solidFill>
          <a:schemeClr val="bg1">
            <a:alpha val="90000"/>
          </a:schemeClr>
        </a:solidFill>
        <a:ln w="12700" cap="flat" cmpd="sng" algn="ctr">
          <a:solidFill>
            <a:schemeClr val="accent4"/>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GB" sz="2300" kern="1200" dirty="0" smtClean="0">
              <a:latin typeface="Corbel" panose="020B0503020204020204" pitchFamily="34" charset="0"/>
            </a:rPr>
            <a:t>Process</a:t>
          </a:r>
          <a:endParaRPr lang="en-GB" sz="2300" kern="1200" dirty="0">
            <a:latin typeface="Corbel" panose="020B0503020204020204" pitchFamily="34" charset="0"/>
          </a:endParaRPr>
        </a:p>
      </dsp:txBody>
      <dsp:txXfrm>
        <a:off x="182115" y="2425230"/>
        <a:ext cx="1330747" cy="826259"/>
      </dsp:txXfrm>
    </dsp:sp>
    <dsp:sp modelId="{40A92E27-C758-4281-8E6D-1E3EC3382CD2}">
      <dsp:nvSpPr>
        <dsp:cNvPr id="0" name=""/>
        <dsp:cNvSpPr/>
      </dsp:nvSpPr>
      <dsp:spPr>
        <a:xfrm>
          <a:off x="3389863" y="2231424"/>
          <a:ext cx="1382159" cy="877671"/>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A065AE-CC0C-4A23-A523-53E691EEFFAB}">
      <dsp:nvSpPr>
        <dsp:cNvPr id="0" name=""/>
        <dsp:cNvSpPr/>
      </dsp:nvSpPr>
      <dsp:spPr>
        <a:xfrm>
          <a:off x="3543436" y="2377319"/>
          <a:ext cx="1382159" cy="877671"/>
        </a:xfrm>
        <a:prstGeom prst="roundRect">
          <a:avLst>
            <a:gd name="adj" fmla="val 10000"/>
          </a:avLst>
        </a:prstGeom>
        <a:solidFill>
          <a:schemeClr val="lt1">
            <a:alpha val="90000"/>
            <a:hueOff val="0"/>
            <a:satOff val="0"/>
            <a:lumOff val="0"/>
            <a:alphaOff val="0"/>
          </a:schemeClr>
        </a:solidFill>
        <a:ln w="12700" cap="flat" cmpd="sng" algn="ctr">
          <a:solidFill>
            <a:schemeClr val="accent4"/>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GB" sz="2300" kern="1200" dirty="0" smtClean="0">
              <a:latin typeface="Corbel" panose="020B0503020204020204" pitchFamily="34" charset="0"/>
            </a:rPr>
            <a:t>Goal</a:t>
          </a:r>
          <a:endParaRPr lang="en-GB" sz="2300" kern="1200" dirty="0">
            <a:latin typeface="Corbel" panose="020B0503020204020204" pitchFamily="34" charset="0"/>
          </a:endParaRPr>
        </a:p>
      </dsp:txBody>
      <dsp:txXfrm>
        <a:off x="3569142" y="2403025"/>
        <a:ext cx="1330747" cy="826259"/>
      </dsp:txXfrm>
    </dsp:sp>
    <dsp:sp modelId="{3A14B81D-6501-4A9C-93E8-C0D8D63BD171}">
      <dsp:nvSpPr>
        <dsp:cNvPr id="0" name=""/>
        <dsp:cNvSpPr/>
      </dsp:nvSpPr>
      <dsp:spPr>
        <a:xfrm>
          <a:off x="1665152" y="2231424"/>
          <a:ext cx="1382159" cy="877671"/>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78C52AA-2AA8-4804-A77E-DB1AB1A47534}">
      <dsp:nvSpPr>
        <dsp:cNvPr id="0" name=""/>
        <dsp:cNvSpPr/>
      </dsp:nvSpPr>
      <dsp:spPr>
        <a:xfrm>
          <a:off x="1818725" y="2377319"/>
          <a:ext cx="1382159" cy="877671"/>
        </a:xfrm>
        <a:prstGeom prst="roundRect">
          <a:avLst>
            <a:gd name="adj" fmla="val 10000"/>
          </a:avLst>
        </a:prstGeom>
        <a:solidFill>
          <a:schemeClr val="lt1">
            <a:alpha val="90000"/>
            <a:hueOff val="0"/>
            <a:satOff val="0"/>
            <a:lumOff val="0"/>
            <a:alphaOff val="0"/>
          </a:schemeClr>
        </a:solidFill>
        <a:ln w="12700" cap="flat" cmpd="sng" algn="ctr">
          <a:solidFill>
            <a:schemeClr val="accent4"/>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GB" sz="2300" kern="1200" dirty="0" smtClean="0">
              <a:latin typeface="Corbel" panose="020B0503020204020204" pitchFamily="34" charset="0"/>
            </a:rPr>
            <a:t>Activity</a:t>
          </a:r>
          <a:endParaRPr lang="en-GB" sz="2300" kern="1200" dirty="0">
            <a:latin typeface="Corbel" panose="020B0503020204020204" pitchFamily="34" charset="0"/>
          </a:endParaRPr>
        </a:p>
      </dsp:txBody>
      <dsp:txXfrm>
        <a:off x="1844431" y="2403025"/>
        <a:ext cx="1330747" cy="826259"/>
      </dsp:txXfrm>
    </dsp:sp>
    <dsp:sp modelId="{662C3179-156C-489E-9269-4021721C5BBC}">
      <dsp:nvSpPr>
        <dsp:cNvPr id="0" name=""/>
        <dsp:cNvSpPr/>
      </dsp:nvSpPr>
      <dsp:spPr>
        <a:xfrm>
          <a:off x="5070755" y="2253629"/>
          <a:ext cx="1382159" cy="877671"/>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A66BEE-7F4C-48E7-831F-7C888B7CC9C0}">
      <dsp:nvSpPr>
        <dsp:cNvPr id="0" name=""/>
        <dsp:cNvSpPr/>
      </dsp:nvSpPr>
      <dsp:spPr>
        <a:xfrm>
          <a:off x="5224328" y="2399524"/>
          <a:ext cx="1382159" cy="877671"/>
        </a:xfrm>
        <a:prstGeom prst="roundRect">
          <a:avLst>
            <a:gd name="adj" fmla="val 10000"/>
          </a:avLst>
        </a:prstGeom>
        <a:solidFill>
          <a:schemeClr val="lt1">
            <a:alpha val="90000"/>
            <a:hueOff val="0"/>
            <a:satOff val="0"/>
            <a:lumOff val="0"/>
            <a:alphaOff val="0"/>
          </a:schemeClr>
        </a:solidFill>
        <a:ln w="12700" cap="flat" cmpd="sng" algn="ctr">
          <a:solidFill>
            <a:schemeClr val="accent4"/>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GB" sz="2300" kern="1200" dirty="0" smtClean="0">
              <a:latin typeface="Corbel" panose="020B0503020204020204" pitchFamily="34" charset="0"/>
            </a:rPr>
            <a:t>Data</a:t>
          </a:r>
          <a:endParaRPr lang="en-GB" sz="2300" kern="1200" dirty="0">
            <a:latin typeface="Corbel" panose="020B0503020204020204" pitchFamily="34" charset="0"/>
          </a:endParaRPr>
        </a:p>
      </dsp:txBody>
      <dsp:txXfrm>
        <a:off x="5250034" y="2425230"/>
        <a:ext cx="1330747" cy="826259"/>
      </dsp:txXfrm>
    </dsp:sp>
    <dsp:sp modelId="{54F0EE37-CCF6-4BB1-BA61-F96149AC3718}">
      <dsp:nvSpPr>
        <dsp:cNvPr id="0" name=""/>
        <dsp:cNvSpPr/>
      </dsp:nvSpPr>
      <dsp:spPr>
        <a:xfrm>
          <a:off x="6760061" y="2253629"/>
          <a:ext cx="1382159" cy="877671"/>
        </a:xfrm>
        <a:prstGeom prst="roundRect">
          <a:avLst>
            <a:gd name="adj" fmla="val 10000"/>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31A3CB4-A070-4FAC-BD0B-868C2474FF9D}">
      <dsp:nvSpPr>
        <dsp:cNvPr id="0" name=""/>
        <dsp:cNvSpPr/>
      </dsp:nvSpPr>
      <dsp:spPr>
        <a:xfrm>
          <a:off x="6913634" y="2399524"/>
          <a:ext cx="1382159" cy="877671"/>
        </a:xfrm>
        <a:prstGeom prst="roundRect">
          <a:avLst>
            <a:gd name="adj" fmla="val 10000"/>
          </a:avLst>
        </a:prstGeom>
        <a:solidFill>
          <a:schemeClr val="lt1">
            <a:alpha val="90000"/>
            <a:hueOff val="0"/>
            <a:satOff val="0"/>
            <a:lumOff val="0"/>
            <a:alphaOff val="0"/>
          </a:schemeClr>
        </a:solidFill>
        <a:ln w="254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GB" sz="2300" kern="1200" dirty="0" smtClean="0">
              <a:latin typeface="Corbel" panose="020B0503020204020204" pitchFamily="34" charset="0"/>
            </a:rPr>
            <a:t>User role</a:t>
          </a:r>
          <a:endParaRPr lang="en-GB" sz="2300" kern="1200" dirty="0">
            <a:latin typeface="Corbel" panose="020B0503020204020204" pitchFamily="34" charset="0"/>
          </a:endParaRPr>
        </a:p>
      </dsp:txBody>
      <dsp:txXfrm>
        <a:off x="6939340" y="2425230"/>
        <a:ext cx="1330747" cy="826259"/>
      </dsp:txXfrm>
    </dsp:sp>
  </dsp:spTree>
</dsp:drawing>
</file>

<file path=ppt/diagrams/layout1.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3F8EFC-CA4B-4002-B8CF-961C437E790E}" type="datetimeFigureOut">
              <a:rPr lang="en-US" smtClean="0"/>
              <a:t>7/25/2017</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36E7B7-2B00-464B-B449-7F39D2EE81E4}" type="slidenum">
              <a:rPr lang="en-US" smtClean="0"/>
              <a:t>‹#›</a:t>
            </a:fld>
            <a:endParaRPr lang="en-US"/>
          </a:p>
        </p:txBody>
      </p:sp>
    </p:spTree>
    <p:extLst>
      <p:ext uri="{BB962C8B-B14F-4D97-AF65-F5344CB8AC3E}">
        <p14:creationId xmlns:p14="http://schemas.microsoft.com/office/powerpoint/2010/main" val="641662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10"/>
          </p:nvPr>
        </p:nvSpPr>
        <p:spPr/>
        <p:txBody>
          <a:bodyPr/>
          <a:lstStyle/>
          <a:p>
            <a:fld id="{8AB7A2E1-0EF5-4F6C-A697-A12883C24FF3}" type="slidenum">
              <a:rPr lang="nl-NL" smtClean="0"/>
              <a:t>1</a:t>
            </a:fld>
            <a:endParaRPr lang="nl-NL"/>
          </a:p>
        </p:txBody>
      </p:sp>
    </p:spTree>
    <p:extLst>
      <p:ext uri="{BB962C8B-B14F-4D97-AF65-F5344CB8AC3E}">
        <p14:creationId xmlns:p14="http://schemas.microsoft.com/office/powerpoint/2010/main" val="15731313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Either we provide too much </a:t>
            </a:r>
            <a:r>
              <a:rPr lang="en-US" dirty="0" err="1" smtClean="0"/>
              <a:t>detsail</a:t>
            </a:r>
            <a:r>
              <a:rPr lang="en-US" dirty="0" smtClean="0"/>
              <a:t> or we </a:t>
            </a:r>
            <a:r>
              <a:rPr lang="en-US" dirty="0" err="1" smtClean="0"/>
              <a:t>moel</a:t>
            </a:r>
            <a:r>
              <a:rPr lang="en-US" dirty="0" smtClean="0"/>
              <a:t> them in structured way</a:t>
            </a:r>
            <a:endParaRPr lang="en-US" dirty="0"/>
          </a:p>
        </p:txBody>
      </p:sp>
      <p:sp>
        <p:nvSpPr>
          <p:cNvPr id="4" name="Slide Number Placeholder 3"/>
          <p:cNvSpPr>
            <a:spLocks noGrp="1"/>
          </p:cNvSpPr>
          <p:nvPr>
            <p:ph type="sldNum" sz="quarter" idx="10"/>
          </p:nvPr>
        </p:nvSpPr>
        <p:spPr/>
        <p:txBody>
          <a:bodyPr/>
          <a:lstStyle/>
          <a:p>
            <a:fld id="{4336E7B7-2B00-464B-B449-7F39D2EE81E4}" type="slidenum">
              <a:rPr lang="en-US" smtClean="0"/>
              <a:t>4</a:t>
            </a:fld>
            <a:endParaRPr lang="en-US"/>
          </a:p>
        </p:txBody>
      </p:sp>
    </p:spTree>
    <p:extLst>
      <p:ext uri="{BB962C8B-B14F-4D97-AF65-F5344CB8AC3E}">
        <p14:creationId xmlns:p14="http://schemas.microsoft.com/office/powerpoint/2010/main" val="27913772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Think</a:t>
            </a:r>
            <a:r>
              <a:rPr lang="en-GB" baseline="0" dirty="0" smtClean="0"/>
              <a:t> of running example:</a:t>
            </a:r>
          </a:p>
          <a:p>
            <a:r>
              <a:rPr lang="en-GB" baseline="0" dirty="0" smtClean="0"/>
              <a:t>Buy a flight ticket online (session out!)</a:t>
            </a:r>
          </a:p>
          <a:p>
            <a:r>
              <a:rPr lang="en-GB" baseline="0" dirty="0" smtClean="0"/>
              <a:t>Printing a paper from printer </a:t>
            </a:r>
          </a:p>
          <a:p>
            <a:r>
              <a:rPr lang="en-GB" baseline="0" dirty="0" smtClean="0"/>
              <a:t>Admission process</a:t>
            </a:r>
          </a:p>
          <a:p>
            <a:r>
              <a:rPr lang="en-GB" baseline="0" dirty="0" smtClean="0"/>
              <a:t>Insurance process (outline the involved stakeholders and complexity)</a:t>
            </a:r>
            <a:endParaRPr lang="en-GB" dirty="0"/>
          </a:p>
        </p:txBody>
      </p:sp>
      <p:sp>
        <p:nvSpPr>
          <p:cNvPr id="4" name="Slide Number Placeholder 3"/>
          <p:cNvSpPr>
            <a:spLocks noGrp="1"/>
          </p:cNvSpPr>
          <p:nvPr>
            <p:ph type="sldNum" sz="quarter" idx="10"/>
          </p:nvPr>
        </p:nvSpPr>
        <p:spPr/>
        <p:txBody>
          <a:bodyPr/>
          <a:lstStyle/>
          <a:p>
            <a:fld id="{8BAB3EA4-3119-40E1-9A0B-1F424BC1D302}" type="slidenum">
              <a:rPr lang="en-GB" smtClean="0"/>
              <a:pPr/>
              <a:t>5</a:t>
            </a:fld>
            <a:endParaRPr lang="en-GB"/>
          </a:p>
        </p:txBody>
      </p:sp>
    </p:spTree>
    <p:extLst>
      <p:ext uri="{BB962C8B-B14F-4D97-AF65-F5344CB8AC3E}">
        <p14:creationId xmlns:p14="http://schemas.microsoft.com/office/powerpoint/2010/main" val="26741673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8BAB3EA4-3119-40E1-9A0B-1F424BC1D302}" type="slidenum">
              <a:rPr lang="en-GB" smtClean="0"/>
              <a:pPr/>
              <a:t>6</a:t>
            </a:fld>
            <a:endParaRPr lang="en-GB"/>
          </a:p>
        </p:txBody>
      </p:sp>
    </p:spTree>
    <p:extLst>
      <p:ext uri="{BB962C8B-B14F-4D97-AF65-F5344CB8AC3E}">
        <p14:creationId xmlns:p14="http://schemas.microsoft.com/office/powerpoint/2010/main" val="32587896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Which</a:t>
            </a:r>
            <a:r>
              <a:rPr lang="en-GB" baseline="0" dirty="0" smtClean="0"/>
              <a:t> means we cannot model the unstructured process in </a:t>
            </a:r>
            <a:r>
              <a:rPr lang="en-GB" baseline="0" dirty="0" err="1" smtClean="0"/>
              <a:t>sturctured</a:t>
            </a:r>
            <a:r>
              <a:rPr lang="en-GB" baseline="0" dirty="0" smtClean="0"/>
              <a:t> </a:t>
            </a:r>
            <a:r>
              <a:rPr lang="en-GB" baseline="0" dirty="0" err="1" smtClean="0"/>
              <a:t>wayb</a:t>
            </a:r>
            <a:endParaRPr lang="en-GB" baseline="0" dirty="0" smtClean="0"/>
          </a:p>
          <a:p>
            <a:r>
              <a:rPr lang="en-GB" baseline="0" dirty="0" smtClean="0"/>
              <a:t>It can take many unexpected paths based on available data and contextual triggers</a:t>
            </a:r>
            <a:endParaRPr lang="en-GB" dirty="0"/>
          </a:p>
        </p:txBody>
      </p:sp>
      <p:sp>
        <p:nvSpPr>
          <p:cNvPr id="4" name="Slide Number Placeholder 3"/>
          <p:cNvSpPr>
            <a:spLocks noGrp="1"/>
          </p:cNvSpPr>
          <p:nvPr>
            <p:ph type="sldNum" sz="quarter" idx="10"/>
          </p:nvPr>
        </p:nvSpPr>
        <p:spPr/>
        <p:txBody>
          <a:bodyPr/>
          <a:lstStyle/>
          <a:p>
            <a:fld id="{8BAB3EA4-3119-40E1-9A0B-1F424BC1D302}" type="slidenum">
              <a:rPr lang="en-GB" smtClean="0"/>
              <a:pPr/>
              <a:t>7</a:t>
            </a:fld>
            <a:endParaRPr lang="en-GB"/>
          </a:p>
        </p:txBody>
      </p:sp>
    </p:spTree>
    <p:extLst>
      <p:ext uri="{BB962C8B-B14F-4D97-AF65-F5344CB8AC3E}">
        <p14:creationId xmlns:p14="http://schemas.microsoft.com/office/powerpoint/2010/main" val="17004176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Association for Information and Image Management</a:t>
            </a:r>
            <a:endParaRPr lang="en-US" dirty="0"/>
          </a:p>
        </p:txBody>
      </p:sp>
      <p:sp>
        <p:nvSpPr>
          <p:cNvPr id="4" name="Slide Number Placeholder 3"/>
          <p:cNvSpPr>
            <a:spLocks noGrp="1"/>
          </p:cNvSpPr>
          <p:nvPr>
            <p:ph type="sldNum" sz="quarter" idx="10"/>
          </p:nvPr>
        </p:nvSpPr>
        <p:spPr/>
        <p:txBody>
          <a:bodyPr/>
          <a:lstStyle/>
          <a:p>
            <a:fld id="{4336E7B7-2B00-464B-B449-7F39D2EE81E4}" type="slidenum">
              <a:rPr lang="en-US" smtClean="0"/>
              <a:t>8</a:t>
            </a:fld>
            <a:endParaRPr lang="en-US"/>
          </a:p>
        </p:txBody>
      </p:sp>
    </p:spTree>
    <p:extLst>
      <p:ext uri="{BB962C8B-B14F-4D97-AF65-F5344CB8AC3E}">
        <p14:creationId xmlns:p14="http://schemas.microsoft.com/office/powerpoint/2010/main" val="24442393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336E7B7-2B00-464B-B449-7F39D2EE81E4}" type="slidenum">
              <a:rPr lang="en-US" smtClean="0"/>
              <a:t>10</a:t>
            </a:fld>
            <a:endParaRPr lang="en-US"/>
          </a:p>
        </p:txBody>
      </p:sp>
    </p:spTree>
    <p:extLst>
      <p:ext uri="{BB962C8B-B14F-4D97-AF65-F5344CB8AC3E}">
        <p14:creationId xmlns:p14="http://schemas.microsoft.com/office/powerpoint/2010/main" val="42219339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000" dirty="0" smtClean="0"/>
              <a:t>These are not problem but they limit the flexibility of unstructured process mode.. </a:t>
            </a:r>
            <a:r>
              <a:rPr lang="en-GB" sz="1000" dirty="0" err="1" smtClean="0"/>
              <a:t>Nteresing</a:t>
            </a:r>
            <a:r>
              <a:rPr lang="en-GB" sz="1000" dirty="0" smtClean="0"/>
              <a:t> </a:t>
            </a:r>
            <a:r>
              <a:rPr lang="en-GB" sz="1000" dirty="0" err="1" smtClean="0"/>
              <a:t>observationl</a:t>
            </a:r>
            <a:endParaRPr lang="en-GB" sz="1000" dirty="0" smtClean="0"/>
          </a:p>
          <a:p>
            <a:r>
              <a:rPr lang="en-US" sz="1000" b="0" i="0" u="none" strike="noStrike" kern="1200" baseline="0" dirty="0" smtClean="0">
                <a:solidFill>
                  <a:schemeClr val="tx1"/>
                </a:solidFill>
                <a:latin typeface="+mn-lt"/>
                <a:ea typeface="+mn-ea"/>
                <a:cs typeface="+mn-cs"/>
              </a:rPr>
              <a:t>Task ordering: Send certificate for authentication’ will be only performed after the task ‘Review admission form’ has been completed. While, in reality, the verification of certificates and review of admission form can be performed in parallel</a:t>
            </a:r>
          </a:p>
          <a:p>
            <a:r>
              <a:rPr lang="en-US" sz="1200" b="0" i="0" u="none" strike="noStrike" kern="1200" baseline="0" dirty="0" smtClean="0">
                <a:solidFill>
                  <a:schemeClr val="tx1"/>
                </a:solidFill>
                <a:latin typeface="+mn-lt"/>
                <a:ea typeface="+mn-ea"/>
                <a:cs typeface="+mn-cs"/>
              </a:rPr>
              <a:t>For example, the activity ‘Send certificates for authentication’, in Figure 1, should be regarded as an optional activity if the authentication</a:t>
            </a:r>
          </a:p>
          <a:p>
            <a:r>
              <a:rPr lang="en-US" sz="1200" b="0" i="0" u="none" strike="noStrike" kern="1200" baseline="0" dirty="0" smtClean="0">
                <a:solidFill>
                  <a:schemeClr val="tx1"/>
                </a:solidFill>
                <a:latin typeface="+mn-lt"/>
                <a:ea typeface="+mn-ea"/>
                <a:cs typeface="+mn-cs"/>
              </a:rPr>
              <a:t>is not needed. </a:t>
            </a:r>
          </a:p>
          <a:p>
            <a:r>
              <a:rPr lang="en-US" sz="1200" b="0" i="0" u="none" strike="noStrike" kern="1200" baseline="0" dirty="0" smtClean="0">
                <a:solidFill>
                  <a:schemeClr val="tx1"/>
                </a:solidFill>
                <a:latin typeface="+mn-lt"/>
                <a:ea typeface="+mn-ea"/>
                <a:cs typeface="+mn-cs"/>
              </a:rPr>
              <a:t>Data view: there are no details if we provide more data or not!</a:t>
            </a:r>
            <a:endParaRPr lang="en-GB" sz="1000" dirty="0"/>
          </a:p>
        </p:txBody>
      </p:sp>
      <p:sp>
        <p:nvSpPr>
          <p:cNvPr id="4" name="Slide Number Placeholder 3"/>
          <p:cNvSpPr>
            <a:spLocks noGrp="1"/>
          </p:cNvSpPr>
          <p:nvPr>
            <p:ph type="sldNum" sz="quarter" idx="10"/>
          </p:nvPr>
        </p:nvSpPr>
        <p:spPr/>
        <p:txBody>
          <a:bodyPr/>
          <a:lstStyle/>
          <a:p>
            <a:fld id="{8BAB3EA4-3119-40E1-9A0B-1F424BC1D302}" type="slidenum">
              <a:rPr lang="en-GB" smtClean="0"/>
              <a:pPr/>
              <a:t>11</a:t>
            </a:fld>
            <a:endParaRPr lang="en-GB"/>
          </a:p>
        </p:txBody>
      </p:sp>
    </p:spTree>
    <p:extLst>
      <p:ext uri="{BB962C8B-B14F-4D97-AF65-F5344CB8AC3E}">
        <p14:creationId xmlns:p14="http://schemas.microsoft.com/office/powerpoint/2010/main" val="7380804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Task</a:t>
            </a:r>
            <a:r>
              <a:rPr lang="en-US" baseline="0" dirty="0" smtClean="0"/>
              <a:t> dependency: </a:t>
            </a:r>
            <a:r>
              <a:rPr lang="en-US" sz="1200" b="0" i="0" u="none" strike="noStrike" kern="1200" baseline="0" dirty="0" smtClean="0">
                <a:solidFill>
                  <a:schemeClr val="tx1"/>
                </a:solidFill>
                <a:latin typeface="+mn-lt"/>
                <a:ea typeface="+mn-ea"/>
                <a:cs typeface="+mn-cs"/>
              </a:rPr>
              <a:t>the stage of Assess Admission File will only be executed if the milestone Application Check Completed</a:t>
            </a:r>
          </a:p>
          <a:p>
            <a:r>
              <a:rPr lang="en-US" sz="1200" b="0" i="0" u="none" strike="noStrike" kern="1200" baseline="0" dirty="0" smtClean="0">
                <a:solidFill>
                  <a:schemeClr val="tx1"/>
                </a:solidFill>
                <a:latin typeface="+mn-lt"/>
                <a:ea typeface="+mn-ea"/>
                <a:cs typeface="+mn-cs"/>
              </a:rPr>
              <a:t>has been achieved.</a:t>
            </a:r>
            <a:endParaRPr lang="en-US" dirty="0"/>
          </a:p>
        </p:txBody>
      </p:sp>
      <p:sp>
        <p:nvSpPr>
          <p:cNvPr id="4" name="Slide Number Placeholder 3"/>
          <p:cNvSpPr>
            <a:spLocks noGrp="1"/>
          </p:cNvSpPr>
          <p:nvPr>
            <p:ph type="sldNum" sz="quarter" idx="10"/>
          </p:nvPr>
        </p:nvSpPr>
        <p:spPr/>
        <p:txBody>
          <a:bodyPr/>
          <a:lstStyle/>
          <a:p>
            <a:fld id="{4336E7B7-2B00-464B-B449-7F39D2EE81E4}" type="slidenum">
              <a:rPr lang="en-US" smtClean="0"/>
              <a:t>12</a:t>
            </a:fld>
            <a:endParaRPr lang="en-US"/>
          </a:p>
        </p:txBody>
      </p:sp>
    </p:spTree>
    <p:extLst>
      <p:ext uri="{BB962C8B-B14F-4D97-AF65-F5344CB8AC3E}">
        <p14:creationId xmlns:p14="http://schemas.microsoft.com/office/powerpoint/2010/main" val="10520329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336E7B7-2B00-464B-B449-7F39D2EE81E4}" type="slidenum">
              <a:rPr lang="en-US" smtClean="0"/>
              <a:t>15</a:t>
            </a:fld>
            <a:endParaRPr lang="en-US"/>
          </a:p>
        </p:txBody>
      </p:sp>
    </p:spTree>
    <p:extLst>
      <p:ext uri="{BB962C8B-B14F-4D97-AF65-F5344CB8AC3E}">
        <p14:creationId xmlns:p14="http://schemas.microsoft.com/office/powerpoint/2010/main" val="7407694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Optimum set of modelling notation that can represent</a:t>
            </a:r>
            <a:r>
              <a:rPr lang="en-GB" baseline="0" dirty="0" smtClean="0"/>
              <a:t> structured and unstructured process parts.</a:t>
            </a:r>
            <a:endParaRPr lang="en-GB" dirty="0"/>
          </a:p>
        </p:txBody>
      </p:sp>
      <p:sp>
        <p:nvSpPr>
          <p:cNvPr id="4" name="Slide Number Placeholder 3"/>
          <p:cNvSpPr>
            <a:spLocks noGrp="1"/>
          </p:cNvSpPr>
          <p:nvPr>
            <p:ph type="sldNum" sz="quarter" idx="10"/>
          </p:nvPr>
        </p:nvSpPr>
        <p:spPr/>
        <p:txBody>
          <a:bodyPr/>
          <a:lstStyle/>
          <a:p>
            <a:fld id="{8BAB3EA4-3119-40E1-9A0B-1F424BC1D302}" type="slidenum">
              <a:rPr lang="en-GB" smtClean="0"/>
              <a:pPr/>
              <a:t>16</a:t>
            </a:fld>
            <a:endParaRPr lang="en-GB"/>
          </a:p>
        </p:txBody>
      </p:sp>
    </p:spTree>
    <p:extLst>
      <p:ext uri="{BB962C8B-B14F-4D97-AF65-F5344CB8AC3E}">
        <p14:creationId xmlns:p14="http://schemas.microsoft.com/office/powerpoint/2010/main" val="11803104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Optimum set of modelling notation that can represent</a:t>
            </a:r>
            <a:r>
              <a:rPr lang="en-GB" baseline="0" dirty="0" smtClean="0"/>
              <a:t> structured and unstructured process parts.</a:t>
            </a:r>
            <a:endParaRPr lang="en-GB" dirty="0"/>
          </a:p>
        </p:txBody>
      </p:sp>
      <p:sp>
        <p:nvSpPr>
          <p:cNvPr id="4" name="Slide Number Placeholder 3"/>
          <p:cNvSpPr>
            <a:spLocks noGrp="1"/>
          </p:cNvSpPr>
          <p:nvPr>
            <p:ph type="sldNum" sz="quarter" idx="10"/>
          </p:nvPr>
        </p:nvSpPr>
        <p:spPr/>
        <p:txBody>
          <a:bodyPr/>
          <a:lstStyle/>
          <a:p>
            <a:fld id="{8BAB3EA4-3119-40E1-9A0B-1F424BC1D302}" type="slidenum">
              <a:rPr lang="en-GB" smtClean="0"/>
              <a:pPr/>
              <a:t>17</a:t>
            </a:fld>
            <a:endParaRPr lang="en-GB"/>
          </a:p>
        </p:txBody>
      </p:sp>
    </p:spTree>
    <p:extLst>
      <p:ext uri="{BB962C8B-B14F-4D97-AF65-F5344CB8AC3E}">
        <p14:creationId xmlns:p14="http://schemas.microsoft.com/office/powerpoint/2010/main" val="2882018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Optimum set of modelling notation that can represent</a:t>
            </a:r>
            <a:r>
              <a:rPr lang="en-GB" baseline="0" dirty="0" smtClean="0"/>
              <a:t> structured and unstructured process parts.</a:t>
            </a:r>
            <a:endParaRPr lang="en-GB" dirty="0"/>
          </a:p>
        </p:txBody>
      </p:sp>
      <p:sp>
        <p:nvSpPr>
          <p:cNvPr id="4" name="Slide Number Placeholder 3"/>
          <p:cNvSpPr>
            <a:spLocks noGrp="1"/>
          </p:cNvSpPr>
          <p:nvPr>
            <p:ph type="sldNum" sz="quarter" idx="10"/>
          </p:nvPr>
        </p:nvSpPr>
        <p:spPr/>
        <p:txBody>
          <a:bodyPr/>
          <a:lstStyle/>
          <a:p>
            <a:fld id="{8BAB3EA4-3119-40E1-9A0B-1F424BC1D302}" type="slidenum">
              <a:rPr lang="en-GB" smtClean="0"/>
              <a:pPr/>
              <a:t>18</a:t>
            </a:fld>
            <a:endParaRPr lang="en-GB"/>
          </a:p>
        </p:txBody>
      </p:sp>
    </p:spTree>
    <p:extLst>
      <p:ext uri="{BB962C8B-B14F-4D97-AF65-F5344CB8AC3E}">
        <p14:creationId xmlns:p14="http://schemas.microsoft.com/office/powerpoint/2010/main" val="26747072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Optimum set of modelling notation that can represent</a:t>
            </a:r>
            <a:r>
              <a:rPr lang="en-GB" baseline="0" dirty="0" smtClean="0"/>
              <a:t> structured and unstructured process parts.</a:t>
            </a:r>
            <a:endParaRPr lang="en-GB" dirty="0"/>
          </a:p>
        </p:txBody>
      </p:sp>
      <p:sp>
        <p:nvSpPr>
          <p:cNvPr id="4" name="Slide Number Placeholder 3"/>
          <p:cNvSpPr>
            <a:spLocks noGrp="1"/>
          </p:cNvSpPr>
          <p:nvPr>
            <p:ph type="sldNum" sz="quarter" idx="10"/>
          </p:nvPr>
        </p:nvSpPr>
        <p:spPr/>
        <p:txBody>
          <a:bodyPr/>
          <a:lstStyle/>
          <a:p>
            <a:fld id="{8BAB3EA4-3119-40E1-9A0B-1F424BC1D302}" type="slidenum">
              <a:rPr lang="en-GB" smtClean="0"/>
              <a:pPr/>
              <a:t>19</a:t>
            </a:fld>
            <a:endParaRPr lang="en-GB"/>
          </a:p>
        </p:txBody>
      </p:sp>
    </p:spTree>
    <p:extLst>
      <p:ext uri="{BB962C8B-B14F-4D97-AF65-F5344CB8AC3E}">
        <p14:creationId xmlns:p14="http://schemas.microsoft.com/office/powerpoint/2010/main" val="9828564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Optimum set of modelling notation that can represent</a:t>
            </a:r>
            <a:r>
              <a:rPr lang="en-GB" baseline="0" dirty="0" smtClean="0"/>
              <a:t> structured and unstructured process parts.</a:t>
            </a:r>
            <a:endParaRPr lang="en-GB" dirty="0"/>
          </a:p>
        </p:txBody>
      </p:sp>
      <p:sp>
        <p:nvSpPr>
          <p:cNvPr id="4" name="Slide Number Placeholder 3"/>
          <p:cNvSpPr>
            <a:spLocks noGrp="1"/>
          </p:cNvSpPr>
          <p:nvPr>
            <p:ph type="sldNum" sz="quarter" idx="10"/>
          </p:nvPr>
        </p:nvSpPr>
        <p:spPr/>
        <p:txBody>
          <a:bodyPr/>
          <a:lstStyle/>
          <a:p>
            <a:fld id="{8BAB3EA4-3119-40E1-9A0B-1F424BC1D302}" type="slidenum">
              <a:rPr lang="en-GB" smtClean="0"/>
              <a:pPr/>
              <a:t>20</a:t>
            </a:fld>
            <a:endParaRPr lang="en-GB"/>
          </a:p>
        </p:txBody>
      </p:sp>
    </p:spTree>
    <p:extLst>
      <p:ext uri="{BB962C8B-B14F-4D97-AF65-F5344CB8AC3E}">
        <p14:creationId xmlns:p14="http://schemas.microsoft.com/office/powerpoint/2010/main" val="31386844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Optimum set of modelling notation that can represent</a:t>
            </a:r>
            <a:r>
              <a:rPr lang="en-GB" baseline="0" dirty="0" smtClean="0"/>
              <a:t> structured and unstructured process parts.</a:t>
            </a:r>
            <a:endParaRPr lang="en-GB" dirty="0"/>
          </a:p>
        </p:txBody>
      </p:sp>
      <p:sp>
        <p:nvSpPr>
          <p:cNvPr id="4" name="Slide Number Placeholder 3"/>
          <p:cNvSpPr>
            <a:spLocks noGrp="1"/>
          </p:cNvSpPr>
          <p:nvPr>
            <p:ph type="sldNum" sz="quarter" idx="10"/>
          </p:nvPr>
        </p:nvSpPr>
        <p:spPr/>
        <p:txBody>
          <a:bodyPr/>
          <a:lstStyle/>
          <a:p>
            <a:fld id="{8BAB3EA4-3119-40E1-9A0B-1F424BC1D302}" type="slidenum">
              <a:rPr lang="en-GB" smtClean="0"/>
              <a:pPr/>
              <a:t>21</a:t>
            </a:fld>
            <a:endParaRPr lang="en-GB"/>
          </a:p>
        </p:txBody>
      </p:sp>
    </p:spTree>
    <p:extLst>
      <p:ext uri="{BB962C8B-B14F-4D97-AF65-F5344CB8AC3E}">
        <p14:creationId xmlns:p14="http://schemas.microsoft.com/office/powerpoint/2010/main" val="17402567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336E7B7-2B00-464B-B449-7F39D2EE81E4}" type="slidenum">
              <a:rPr lang="en-US" smtClean="0"/>
              <a:t>23</a:t>
            </a:fld>
            <a:endParaRPr lang="en-US"/>
          </a:p>
        </p:txBody>
      </p:sp>
    </p:spTree>
    <p:extLst>
      <p:ext uri="{BB962C8B-B14F-4D97-AF65-F5344CB8AC3E}">
        <p14:creationId xmlns:p14="http://schemas.microsoft.com/office/powerpoint/2010/main" val="6732870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Modeling level..description (for business people) .. Analytical (detailed with exception,</a:t>
            </a:r>
            <a:r>
              <a:rPr lang="en-GB" baseline="0" dirty="0" smtClean="0"/>
              <a:t> rules ).. </a:t>
            </a:r>
            <a:endParaRPr lang="en-GB" dirty="0"/>
          </a:p>
        </p:txBody>
      </p:sp>
      <p:sp>
        <p:nvSpPr>
          <p:cNvPr id="4" name="Slide Number Placeholder 3"/>
          <p:cNvSpPr>
            <a:spLocks noGrp="1"/>
          </p:cNvSpPr>
          <p:nvPr>
            <p:ph type="sldNum" sz="quarter" idx="10"/>
          </p:nvPr>
        </p:nvSpPr>
        <p:spPr/>
        <p:txBody>
          <a:bodyPr/>
          <a:lstStyle/>
          <a:p>
            <a:fld id="{8BAB3EA4-3119-40E1-9A0B-1F424BC1D302}" type="slidenum">
              <a:rPr lang="en-GB" smtClean="0"/>
              <a:pPr/>
              <a:t>26</a:t>
            </a:fld>
            <a:endParaRPr lang="en-GB"/>
          </a:p>
        </p:txBody>
      </p:sp>
    </p:spTree>
    <p:extLst>
      <p:ext uri="{BB962C8B-B14F-4D97-AF65-F5344CB8AC3E}">
        <p14:creationId xmlns:p14="http://schemas.microsoft.com/office/powerpoint/2010/main" val="9228567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79AB6F3-892A-4ABC-9D71-898F936C4F0C}" type="datetime1">
              <a:rPr lang="en-US" smtClean="0"/>
              <a:t>7/25/2017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155357-0EC8-4929-AE33-1B32B4D567E3}" type="slidenum">
              <a:rPr lang="en-US" smtClean="0"/>
              <a:t>‹#›</a:t>
            </a:fld>
            <a:endParaRPr lang="en-US"/>
          </a:p>
        </p:txBody>
      </p:sp>
    </p:spTree>
    <p:extLst>
      <p:ext uri="{BB962C8B-B14F-4D97-AF65-F5344CB8AC3E}">
        <p14:creationId xmlns:p14="http://schemas.microsoft.com/office/powerpoint/2010/main" val="9802330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14C4A18-CE0F-4DC5-AD15-7A71DE930384}" type="datetime1">
              <a:rPr lang="en-US" smtClean="0"/>
              <a:t>7/25/2017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155357-0EC8-4929-AE33-1B32B4D567E3}" type="slidenum">
              <a:rPr lang="en-US" smtClean="0"/>
              <a:t>‹#›</a:t>
            </a:fld>
            <a:endParaRPr lang="en-US"/>
          </a:p>
        </p:txBody>
      </p:sp>
    </p:spTree>
    <p:extLst>
      <p:ext uri="{BB962C8B-B14F-4D97-AF65-F5344CB8AC3E}">
        <p14:creationId xmlns:p14="http://schemas.microsoft.com/office/powerpoint/2010/main" val="3485513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29B7AE1-D930-4E80-B5BC-59F0807B100F}" type="datetime1">
              <a:rPr lang="en-US" smtClean="0"/>
              <a:t>7/25/2017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155357-0EC8-4929-AE33-1B32B4D567E3}" type="slidenum">
              <a:rPr lang="en-US" smtClean="0"/>
              <a:t>‹#›</a:t>
            </a:fld>
            <a:endParaRPr lang="en-US"/>
          </a:p>
        </p:txBody>
      </p:sp>
    </p:spTree>
    <p:extLst>
      <p:ext uri="{BB962C8B-B14F-4D97-AF65-F5344CB8AC3E}">
        <p14:creationId xmlns:p14="http://schemas.microsoft.com/office/powerpoint/2010/main" val="31858913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6773ED3-C4A0-46E8-88F5-634F0D25B33B}" type="datetime1">
              <a:rPr lang="en-US" smtClean="0"/>
              <a:t>7/25/2017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155357-0EC8-4929-AE33-1B32B4D567E3}" type="slidenum">
              <a:rPr lang="en-US" smtClean="0"/>
              <a:t>‹#›</a:t>
            </a:fld>
            <a:endParaRPr lang="en-US"/>
          </a:p>
        </p:txBody>
      </p:sp>
    </p:spTree>
    <p:extLst>
      <p:ext uri="{BB962C8B-B14F-4D97-AF65-F5344CB8AC3E}">
        <p14:creationId xmlns:p14="http://schemas.microsoft.com/office/powerpoint/2010/main" val="1904028069"/>
      </p:ext>
    </p:extLst>
  </p:cSld>
  <p:clrMapOvr>
    <a:masterClrMapping/>
  </p:clrMapOvr>
  <p:extLst mod="1">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300B73B-6C25-4C3F-92DC-9D66D7C99EA6}" type="datetime1">
              <a:rPr lang="en-US" smtClean="0"/>
              <a:t>7/25/2017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D155357-0EC8-4929-AE33-1B32B4D567E3}" type="slidenum">
              <a:rPr lang="en-US" smtClean="0"/>
              <a:t>‹#›</a:t>
            </a:fld>
            <a:endParaRPr lang="en-US"/>
          </a:p>
        </p:txBody>
      </p:sp>
    </p:spTree>
    <p:extLst>
      <p:ext uri="{BB962C8B-B14F-4D97-AF65-F5344CB8AC3E}">
        <p14:creationId xmlns:p14="http://schemas.microsoft.com/office/powerpoint/2010/main" val="4249644559"/>
      </p:ext>
    </p:extLst>
  </p:cSld>
  <p:clrMapOvr>
    <a:masterClrMapping/>
  </p:clrMapOvr>
  <p:extLst mod="1">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EC6D8C1-3DE4-48C3-B131-BB54024840F1}" type="datetime1">
              <a:rPr lang="en-US" smtClean="0"/>
              <a:t>7/25/2017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D155357-0EC8-4929-AE33-1B32B4D567E3}" type="slidenum">
              <a:rPr lang="en-US" smtClean="0"/>
              <a:t>‹#›</a:t>
            </a:fld>
            <a:endParaRPr lang="en-US"/>
          </a:p>
        </p:txBody>
      </p:sp>
    </p:spTree>
    <p:extLst>
      <p:ext uri="{BB962C8B-B14F-4D97-AF65-F5344CB8AC3E}">
        <p14:creationId xmlns:p14="http://schemas.microsoft.com/office/powerpoint/2010/main" val="4253257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56D287-8FB2-482A-BF61-72834EF4CB6E}" type="datetime1">
              <a:rPr lang="en-US" smtClean="0"/>
              <a:t>7/25/2017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D155357-0EC8-4929-AE33-1B32B4D567E3}" type="slidenum">
              <a:rPr lang="en-US" smtClean="0"/>
              <a:t>‹#›</a:t>
            </a:fld>
            <a:endParaRPr lang="en-US"/>
          </a:p>
        </p:txBody>
      </p:sp>
    </p:spTree>
    <p:extLst>
      <p:ext uri="{BB962C8B-B14F-4D97-AF65-F5344CB8AC3E}">
        <p14:creationId xmlns:p14="http://schemas.microsoft.com/office/powerpoint/2010/main" val="27415612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4D724A6-5012-4423-99F1-4C6D4378AAC9}" type="datetime1">
              <a:rPr lang="en-US" smtClean="0"/>
              <a:t>7/25/2017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155357-0EC8-4929-AE33-1B32B4D567E3}" type="slidenum">
              <a:rPr lang="en-US" smtClean="0"/>
              <a:t>‹#›</a:t>
            </a:fld>
            <a:endParaRPr lang="en-US"/>
          </a:p>
        </p:txBody>
      </p:sp>
    </p:spTree>
    <p:extLst>
      <p:ext uri="{BB962C8B-B14F-4D97-AF65-F5344CB8AC3E}">
        <p14:creationId xmlns:p14="http://schemas.microsoft.com/office/powerpoint/2010/main" val="3704857009"/>
      </p:ext>
    </p:extLst>
  </p:cSld>
  <p:clrMapOvr>
    <a:masterClrMapping/>
  </p:clrMapOvr>
  <p:extLst mod="1">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49B7B16-5540-4565-A913-441CD7385B4B}" type="datetime1">
              <a:rPr lang="en-US" smtClean="0"/>
              <a:t>7/25/2017</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D155357-0EC8-4929-AE33-1B32B4D567E3}" type="slidenum">
              <a:rPr lang="en-US" smtClean="0"/>
              <a:t>‹#›</a:t>
            </a:fld>
            <a:endParaRPr lang="en-US"/>
          </a:p>
        </p:txBody>
      </p:sp>
    </p:spTree>
    <p:extLst>
      <p:ext uri="{BB962C8B-B14F-4D97-AF65-F5344CB8AC3E}">
        <p14:creationId xmlns:p14="http://schemas.microsoft.com/office/powerpoint/2010/main" val="787921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63ACFBE-BBE0-452E-B91A-7B70DFCE949F}" type="datetime1">
              <a:rPr lang="en-US" smtClean="0"/>
              <a:t>7/25/2017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155357-0EC8-4929-AE33-1B32B4D567E3}" type="slidenum">
              <a:rPr lang="en-US" smtClean="0"/>
              <a:t>‹#›</a:t>
            </a:fld>
            <a:endParaRPr lang="en-US"/>
          </a:p>
        </p:txBody>
      </p:sp>
    </p:spTree>
    <p:extLst>
      <p:ext uri="{BB962C8B-B14F-4D97-AF65-F5344CB8AC3E}">
        <p14:creationId xmlns:p14="http://schemas.microsoft.com/office/powerpoint/2010/main" val="1804278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0CEE0A6-89AB-412A-8C39-ED671911F55E}" type="datetime1">
              <a:rPr lang="en-US" smtClean="0"/>
              <a:t>7/25/2017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155357-0EC8-4929-AE33-1B32B4D567E3}" type="slidenum">
              <a:rPr lang="en-US" smtClean="0"/>
              <a:t>‹#›</a:t>
            </a:fld>
            <a:endParaRPr lang="en-US"/>
          </a:p>
        </p:txBody>
      </p:sp>
    </p:spTree>
    <p:extLst>
      <p:ext uri="{BB962C8B-B14F-4D97-AF65-F5344CB8AC3E}">
        <p14:creationId xmlns:p14="http://schemas.microsoft.com/office/powerpoint/2010/main" val="38806909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F317E5-A2E5-41D4-A630-3389EE72C544}" type="datetime1">
              <a:rPr lang="en-US" smtClean="0"/>
              <a:t>7/25/2017</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155357-0EC8-4929-AE33-1B32B4D567E3}" type="slidenum">
              <a:rPr lang="en-US" smtClean="0"/>
              <a:t>‹#›</a:t>
            </a:fld>
            <a:endParaRPr lang="en-US"/>
          </a:p>
        </p:txBody>
      </p:sp>
    </p:spTree>
    <p:extLst>
      <p:ext uri="{BB962C8B-B14F-4D97-AF65-F5344CB8AC3E}">
        <p14:creationId xmlns:p14="http://schemas.microsoft.com/office/powerpoint/2010/main" val="785742774"/>
      </p:ext>
    </p:extLst>
  </p:cSld>
  <p:clrMap bg1="lt1" tx1="dk1" bg2="lt2" tx2="dk2" accent1="accent1" accent2="accent2" accent3="accent3" accent4="accent4" accent5="accent5" accent6="accent6" hlink="hlink" folHlink="folHlink"/>
  <p:sldLayoutIdLst>
    <p:sldLayoutId id="2147483880" r:id="rId1"/>
    <p:sldLayoutId id="2147483881" r:id="rId2"/>
    <p:sldLayoutId id="2147483882" r:id="rId3"/>
    <p:sldLayoutId id="2147483883" r:id="rId4"/>
    <p:sldLayoutId id="2147483884" r:id="rId5"/>
    <p:sldLayoutId id="2147483885" r:id="rId6"/>
    <p:sldLayoutId id="2147483886" r:id="rId7"/>
    <p:sldLayoutId id="2147483887" r:id="rId8"/>
    <p:sldLayoutId id="2147483888" r:id="rId9"/>
    <p:sldLayoutId id="2147483889" r:id="rId10"/>
    <p:sldLayoutId id="2147483890"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5.png"/><Relationship Id="rId2"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slide" Target="slide3.xml"/><Relationship Id="rId5" Type="http://schemas.openxmlformats.org/officeDocument/2006/relationships/image" Target="../media/image20.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0.jpeg"/></Relationships>
</file>

<file path=ppt/slides/_rels/slide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9.png"/><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20.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37.jpe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 Id="rId9" Type="http://schemas.openxmlformats.org/officeDocument/2006/relationships/image" Target="../media/image38.jpeg"/></Relationships>
</file>

<file path=ppt/slides/_rels/slide18.xml.rels><?xml version="1.0" encoding="UTF-8" standalone="yes"?>
<Relationships xmlns="http://schemas.openxmlformats.org/package/2006/relationships"><Relationship Id="rId8" Type="http://schemas.openxmlformats.org/officeDocument/2006/relationships/image" Target="../media/image39.jpeg"/><Relationship Id="rId3" Type="http://schemas.openxmlformats.org/officeDocument/2006/relationships/diagramData" Target="../diagrams/data4.xml"/><Relationship Id="rId7" Type="http://schemas.microsoft.com/office/2007/relationships/diagramDrawing" Target="../diagrams/drawing4.xml"/><Relationship Id="rId12" Type="http://schemas.openxmlformats.org/officeDocument/2006/relationships/image" Target="../media/image43.jpe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4.xml"/><Relationship Id="rId11" Type="http://schemas.openxmlformats.org/officeDocument/2006/relationships/image" Target="../media/image42.jpeg"/><Relationship Id="rId5" Type="http://schemas.openxmlformats.org/officeDocument/2006/relationships/diagramQuickStyle" Target="../diagrams/quickStyle4.xml"/><Relationship Id="rId10" Type="http://schemas.openxmlformats.org/officeDocument/2006/relationships/image" Target="../media/image41.jpeg"/><Relationship Id="rId4" Type="http://schemas.openxmlformats.org/officeDocument/2006/relationships/diagramLayout" Target="../diagrams/layout4.xml"/><Relationship Id="rId9" Type="http://schemas.openxmlformats.org/officeDocument/2006/relationships/image" Target="../media/image40.jpeg"/></Relationships>
</file>

<file path=ppt/slides/_rels/slide19.xml.rels><?xml version="1.0" encoding="UTF-8" standalone="yes"?>
<Relationships xmlns="http://schemas.openxmlformats.org/package/2006/relationships"><Relationship Id="rId8" Type="http://schemas.openxmlformats.org/officeDocument/2006/relationships/image" Target="../media/image38.jpe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0.xml.rels><?xml version="1.0" encoding="UTF-8" standalone="yes"?>
<Relationships xmlns="http://schemas.openxmlformats.org/package/2006/relationships"><Relationship Id="rId8" Type="http://schemas.openxmlformats.org/officeDocument/2006/relationships/image" Target="../media/image44.jpe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1.xml.rels><?xml version="1.0" encoding="UTF-8" standalone="yes"?>
<Relationships xmlns="http://schemas.openxmlformats.org/package/2006/relationships"><Relationship Id="rId8" Type="http://schemas.openxmlformats.org/officeDocument/2006/relationships/image" Target="../media/image45.jpeg"/><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7.jp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20.png"/><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20.png"/><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17.png"/><Relationship Id="rId7" Type="http://schemas.openxmlformats.org/officeDocument/2006/relationships/image" Target="../media/image48.png"/><Relationship Id="rId2"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20.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7307" y="605081"/>
            <a:ext cx="7190655" cy="2596093"/>
          </a:xfrm>
          <a:prstGeom prst="rect">
            <a:avLst/>
          </a:prstGeom>
        </p:spPr>
      </p:pic>
      <p:pic>
        <p:nvPicPr>
          <p:cNvPr id="16" name="Picture 1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5294" y="606459"/>
            <a:ext cx="7177437" cy="2596094"/>
          </a:xfrm>
          <a:prstGeom prst="rect">
            <a:avLst/>
          </a:prstGeom>
        </p:spPr>
      </p:pic>
      <p:sp>
        <p:nvSpPr>
          <p:cNvPr id="17" name="Oval 16"/>
          <p:cNvSpPr/>
          <p:nvPr/>
        </p:nvSpPr>
        <p:spPr>
          <a:xfrm>
            <a:off x="581449" y="2985850"/>
            <a:ext cx="206122" cy="206122"/>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18" name="Oval 17"/>
          <p:cNvSpPr/>
          <p:nvPr/>
        </p:nvSpPr>
        <p:spPr>
          <a:xfrm>
            <a:off x="506436" y="3071140"/>
            <a:ext cx="107579" cy="107579"/>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19" name="Oval 18"/>
          <p:cNvSpPr/>
          <p:nvPr/>
        </p:nvSpPr>
        <p:spPr>
          <a:xfrm>
            <a:off x="784636" y="2002196"/>
            <a:ext cx="195573" cy="195573"/>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20" name="Oval 19"/>
          <p:cNvSpPr/>
          <p:nvPr/>
        </p:nvSpPr>
        <p:spPr>
          <a:xfrm>
            <a:off x="1919149" y="1839551"/>
            <a:ext cx="142045" cy="142045"/>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21" name="Oval 20"/>
          <p:cNvSpPr/>
          <p:nvPr/>
        </p:nvSpPr>
        <p:spPr>
          <a:xfrm>
            <a:off x="3002488" y="1954526"/>
            <a:ext cx="142045" cy="142045"/>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 </a:t>
            </a:r>
            <a:endParaRPr lang="nl-NL" sz="1350" dirty="0"/>
          </a:p>
        </p:txBody>
      </p:sp>
      <p:sp>
        <p:nvSpPr>
          <p:cNvPr id="22" name="Oval 21"/>
          <p:cNvSpPr/>
          <p:nvPr/>
        </p:nvSpPr>
        <p:spPr>
          <a:xfrm>
            <a:off x="2291168" y="2304215"/>
            <a:ext cx="142045" cy="142045"/>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 </a:t>
            </a:r>
            <a:endParaRPr lang="nl-NL" sz="1350" dirty="0"/>
          </a:p>
        </p:txBody>
      </p:sp>
      <p:sp>
        <p:nvSpPr>
          <p:cNvPr id="23" name="Oval 22"/>
          <p:cNvSpPr/>
          <p:nvPr/>
        </p:nvSpPr>
        <p:spPr>
          <a:xfrm>
            <a:off x="2388399" y="2929094"/>
            <a:ext cx="142045" cy="142045"/>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 </a:t>
            </a:r>
            <a:endParaRPr lang="nl-NL" sz="1350" dirty="0"/>
          </a:p>
        </p:txBody>
      </p:sp>
      <p:sp>
        <p:nvSpPr>
          <p:cNvPr id="24" name="Oval 23"/>
          <p:cNvSpPr/>
          <p:nvPr/>
        </p:nvSpPr>
        <p:spPr>
          <a:xfrm>
            <a:off x="3414512" y="2133569"/>
            <a:ext cx="142045" cy="142045"/>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 </a:t>
            </a:r>
            <a:endParaRPr lang="nl-NL" sz="1350" dirty="0"/>
          </a:p>
        </p:txBody>
      </p:sp>
      <p:sp>
        <p:nvSpPr>
          <p:cNvPr id="25" name="Oval 24"/>
          <p:cNvSpPr/>
          <p:nvPr/>
        </p:nvSpPr>
        <p:spPr>
          <a:xfrm>
            <a:off x="4186241" y="735262"/>
            <a:ext cx="142045" cy="142045"/>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 </a:t>
            </a:r>
            <a:endParaRPr lang="nl-NL" sz="1350" dirty="0"/>
          </a:p>
        </p:txBody>
      </p:sp>
      <p:pic>
        <p:nvPicPr>
          <p:cNvPr id="26" name="Picture 2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2493617">
            <a:off x="11618727" y="710206"/>
            <a:ext cx="244211" cy="170043"/>
          </a:xfrm>
          <a:prstGeom prst="rect">
            <a:avLst/>
          </a:prstGeom>
        </p:spPr>
      </p:pic>
      <p:pic>
        <p:nvPicPr>
          <p:cNvPr id="27" name="Picture 2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2493617">
            <a:off x="10185458" y="1313619"/>
            <a:ext cx="741759" cy="280903"/>
          </a:xfrm>
          <a:prstGeom prst="rect">
            <a:avLst/>
          </a:prstGeom>
        </p:spPr>
      </p:pic>
      <p:pic>
        <p:nvPicPr>
          <p:cNvPr id="28" name="Picture 2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2493617">
            <a:off x="9680185" y="1130562"/>
            <a:ext cx="263345" cy="184342"/>
          </a:xfrm>
          <a:prstGeom prst="rect">
            <a:avLst/>
          </a:prstGeom>
        </p:spPr>
      </p:pic>
      <p:pic>
        <p:nvPicPr>
          <p:cNvPr id="29" name="Picture 28"/>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2493617">
            <a:off x="10191371" y="111468"/>
            <a:ext cx="131673" cy="149229"/>
          </a:xfrm>
          <a:prstGeom prst="rect">
            <a:avLst/>
          </a:prstGeom>
        </p:spPr>
      </p:pic>
      <p:pic>
        <p:nvPicPr>
          <p:cNvPr id="30" name="Picture 29"/>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2493617">
            <a:off x="10630365" y="368775"/>
            <a:ext cx="482800" cy="210676"/>
          </a:xfrm>
          <a:prstGeom prst="rect">
            <a:avLst/>
          </a:prstGeom>
        </p:spPr>
      </p:pic>
      <p:pic>
        <p:nvPicPr>
          <p:cNvPr id="31" name="Picture 30"/>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rot="2493617">
            <a:off x="11499965" y="1466260"/>
            <a:ext cx="232621" cy="250178"/>
          </a:xfrm>
          <a:prstGeom prst="rect">
            <a:avLst/>
          </a:prstGeom>
        </p:spPr>
      </p:pic>
      <p:pic>
        <p:nvPicPr>
          <p:cNvPr id="32" name="Picture 31"/>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rot="974352">
            <a:off x="10542617" y="804732"/>
            <a:ext cx="625748" cy="460109"/>
          </a:xfrm>
          <a:prstGeom prst="rect">
            <a:avLst/>
          </a:prstGeom>
        </p:spPr>
      </p:pic>
      <p:pic>
        <p:nvPicPr>
          <p:cNvPr id="33" name="Picture 32"/>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rot="2493617">
            <a:off x="8392087" y="598029"/>
            <a:ext cx="1022658" cy="1268447"/>
          </a:xfrm>
          <a:prstGeom prst="rect">
            <a:avLst/>
          </a:prstGeom>
        </p:spPr>
      </p:pic>
      <p:pic>
        <p:nvPicPr>
          <p:cNvPr id="34" name="Picture 33"/>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rot="2493617">
            <a:off x="8114550" y="1790579"/>
            <a:ext cx="258956" cy="276512"/>
          </a:xfrm>
          <a:prstGeom prst="rect">
            <a:avLst/>
          </a:prstGeom>
        </p:spPr>
      </p:pic>
      <p:pic>
        <p:nvPicPr>
          <p:cNvPr id="39" name="Picture 38"/>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rot="6902924">
            <a:off x="4741657" y="4248235"/>
            <a:ext cx="1315367" cy="1303382"/>
          </a:xfrm>
          <a:prstGeom prst="rect">
            <a:avLst/>
          </a:prstGeom>
          <a:noFill/>
        </p:spPr>
      </p:pic>
      <p:pic>
        <p:nvPicPr>
          <p:cNvPr id="40" name="Picture 39"/>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rot="10606488">
            <a:off x="10686425" y="4091252"/>
            <a:ext cx="1070865" cy="1061109"/>
          </a:xfrm>
          <a:prstGeom prst="rect">
            <a:avLst/>
          </a:prstGeom>
          <a:noFill/>
        </p:spPr>
      </p:pic>
      <p:pic>
        <p:nvPicPr>
          <p:cNvPr id="41" name="Picture 40"/>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rot="8871295">
            <a:off x="409781" y="3893906"/>
            <a:ext cx="2462975" cy="2440535"/>
          </a:xfrm>
          <a:prstGeom prst="rect">
            <a:avLst/>
          </a:prstGeom>
          <a:noFill/>
          <a:ln>
            <a:noFill/>
          </a:ln>
        </p:spPr>
      </p:pic>
      <p:sp>
        <p:nvSpPr>
          <p:cNvPr id="2" name="TextBox 1"/>
          <p:cNvSpPr txBox="1"/>
          <p:nvPr/>
        </p:nvSpPr>
        <p:spPr>
          <a:xfrm>
            <a:off x="3408249" y="2709051"/>
            <a:ext cx="6919395" cy="1015663"/>
          </a:xfrm>
          <a:prstGeom prst="rect">
            <a:avLst/>
          </a:prstGeom>
          <a:noFill/>
        </p:spPr>
        <p:txBody>
          <a:bodyPr wrap="none" rtlCol="0">
            <a:spAutoFit/>
          </a:bodyPr>
          <a:lstStyle/>
          <a:p>
            <a:pPr algn="ctr"/>
            <a:r>
              <a:rPr lang="en-US" sz="3000" dirty="0" smtClean="0">
                <a:solidFill>
                  <a:schemeClr val="bg1"/>
                </a:solidFill>
                <a:latin typeface="Corbel" panose="020B0503020204020204" pitchFamily="34" charset="0"/>
                <a:cs typeface="Arial" panose="020B0604020202020204" pitchFamily="34" charset="0"/>
              </a:rPr>
              <a:t>Understanding Modeling Requirements of </a:t>
            </a:r>
          </a:p>
          <a:p>
            <a:pPr algn="ctr"/>
            <a:r>
              <a:rPr lang="en-US" sz="3000" dirty="0" smtClean="0">
                <a:solidFill>
                  <a:schemeClr val="bg1"/>
                </a:solidFill>
                <a:latin typeface="Corbel" panose="020B0503020204020204" pitchFamily="34" charset="0"/>
                <a:cs typeface="Arial" panose="020B0604020202020204" pitchFamily="34" charset="0"/>
              </a:rPr>
              <a:t>Unstructured Business </a:t>
            </a:r>
            <a:r>
              <a:rPr lang="en-US" sz="3000" dirty="0" smtClean="0">
                <a:solidFill>
                  <a:schemeClr val="bg1"/>
                </a:solidFill>
                <a:latin typeface="Corbel" panose="020B0503020204020204" pitchFamily="34" charset="0"/>
                <a:cs typeface="Arial" panose="020B0604020202020204" pitchFamily="34" charset="0"/>
              </a:rPr>
              <a:t>Processes </a:t>
            </a:r>
            <a:endParaRPr lang="en-US" sz="3000" dirty="0">
              <a:solidFill>
                <a:schemeClr val="bg1"/>
              </a:solidFill>
              <a:latin typeface="Corbel" panose="020B0503020204020204" pitchFamily="34" charset="0"/>
              <a:cs typeface="Arial" panose="020B0604020202020204" pitchFamily="34" charset="0"/>
            </a:endParaRPr>
          </a:p>
        </p:txBody>
      </p:sp>
      <p:sp>
        <p:nvSpPr>
          <p:cNvPr id="3" name="TextBox 2"/>
          <p:cNvSpPr txBox="1"/>
          <p:nvPr/>
        </p:nvSpPr>
        <p:spPr>
          <a:xfrm>
            <a:off x="9275441" y="4627243"/>
            <a:ext cx="184731" cy="300082"/>
          </a:xfrm>
          <a:prstGeom prst="rect">
            <a:avLst/>
          </a:prstGeom>
          <a:noFill/>
        </p:spPr>
        <p:txBody>
          <a:bodyPr wrap="none" rtlCol="0">
            <a:spAutoFit/>
          </a:bodyPr>
          <a:lstStyle/>
          <a:p>
            <a:endParaRPr lang="en-US" sz="1350" dirty="0"/>
          </a:p>
        </p:txBody>
      </p:sp>
      <p:sp>
        <p:nvSpPr>
          <p:cNvPr id="36" name="TextBox 35"/>
          <p:cNvSpPr txBox="1"/>
          <p:nvPr/>
        </p:nvSpPr>
        <p:spPr>
          <a:xfrm>
            <a:off x="2897051" y="3907801"/>
            <a:ext cx="8696011" cy="830997"/>
          </a:xfrm>
          <a:prstGeom prst="rect">
            <a:avLst/>
          </a:prstGeom>
          <a:noFill/>
        </p:spPr>
        <p:txBody>
          <a:bodyPr wrap="square" rtlCol="0">
            <a:spAutoFit/>
          </a:bodyPr>
          <a:lstStyle/>
          <a:p>
            <a:pPr algn="ctr"/>
            <a:r>
              <a:rPr lang="en-US" sz="2400" dirty="0">
                <a:solidFill>
                  <a:schemeClr val="bg1"/>
                </a:solidFill>
                <a:latin typeface="Corbel" panose="020B0503020204020204" pitchFamily="34" charset="0"/>
                <a:cs typeface="Arial" panose="020B0604020202020204" pitchFamily="34" charset="0"/>
              </a:rPr>
              <a:t>Zaharah Allah </a:t>
            </a:r>
            <a:r>
              <a:rPr lang="en-US" sz="2400" dirty="0" smtClean="0">
                <a:solidFill>
                  <a:schemeClr val="bg1"/>
                </a:solidFill>
                <a:latin typeface="Corbel" panose="020B0503020204020204" pitchFamily="34" charset="0"/>
                <a:cs typeface="Arial" panose="020B0604020202020204" pitchFamily="34" charset="0"/>
              </a:rPr>
              <a:t>Bukhsh, </a:t>
            </a:r>
            <a:r>
              <a:rPr lang="en-US" sz="2400" dirty="0">
                <a:solidFill>
                  <a:schemeClr val="bg1"/>
                </a:solidFill>
                <a:latin typeface="Corbel" panose="020B0503020204020204" pitchFamily="34" charset="0"/>
              </a:rPr>
              <a:t>Marten van </a:t>
            </a:r>
            <a:r>
              <a:rPr lang="en-US" sz="2400" dirty="0" smtClean="0">
                <a:solidFill>
                  <a:schemeClr val="bg1"/>
                </a:solidFill>
                <a:latin typeface="Corbel" panose="020B0503020204020204" pitchFamily="34" charset="0"/>
              </a:rPr>
              <a:t>Sinderen </a:t>
            </a:r>
            <a:endParaRPr lang="en-US" sz="2400" dirty="0">
              <a:solidFill>
                <a:schemeClr val="bg1"/>
              </a:solidFill>
              <a:latin typeface="Corbel" panose="020B0503020204020204" pitchFamily="34" charset="0"/>
            </a:endParaRPr>
          </a:p>
          <a:p>
            <a:pPr algn="ctr"/>
            <a:r>
              <a:rPr lang="en-US" sz="2400" dirty="0" err="1" smtClean="0">
                <a:solidFill>
                  <a:schemeClr val="bg1"/>
                </a:solidFill>
                <a:latin typeface="Corbel" panose="020B0503020204020204" pitchFamily="34" charset="0"/>
              </a:rPr>
              <a:t>Klaas</a:t>
            </a:r>
            <a:r>
              <a:rPr lang="en-US" sz="2400" dirty="0">
                <a:solidFill>
                  <a:schemeClr val="bg1"/>
                </a:solidFill>
                <a:latin typeface="Corbel" panose="020B0503020204020204" pitchFamily="34" charset="0"/>
              </a:rPr>
              <a:t> Sikkel</a:t>
            </a:r>
            <a:r>
              <a:rPr lang="en-US" sz="2400" dirty="0" smtClean="0">
                <a:solidFill>
                  <a:schemeClr val="tx1">
                    <a:lumMod val="75000"/>
                    <a:lumOff val="25000"/>
                  </a:schemeClr>
                </a:solidFill>
                <a:latin typeface="Corbel" panose="020B0503020204020204" pitchFamily="34" charset="0"/>
              </a:rPr>
              <a:t> </a:t>
            </a:r>
            <a:r>
              <a:rPr lang="en-US" sz="2400" dirty="0">
                <a:solidFill>
                  <a:schemeClr val="bg1"/>
                </a:solidFill>
                <a:latin typeface="Corbel" panose="020B0503020204020204" pitchFamily="34" charset="0"/>
              </a:rPr>
              <a:t>and Dick </a:t>
            </a:r>
            <a:r>
              <a:rPr lang="en-US" sz="2400" dirty="0" smtClean="0">
                <a:solidFill>
                  <a:schemeClr val="bg1"/>
                </a:solidFill>
                <a:latin typeface="Corbel" panose="020B0503020204020204" pitchFamily="34" charset="0"/>
              </a:rPr>
              <a:t>Quartel</a:t>
            </a:r>
            <a:r>
              <a:rPr lang="en-US" sz="2400" dirty="0" smtClean="0">
                <a:solidFill>
                  <a:schemeClr val="bg1"/>
                </a:solidFill>
                <a:latin typeface="Corbel" panose="020B0503020204020204" pitchFamily="34" charset="0"/>
                <a:cs typeface="Arial" panose="020B0604020202020204" pitchFamily="34" charset="0"/>
              </a:rPr>
              <a:t> </a:t>
            </a:r>
            <a:endParaRPr lang="en-US" sz="2400" dirty="0">
              <a:solidFill>
                <a:schemeClr val="bg1"/>
              </a:solidFill>
              <a:latin typeface="Corbel" panose="020B0503020204020204" pitchFamily="34" charset="0"/>
              <a:cs typeface="Arial" panose="020B0604020202020204" pitchFamily="34" charset="0"/>
            </a:endParaRPr>
          </a:p>
        </p:txBody>
      </p:sp>
      <p:pic>
        <p:nvPicPr>
          <p:cNvPr id="35" name="Picture 34" descr="BIZZ.png"/>
          <p:cNvPicPr>
            <a:picLocks noChangeAspect="1"/>
          </p:cNvPicPr>
          <p:nvPr/>
        </p:nvPicPr>
        <p:blipFill>
          <a:blip r:embed="rId17" cstate="print"/>
          <a:stretch>
            <a:fillRect/>
          </a:stretch>
        </p:blipFill>
        <p:spPr>
          <a:xfrm>
            <a:off x="140678" y="6428896"/>
            <a:ext cx="1920516" cy="360040"/>
          </a:xfrm>
          <a:prstGeom prst="rect">
            <a:avLst/>
          </a:prstGeom>
        </p:spPr>
      </p:pic>
      <p:pic>
        <p:nvPicPr>
          <p:cNvPr id="4" name="Picture 3"/>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9189863" y="6322784"/>
            <a:ext cx="2969901" cy="572263"/>
          </a:xfrm>
          <a:prstGeom prst="rect">
            <a:avLst/>
          </a:prstGeom>
        </p:spPr>
      </p:pic>
      <p:sp>
        <p:nvSpPr>
          <p:cNvPr id="5" name="Slide Number Placeholder 4"/>
          <p:cNvSpPr>
            <a:spLocks noGrp="1"/>
          </p:cNvSpPr>
          <p:nvPr>
            <p:ph type="sldNum" sz="quarter" idx="12"/>
          </p:nvPr>
        </p:nvSpPr>
        <p:spPr/>
        <p:txBody>
          <a:bodyPr/>
          <a:lstStyle/>
          <a:p>
            <a:fld id="{AD155357-0EC8-4929-AE33-1B32B4D567E3}" type="slidenum">
              <a:rPr lang="en-US" smtClean="0"/>
              <a:t>1</a:t>
            </a:fld>
            <a:endParaRPr lang="en-US"/>
          </a:p>
        </p:txBody>
      </p:sp>
    </p:spTree>
    <p:extLst>
      <p:ext uri="{BB962C8B-B14F-4D97-AF65-F5344CB8AC3E}">
        <p14:creationId xmlns:p14="http://schemas.microsoft.com/office/powerpoint/2010/main" val="2983524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accel="40000" decel="6000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0-#ppt_w/2"/>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par>
                                <p:cTn id="9" presetID="2" presetClass="entr" presetSubtype="4" accel="40000" decel="60000" fill="hold" grpId="0" nodeType="withEffect">
                                  <p:stCondLst>
                                    <p:cond delay="10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ppt_x"/>
                                          </p:val>
                                        </p:tav>
                                        <p:tav tm="100000">
                                          <p:val>
                                            <p:strVal val="#ppt_x"/>
                                          </p:val>
                                        </p:tav>
                                      </p:tavLst>
                                    </p:anim>
                                    <p:anim calcmode="lin" valueType="num">
                                      <p:cBhvr additive="base">
                                        <p:cTn id="12" dur="500" fill="hold"/>
                                        <p:tgtEl>
                                          <p:spTgt spid="18"/>
                                        </p:tgtEl>
                                        <p:attrNameLst>
                                          <p:attrName>ppt_y</p:attrName>
                                        </p:attrNameLst>
                                      </p:cBhvr>
                                      <p:tavLst>
                                        <p:tav tm="0">
                                          <p:val>
                                            <p:strVal val="1+#ppt_h/2"/>
                                          </p:val>
                                        </p:tav>
                                        <p:tav tm="100000">
                                          <p:val>
                                            <p:strVal val="#ppt_y"/>
                                          </p:val>
                                        </p:tav>
                                      </p:tavLst>
                                    </p:anim>
                                  </p:childTnLst>
                                </p:cTn>
                              </p:par>
                              <p:par>
                                <p:cTn id="13" presetID="2" presetClass="entr" presetSubtype="9" accel="40000" decel="60000" fill="hold" grpId="0" nodeType="withEffect">
                                  <p:stCondLst>
                                    <p:cond delay="200"/>
                                  </p:stCondLst>
                                  <p:childTnLst>
                                    <p:set>
                                      <p:cBhvr>
                                        <p:cTn id="14" dur="1" fill="hold">
                                          <p:stCondLst>
                                            <p:cond delay="0"/>
                                          </p:stCondLst>
                                        </p:cTn>
                                        <p:tgtEl>
                                          <p:spTgt spid="19"/>
                                        </p:tgtEl>
                                        <p:attrNameLst>
                                          <p:attrName>style.visibility</p:attrName>
                                        </p:attrNameLst>
                                      </p:cBhvr>
                                      <p:to>
                                        <p:strVal val="visible"/>
                                      </p:to>
                                    </p:set>
                                    <p:anim calcmode="lin" valueType="num">
                                      <p:cBhvr additive="base">
                                        <p:cTn id="15" dur="500" fill="hold"/>
                                        <p:tgtEl>
                                          <p:spTgt spid="19"/>
                                        </p:tgtEl>
                                        <p:attrNameLst>
                                          <p:attrName>ppt_x</p:attrName>
                                        </p:attrNameLst>
                                      </p:cBhvr>
                                      <p:tavLst>
                                        <p:tav tm="0">
                                          <p:val>
                                            <p:strVal val="0-#ppt_w/2"/>
                                          </p:val>
                                        </p:tav>
                                        <p:tav tm="100000">
                                          <p:val>
                                            <p:strVal val="#ppt_x"/>
                                          </p:val>
                                        </p:tav>
                                      </p:tavLst>
                                    </p:anim>
                                    <p:anim calcmode="lin" valueType="num">
                                      <p:cBhvr additive="base">
                                        <p:cTn id="16" dur="500" fill="hold"/>
                                        <p:tgtEl>
                                          <p:spTgt spid="19"/>
                                        </p:tgtEl>
                                        <p:attrNameLst>
                                          <p:attrName>ppt_y</p:attrName>
                                        </p:attrNameLst>
                                      </p:cBhvr>
                                      <p:tavLst>
                                        <p:tav tm="0">
                                          <p:val>
                                            <p:strVal val="0-#ppt_h/2"/>
                                          </p:val>
                                        </p:tav>
                                        <p:tav tm="100000">
                                          <p:val>
                                            <p:strVal val="#ppt_y"/>
                                          </p:val>
                                        </p:tav>
                                      </p:tavLst>
                                    </p:anim>
                                  </p:childTnLst>
                                </p:cTn>
                              </p:par>
                              <p:par>
                                <p:cTn id="17" presetID="2" presetClass="entr" presetSubtype="1" accel="40000" decel="60000" fill="hold" grpId="0" nodeType="withEffect">
                                  <p:stCondLst>
                                    <p:cond delay="30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fill="hold"/>
                                        <p:tgtEl>
                                          <p:spTgt spid="20"/>
                                        </p:tgtEl>
                                        <p:attrNameLst>
                                          <p:attrName>ppt_x</p:attrName>
                                        </p:attrNameLst>
                                      </p:cBhvr>
                                      <p:tavLst>
                                        <p:tav tm="0">
                                          <p:val>
                                            <p:strVal val="#ppt_x"/>
                                          </p:val>
                                        </p:tav>
                                        <p:tav tm="100000">
                                          <p:val>
                                            <p:strVal val="#ppt_x"/>
                                          </p:val>
                                        </p:tav>
                                      </p:tavLst>
                                    </p:anim>
                                    <p:anim calcmode="lin" valueType="num">
                                      <p:cBhvr additive="base">
                                        <p:cTn id="20" dur="500" fill="hold"/>
                                        <p:tgtEl>
                                          <p:spTgt spid="20"/>
                                        </p:tgtEl>
                                        <p:attrNameLst>
                                          <p:attrName>ppt_y</p:attrName>
                                        </p:attrNameLst>
                                      </p:cBhvr>
                                      <p:tavLst>
                                        <p:tav tm="0">
                                          <p:val>
                                            <p:strVal val="0-#ppt_h/2"/>
                                          </p:val>
                                        </p:tav>
                                        <p:tav tm="100000">
                                          <p:val>
                                            <p:strVal val="#ppt_y"/>
                                          </p:val>
                                        </p:tav>
                                      </p:tavLst>
                                    </p:anim>
                                  </p:childTnLst>
                                </p:cTn>
                              </p:par>
                              <p:par>
                                <p:cTn id="21" presetID="2" presetClass="entr" presetSubtype="3" accel="40000" decel="60000" fill="hold" grpId="0" nodeType="withEffect">
                                  <p:stCondLst>
                                    <p:cond delay="400"/>
                                  </p:stCondLst>
                                  <p:childTnLst>
                                    <p:set>
                                      <p:cBhvr>
                                        <p:cTn id="22" dur="1" fill="hold">
                                          <p:stCondLst>
                                            <p:cond delay="0"/>
                                          </p:stCondLst>
                                        </p:cTn>
                                        <p:tgtEl>
                                          <p:spTgt spid="21"/>
                                        </p:tgtEl>
                                        <p:attrNameLst>
                                          <p:attrName>style.visibility</p:attrName>
                                        </p:attrNameLst>
                                      </p:cBhvr>
                                      <p:to>
                                        <p:strVal val="visible"/>
                                      </p:to>
                                    </p:set>
                                    <p:anim calcmode="lin" valueType="num">
                                      <p:cBhvr additive="base">
                                        <p:cTn id="23" dur="500" fill="hold"/>
                                        <p:tgtEl>
                                          <p:spTgt spid="21"/>
                                        </p:tgtEl>
                                        <p:attrNameLst>
                                          <p:attrName>ppt_x</p:attrName>
                                        </p:attrNameLst>
                                      </p:cBhvr>
                                      <p:tavLst>
                                        <p:tav tm="0">
                                          <p:val>
                                            <p:strVal val="1+#ppt_w/2"/>
                                          </p:val>
                                        </p:tav>
                                        <p:tav tm="100000">
                                          <p:val>
                                            <p:strVal val="#ppt_x"/>
                                          </p:val>
                                        </p:tav>
                                      </p:tavLst>
                                    </p:anim>
                                    <p:anim calcmode="lin" valueType="num">
                                      <p:cBhvr additive="base">
                                        <p:cTn id="24" dur="500" fill="hold"/>
                                        <p:tgtEl>
                                          <p:spTgt spid="21"/>
                                        </p:tgtEl>
                                        <p:attrNameLst>
                                          <p:attrName>ppt_y</p:attrName>
                                        </p:attrNameLst>
                                      </p:cBhvr>
                                      <p:tavLst>
                                        <p:tav tm="0">
                                          <p:val>
                                            <p:strVal val="0-#ppt_h/2"/>
                                          </p:val>
                                        </p:tav>
                                        <p:tav tm="100000">
                                          <p:val>
                                            <p:strVal val="#ppt_y"/>
                                          </p:val>
                                        </p:tav>
                                      </p:tavLst>
                                    </p:anim>
                                  </p:childTnLst>
                                </p:cTn>
                              </p:par>
                              <p:par>
                                <p:cTn id="25" presetID="2" presetClass="entr" presetSubtype="6" accel="40000" decel="60000" fill="hold" grpId="0" nodeType="withEffect">
                                  <p:stCondLst>
                                    <p:cond delay="500"/>
                                  </p:stCondLst>
                                  <p:childTnLst>
                                    <p:set>
                                      <p:cBhvr>
                                        <p:cTn id="26" dur="1" fill="hold">
                                          <p:stCondLst>
                                            <p:cond delay="0"/>
                                          </p:stCondLst>
                                        </p:cTn>
                                        <p:tgtEl>
                                          <p:spTgt spid="22"/>
                                        </p:tgtEl>
                                        <p:attrNameLst>
                                          <p:attrName>style.visibility</p:attrName>
                                        </p:attrNameLst>
                                      </p:cBhvr>
                                      <p:to>
                                        <p:strVal val="visible"/>
                                      </p:to>
                                    </p:set>
                                    <p:anim calcmode="lin" valueType="num">
                                      <p:cBhvr additive="base">
                                        <p:cTn id="27" dur="500" fill="hold"/>
                                        <p:tgtEl>
                                          <p:spTgt spid="22"/>
                                        </p:tgtEl>
                                        <p:attrNameLst>
                                          <p:attrName>ppt_x</p:attrName>
                                        </p:attrNameLst>
                                      </p:cBhvr>
                                      <p:tavLst>
                                        <p:tav tm="0">
                                          <p:val>
                                            <p:strVal val="1+#ppt_w/2"/>
                                          </p:val>
                                        </p:tav>
                                        <p:tav tm="100000">
                                          <p:val>
                                            <p:strVal val="#ppt_x"/>
                                          </p:val>
                                        </p:tav>
                                      </p:tavLst>
                                    </p:anim>
                                    <p:anim calcmode="lin" valueType="num">
                                      <p:cBhvr additive="base">
                                        <p:cTn id="28" dur="500" fill="hold"/>
                                        <p:tgtEl>
                                          <p:spTgt spid="22"/>
                                        </p:tgtEl>
                                        <p:attrNameLst>
                                          <p:attrName>ppt_y</p:attrName>
                                        </p:attrNameLst>
                                      </p:cBhvr>
                                      <p:tavLst>
                                        <p:tav tm="0">
                                          <p:val>
                                            <p:strVal val="1+#ppt_h/2"/>
                                          </p:val>
                                        </p:tav>
                                        <p:tav tm="100000">
                                          <p:val>
                                            <p:strVal val="#ppt_y"/>
                                          </p:val>
                                        </p:tav>
                                      </p:tavLst>
                                    </p:anim>
                                  </p:childTnLst>
                                </p:cTn>
                              </p:par>
                              <p:par>
                                <p:cTn id="29" presetID="2" presetClass="entr" presetSubtype="12" accel="40000" decel="60000" fill="hold" grpId="0" nodeType="withEffect">
                                  <p:stCondLst>
                                    <p:cond delay="600"/>
                                  </p:st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fill="hold"/>
                                        <p:tgtEl>
                                          <p:spTgt spid="23"/>
                                        </p:tgtEl>
                                        <p:attrNameLst>
                                          <p:attrName>ppt_x</p:attrName>
                                        </p:attrNameLst>
                                      </p:cBhvr>
                                      <p:tavLst>
                                        <p:tav tm="0">
                                          <p:val>
                                            <p:strVal val="0-#ppt_w/2"/>
                                          </p:val>
                                        </p:tav>
                                        <p:tav tm="100000">
                                          <p:val>
                                            <p:strVal val="#ppt_x"/>
                                          </p:val>
                                        </p:tav>
                                      </p:tavLst>
                                    </p:anim>
                                    <p:anim calcmode="lin" valueType="num">
                                      <p:cBhvr additive="base">
                                        <p:cTn id="32" dur="500" fill="hold"/>
                                        <p:tgtEl>
                                          <p:spTgt spid="23"/>
                                        </p:tgtEl>
                                        <p:attrNameLst>
                                          <p:attrName>ppt_y</p:attrName>
                                        </p:attrNameLst>
                                      </p:cBhvr>
                                      <p:tavLst>
                                        <p:tav tm="0">
                                          <p:val>
                                            <p:strVal val="1+#ppt_h/2"/>
                                          </p:val>
                                        </p:tav>
                                        <p:tav tm="100000">
                                          <p:val>
                                            <p:strVal val="#ppt_y"/>
                                          </p:val>
                                        </p:tav>
                                      </p:tavLst>
                                    </p:anim>
                                  </p:childTnLst>
                                </p:cTn>
                              </p:par>
                              <p:par>
                                <p:cTn id="33" presetID="2" presetClass="entr" presetSubtype="2" accel="40000" decel="60000" fill="hold" grpId="0" nodeType="withEffect">
                                  <p:stCondLst>
                                    <p:cond delay="700"/>
                                  </p:stCondLst>
                                  <p:childTnLst>
                                    <p:set>
                                      <p:cBhvr>
                                        <p:cTn id="34" dur="1" fill="hold">
                                          <p:stCondLst>
                                            <p:cond delay="0"/>
                                          </p:stCondLst>
                                        </p:cTn>
                                        <p:tgtEl>
                                          <p:spTgt spid="24"/>
                                        </p:tgtEl>
                                        <p:attrNameLst>
                                          <p:attrName>style.visibility</p:attrName>
                                        </p:attrNameLst>
                                      </p:cBhvr>
                                      <p:to>
                                        <p:strVal val="visible"/>
                                      </p:to>
                                    </p:set>
                                    <p:anim calcmode="lin" valueType="num">
                                      <p:cBhvr additive="base">
                                        <p:cTn id="35" dur="500" fill="hold"/>
                                        <p:tgtEl>
                                          <p:spTgt spid="24"/>
                                        </p:tgtEl>
                                        <p:attrNameLst>
                                          <p:attrName>ppt_x</p:attrName>
                                        </p:attrNameLst>
                                      </p:cBhvr>
                                      <p:tavLst>
                                        <p:tav tm="0">
                                          <p:val>
                                            <p:strVal val="1+#ppt_w/2"/>
                                          </p:val>
                                        </p:tav>
                                        <p:tav tm="100000">
                                          <p:val>
                                            <p:strVal val="#ppt_x"/>
                                          </p:val>
                                        </p:tav>
                                      </p:tavLst>
                                    </p:anim>
                                    <p:anim calcmode="lin" valueType="num">
                                      <p:cBhvr additive="base">
                                        <p:cTn id="36" dur="500" fill="hold"/>
                                        <p:tgtEl>
                                          <p:spTgt spid="24"/>
                                        </p:tgtEl>
                                        <p:attrNameLst>
                                          <p:attrName>ppt_y</p:attrName>
                                        </p:attrNameLst>
                                      </p:cBhvr>
                                      <p:tavLst>
                                        <p:tav tm="0">
                                          <p:val>
                                            <p:strVal val="#ppt_y"/>
                                          </p:val>
                                        </p:tav>
                                        <p:tav tm="100000">
                                          <p:val>
                                            <p:strVal val="#ppt_y"/>
                                          </p:val>
                                        </p:tav>
                                      </p:tavLst>
                                    </p:anim>
                                  </p:childTnLst>
                                </p:cTn>
                              </p:par>
                              <p:par>
                                <p:cTn id="37" presetID="2" presetClass="entr" presetSubtype="2" accel="40000" decel="60000" fill="hold" grpId="0" nodeType="withEffect">
                                  <p:stCondLst>
                                    <p:cond delay="800"/>
                                  </p:stCondLst>
                                  <p:childTnLst>
                                    <p:set>
                                      <p:cBhvr>
                                        <p:cTn id="38" dur="1" fill="hold">
                                          <p:stCondLst>
                                            <p:cond delay="0"/>
                                          </p:stCondLst>
                                        </p:cTn>
                                        <p:tgtEl>
                                          <p:spTgt spid="25"/>
                                        </p:tgtEl>
                                        <p:attrNameLst>
                                          <p:attrName>style.visibility</p:attrName>
                                        </p:attrNameLst>
                                      </p:cBhvr>
                                      <p:to>
                                        <p:strVal val="visible"/>
                                      </p:to>
                                    </p:set>
                                    <p:anim calcmode="lin" valueType="num">
                                      <p:cBhvr additive="base">
                                        <p:cTn id="39" dur="500" fill="hold"/>
                                        <p:tgtEl>
                                          <p:spTgt spid="25"/>
                                        </p:tgtEl>
                                        <p:attrNameLst>
                                          <p:attrName>ppt_x</p:attrName>
                                        </p:attrNameLst>
                                      </p:cBhvr>
                                      <p:tavLst>
                                        <p:tav tm="0">
                                          <p:val>
                                            <p:strVal val="1+#ppt_w/2"/>
                                          </p:val>
                                        </p:tav>
                                        <p:tav tm="100000">
                                          <p:val>
                                            <p:strVal val="#ppt_x"/>
                                          </p:val>
                                        </p:tav>
                                      </p:tavLst>
                                    </p:anim>
                                    <p:anim calcmode="lin" valueType="num">
                                      <p:cBhvr additive="base">
                                        <p:cTn id="40" dur="500" fill="hold"/>
                                        <p:tgtEl>
                                          <p:spTgt spid="25"/>
                                        </p:tgtEl>
                                        <p:attrNameLst>
                                          <p:attrName>ppt_y</p:attrName>
                                        </p:attrNameLst>
                                      </p:cBhvr>
                                      <p:tavLst>
                                        <p:tav tm="0">
                                          <p:val>
                                            <p:strVal val="#ppt_y"/>
                                          </p:val>
                                        </p:tav>
                                        <p:tav tm="100000">
                                          <p:val>
                                            <p:strVal val="#ppt_y"/>
                                          </p:val>
                                        </p:tav>
                                      </p:tavLst>
                                    </p:anim>
                                  </p:childTnLst>
                                </p:cTn>
                              </p:par>
                              <p:par>
                                <p:cTn id="41" presetID="6" presetClass="entr" presetSubtype="32" fill="hold" nodeType="withEffect">
                                  <p:stCondLst>
                                    <p:cond delay="200"/>
                                  </p:stCondLst>
                                  <p:childTnLst>
                                    <p:set>
                                      <p:cBhvr>
                                        <p:cTn id="42" dur="1" fill="hold">
                                          <p:stCondLst>
                                            <p:cond delay="0"/>
                                          </p:stCondLst>
                                        </p:cTn>
                                        <p:tgtEl>
                                          <p:spTgt spid="16"/>
                                        </p:tgtEl>
                                        <p:attrNameLst>
                                          <p:attrName>style.visibility</p:attrName>
                                        </p:attrNameLst>
                                      </p:cBhvr>
                                      <p:to>
                                        <p:strVal val="visible"/>
                                      </p:to>
                                    </p:set>
                                    <p:animEffect transition="in" filter="circle(out)">
                                      <p:cBhvr>
                                        <p:cTn id="43" dur="1000"/>
                                        <p:tgtEl>
                                          <p:spTgt spid="16"/>
                                        </p:tgtEl>
                                      </p:cBhvr>
                                    </p:animEffect>
                                  </p:childTnLst>
                                </p:cTn>
                              </p:par>
                              <p:par>
                                <p:cTn id="44" presetID="50" presetClass="entr" presetSubtype="0" decel="100000" fill="hold" nodeType="withEffect">
                                  <p:stCondLst>
                                    <p:cond delay="200"/>
                                  </p:stCondLst>
                                  <p:childTnLst>
                                    <p:set>
                                      <p:cBhvr>
                                        <p:cTn id="45" dur="1" fill="hold">
                                          <p:stCondLst>
                                            <p:cond delay="0"/>
                                          </p:stCondLst>
                                        </p:cTn>
                                        <p:tgtEl>
                                          <p:spTgt spid="15"/>
                                        </p:tgtEl>
                                        <p:attrNameLst>
                                          <p:attrName>style.visibility</p:attrName>
                                        </p:attrNameLst>
                                      </p:cBhvr>
                                      <p:to>
                                        <p:strVal val="visible"/>
                                      </p:to>
                                    </p:set>
                                    <p:anim calcmode="lin" valueType="num">
                                      <p:cBhvr>
                                        <p:cTn id="46" dur="1000" fill="hold"/>
                                        <p:tgtEl>
                                          <p:spTgt spid="15"/>
                                        </p:tgtEl>
                                        <p:attrNameLst>
                                          <p:attrName>ppt_w</p:attrName>
                                        </p:attrNameLst>
                                      </p:cBhvr>
                                      <p:tavLst>
                                        <p:tav tm="0">
                                          <p:val>
                                            <p:strVal val="#ppt_w+.3"/>
                                          </p:val>
                                        </p:tav>
                                        <p:tav tm="100000">
                                          <p:val>
                                            <p:strVal val="#ppt_w"/>
                                          </p:val>
                                        </p:tav>
                                      </p:tavLst>
                                    </p:anim>
                                    <p:anim calcmode="lin" valueType="num">
                                      <p:cBhvr>
                                        <p:cTn id="47" dur="1000" fill="hold"/>
                                        <p:tgtEl>
                                          <p:spTgt spid="15"/>
                                        </p:tgtEl>
                                        <p:attrNameLst>
                                          <p:attrName>ppt_h</p:attrName>
                                        </p:attrNameLst>
                                      </p:cBhvr>
                                      <p:tavLst>
                                        <p:tav tm="0">
                                          <p:val>
                                            <p:strVal val="#ppt_h"/>
                                          </p:val>
                                        </p:tav>
                                        <p:tav tm="100000">
                                          <p:val>
                                            <p:strVal val="#ppt_h"/>
                                          </p:val>
                                        </p:tav>
                                      </p:tavLst>
                                    </p:anim>
                                    <p:animEffect transition="in" filter="fade">
                                      <p:cBhvr>
                                        <p:cTn id="48" dur="1000"/>
                                        <p:tgtEl>
                                          <p:spTgt spid="15"/>
                                        </p:tgtEl>
                                      </p:cBhvr>
                                    </p:animEffect>
                                  </p:childTnLst>
                                </p:cTn>
                              </p:par>
                              <p:par>
                                <p:cTn id="49" presetID="2" presetClass="entr" presetSubtype="2" accel="4000" decel="94000" fill="hold" nodeType="withEffect">
                                  <p:stCondLst>
                                    <p:cond delay="0"/>
                                  </p:stCondLst>
                                  <p:childTnLst>
                                    <p:set>
                                      <p:cBhvr>
                                        <p:cTn id="50" dur="1" fill="hold">
                                          <p:stCondLst>
                                            <p:cond delay="0"/>
                                          </p:stCondLst>
                                        </p:cTn>
                                        <p:tgtEl>
                                          <p:spTgt spid="26"/>
                                        </p:tgtEl>
                                        <p:attrNameLst>
                                          <p:attrName>style.visibility</p:attrName>
                                        </p:attrNameLst>
                                      </p:cBhvr>
                                      <p:to>
                                        <p:strVal val="visible"/>
                                      </p:to>
                                    </p:set>
                                    <p:anim calcmode="lin" valueType="num">
                                      <p:cBhvr additive="base">
                                        <p:cTn id="51" dur="1000" fill="hold"/>
                                        <p:tgtEl>
                                          <p:spTgt spid="26"/>
                                        </p:tgtEl>
                                        <p:attrNameLst>
                                          <p:attrName>ppt_x</p:attrName>
                                        </p:attrNameLst>
                                      </p:cBhvr>
                                      <p:tavLst>
                                        <p:tav tm="0">
                                          <p:val>
                                            <p:strVal val="1+#ppt_w/2"/>
                                          </p:val>
                                        </p:tav>
                                        <p:tav tm="100000">
                                          <p:val>
                                            <p:strVal val="#ppt_x"/>
                                          </p:val>
                                        </p:tav>
                                      </p:tavLst>
                                    </p:anim>
                                    <p:anim calcmode="lin" valueType="num">
                                      <p:cBhvr additive="base">
                                        <p:cTn id="52" dur="1000" fill="hold"/>
                                        <p:tgtEl>
                                          <p:spTgt spid="26"/>
                                        </p:tgtEl>
                                        <p:attrNameLst>
                                          <p:attrName>ppt_y</p:attrName>
                                        </p:attrNameLst>
                                      </p:cBhvr>
                                      <p:tavLst>
                                        <p:tav tm="0">
                                          <p:val>
                                            <p:strVal val="#ppt_y"/>
                                          </p:val>
                                        </p:tav>
                                        <p:tav tm="100000">
                                          <p:val>
                                            <p:strVal val="#ppt_y"/>
                                          </p:val>
                                        </p:tav>
                                      </p:tavLst>
                                    </p:anim>
                                  </p:childTnLst>
                                </p:cTn>
                              </p:par>
                              <p:par>
                                <p:cTn id="53" presetID="8" presetClass="emph" presetSubtype="0" accel="36000" decel="64000" fill="hold" nodeType="withEffect">
                                  <p:stCondLst>
                                    <p:cond delay="0"/>
                                  </p:stCondLst>
                                  <p:childTnLst>
                                    <p:animRot by="5400000">
                                      <p:cBhvr>
                                        <p:cTn id="54" dur="1000" fill="hold"/>
                                        <p:tgtEl>
                                          <p:spTgt spid="26"/>
                                        </p:tgtEl>
                                        <p:attrNameLst>
                                          <p:attrName>r</p:attrName>
                                        </p:attrNameLst>
                                      </p:cBhvr>
                                    </p:animRot>
                                  </p:childTnLst>
                                </p:cTn>
                              </p:par>
                              <p:par>
                                <p:cTn id="55" presetID="2" presetClass="entr" presetSubtype="2" accel="4000" decel="94000" fill="hold" nodeType="withEffect">
                                  <p:stCondLst>
                                    <p:cond delay="100"/>
                                  </p:stCondLst>
                                  <p:childTnLst>
                                    <p:set>
                                      <p:cBhvr>
                                        <p:cTn id="56" dur="1" fill="hold">
                                          <p:stCondLst>
                                            <p:cond delay="0"/>
                                          </p:stCondLst>
                                        </p:cTn>
                                        <p:tgtEl>
                                          <p:spTgt spid="27"/>
                                        </p:tgtEl>
                                        <p:attrNameLst>
                                          <p:attrName>style.visibility</p:attrName>
                                        </p:attrNameLst>
                                      </p:cBhvr>
                                      <p:to>
                                        <p:strVal val="visible"/>
                                      </p:to>
                                    </p:set>
                                    <p:anim calcmode="lin" valueType="num">
                                      <p:cBhvr additive="base">
                                        <p:cTn id="57" dur="1000" fill="hold"/>
                                        <p:tgtEl>
                                          <p:spTgt spid="27"/>
                                        </p:tgtEl>
                                        <p:attrNameLst>
                                          <p:attrName>ppt_x</p:attrName>
                                        </p:attrNameLst>
                                      </p:cBhvr>
                                      <p:tavLst>
                                        <p:tav tm="0">
                                          <p:val>
                                            <p:strVal val="1+#ppt_w/2"/>
                                          </p:val>
                                        </p:tav>
                                        <p:tav tm="100000">
                                          <p:val>
                                            <p:strVal val="#ppt_x"/>
                                          </p:val>
                                        </p:tav>
                                      </p:tavLst>
                                    </p:anim>
                                    <p:anim calcmode="lin" valueType="num">
                                      <p:cBhvr additive="base">
                                        <p:cTn id="58" dur="1000" fill="hold"/>
                                        <p:tgtEl>
                                          <p:spTgt spid="27"/>
                                        </p:tgtEl>
                                        <p:attrNameLst>
                                          <p:attrName>ppt_y</p:attrName>
                                        </p:attrNameLst>
                                      </p:cBhvr>
                                      <p:tavLst>
                                        <p:tav tm="0">
                                          <p:val>
                                            <p:strVal val="#ppt_y"/>
                                          </p:val>
                                        </p:tav>
                                        <p:tav tm="100000">
                                          <p:val>
                                            <p:strVal val="#ppt_y"/>
                                          </p:val>
                                        </p:tav>
                                      </p:tavLst>
                                    </p:anim>
                                  </p:childTnLst>
                                </p:cTn>
                              </p:par>
                              <p:par>
                                <p:cTn id="59" presetID="8" presetClass="emph" presetSubtype="0" accel="36000" decel="64000" fill="hold" nodeType="withEffect">
                                  <p:stCondLst>
                                    <p:cond delay="100"/>
                                  </p:stCondLst>
                                  <p:childTnLst>
                                    <p:animRot by="5400000">
                                      <p:cBhvr>
                                        <p:cTn id="60" dur="1000" fill="hold"/>
                                        <p:tgtEl>
                                          <p:spTgt spid="27"/>
                                        </p:tgtEl>
                                        <p:attrNameLst>
                                          <p:attrName>r</p:attrName>
                                        </p:attrNameLst>
                                      </p:cBhvr>
                                    </p:animRot>
                                  </p:childTnLst>
                                </p:cTn>
                              </p:par>
                              <p:par>
                                <p:cTn id="61" presetID="2" presetClass="entr" presetSubtype="2" accel="4000" decel="94000" fill="hold" nodeType="withEffect">
                                  <p:stCondLst>
                                    <p:cond delay="200"/>
                                  </p:stCondLst>
                                  <p:childTnLst>
                                    <p:set>
                                      <p:cBhvr>
                                        <p:cTn id="62" dur="1" fill="hold">
                                          <p:stCondLst>
                                            <p:cond delay="0"/>
                                          </p:stCondLst>
                                        </p:cTn>
                                        <p:tgtEl>
                                          <p:spTgt spid="28"/>
                                        </p:tgtEl>
                                        <p:attrNameLst>
                                          <p:attrName>style.visibility</p:attrName>
                                        </p:attrNameLst>
                                      </p:cBhvr>
                                      <p:to>
                                        <p:strVal val="visible"/>
                                      </p:to>
                                    </p:set>
                                    <p:anim calcmode="lin" valueType="num">
                                      <p:cBhvr additive="base">
                                        <p:cTn id="63" dur="1000" fill="hold"/>
                                        <p:tgtEl>
                                          <p:spTgt spid="28"/>
                                        </p:tgtEl>
                                        <p:attrNameLst>
                                          <p:attrName>ppt_x</p:attrName>
                                        </p:attrNameLst>
                                      </p:cBhvr>
                                      <p:tavLst>
                                        <p:tav tm="0">
                                          <p:val>
                                            <p:strVal val="1+#ppt_w/2"/>
                                          </p:val>
                                        </p:tav>
                                        <p:tav tm="100000">
                                          <p:val>
                                            <p:strVal val="#ppt_x"/>
                                          </p:val>
                                        </p:tav>
                                      </p:tavLst>
                                    </p:anim>
                                    <p:anim calcmode="lin" valueType="num">
                                      <p:cBhvr additive="base">
                                        <p:cTn id="64" dur="1000" fill="hold"/>
                                        <p:tgtEl>
                                          <p:spTgt spid="28"/>
                                        </p:tgtEl>
                                        <p:attrNameLst>
                                          <p:attrName>ppt_y</p:attrName>
                                        </p:attrNameLst>
                                      </p:cBhvr>
                                      <p:tavLst>
                                        <p:tav tm="0">
                                          <p:val>
                                            <p:strVal val="#ppt_y"/>
                                          </p:val>
                                        </p:tav>
                                        <p:tav tm="100000">
                                          <p:val>
                                            <p:strVal val="#ppt_y"/>
                                          </p:val>
                                        </p:tav>
                                      </p:tavLst>
                                    </p:anim>
                                  </p:childTnLst>
                                </p:cTn>
                              </p:par>
                              <p:par>
                                <p:cTn id="65" presetID="8" presetClass="emph" presetSubtype="0" accel="36000" decel="64000" fill="hold" nodeType="withEffect">
                                  <p:stCondLst>
                                    <p:cond delay="200"/>
                                  </p:stCondLst>
                                  <p:childTnLst>
                                    <p:animRot by="5400000">
                                      <p:cBhvr>
                                        <p:cTn id="66" dur="1000" fill="hold"/>
                                        <p:tgtEl>
                                          <p:spTgt spid="28"/>
                                        </p:tgtEl>
                                        <p:attrNameLst>
                                          <p:attrName>r</p:attrName>
                                        </p:attrNameLst>
                                      </p:cBhvr>
                                    </p:animRot>
                                  </p:childTnLst>
                                </p:cTn>
                              </p:par>
                              <p:par>
                                <p:cTn id="67" presetID="2" presetClass="entr" presetSubtype="2" accel="4000" decel="94000" fill="hold" nodeType="withEffect">
                                  <p:stCondLst>
                                    <p:cond delay="300"/>
                                  </p:stCondLst>
                                  <p:childTnLst>
                                    <p:set>
                                      <p:cBhvr>
                                        <p:cTn id="68" dur="1" fill="hold">
                                          <p:stCondLst>
                                            <p:cond delay="0"/>
                                          </p:stCondLst>
                                        </p:cTn>
                                        <p:tgtEl>
                                          <p:spTgt spid="29"/>
                                        </p:tgtEl>
                                        <p:attrNameLst>
                                          <p:attrName>style.visibility</p:attrName>
                                        </p:attrNameLst>
                                      </p:cBhvr>
                                      <p:to>
                                        <p:strVal val="visible"/>
                                      </p:to>
                                    </p:set>
                                    <p:anim calcmode="lin" valueType="num">
                                      <p:cBhvr additive="base">
                                        <p:cTn id="69" dur="1000" fill="hold"/>
                                        <p:tgtEl>
                                          <p:spTgt spid="29"/>
                                        </p:tgtEl>
                                        <p:attrNameLst>
                                          <p:attrName>ppt_x</p:attrName>
                                        </p:attrNameLst>
                                      </p:cBhvr>
                                      <p:tavLst>
                                        <p:tav tm="0">
                                          <p:val>
                                            <p:strVal val="1+#ppt_w/2"/>
                                          </p:val>
                                        </p:tav>
                                        <p:tav tm="100000">
                                          <p:val>
                                            <p:strVal val="#ppt_x"/>
                                          </p:val>
                                        </p:tav>
                                      </p:tavLst>
                                    </p:anim>
                                    <p:anim calcmode="lin" valueType="num">
                                      <p:cBhvr additive="base">
                                        <p:cTn id="70" dur="1000" fill="hold"/>
                                        <p:tgtEl>
                                          <p:spTgt spid="29"/>
                                        </p:tgtEl>
                                        <p:attrNameLst>
                                          <p:attrName>ppt_y</p:attrName>
                                        </p:attrNameLst>
                                      </p:cBhvr>
                                      <p:tavLst>
                                        <p:tav tm="0">
                                          <p:val>
                                            <p:strVal val="#ppt_y"/>
                                          </p:val>
                                        </p:tav>
                                        <p:tav tm="100000">
                                          <p:val>
                                            <p:strVal val="#ppt_y"/>
                                          </p:val>
                                        </p:tav>
                                      </p:tavLst>
                                    </p:anim>
                                  </p:childTnLst>
                                </p:cTn>
                              </p:par>
                              <p:par>
                                <p:cTn id="71" presetID="8" presetClass="emph" presetSubtype="0" accel="36000" decel="64000" fill="hold" nodeType="withEffect">
                                  <p:stCondLst>
                                    <p:cond delay="300"/>
                                  </p:stCondLst>
                                  <p:childTnLst>
                                    <p:animRot by="5400000">
                                      <p:cBhvr>
                                        <p:cTn id="72" dur="1000" fill="hold"/>
                                        <p:tgtEl>
                                          <p:spTgt spid="29"/>
                                        </p:tgtEl>
                                        <p:attrNameLst>
                                          <p:attrName>r</p:attrName>
                                        </p:attrNameLst>
                                      </p:cBhvr>
                                    </p:animRot>
                                  </p:childTnLst>
                                </p:cTn>
                              </p:par>
                              <p:par>
                                <p:cTn id="73" presetID="2" presetClass="entr" presetSubtype="2" accel="4000" decel="94000" fill="hold" nodeType="withEffect">
                                  <p:stCondLst>
                                    <p:cond delay="400"/>
                                  </p:stCondLst>
                                  <p:childTnLst>
                                    <p:set>
                                      <p:cBhvr>
                                        <p:cTn id="74" dur="1" fill="hold">
                                          <p:stCondLst>
                                            <p:cond delay="0"/>
                                          </p:stCondLst>
                                        </p:cTn>
                                        <p:tgtEl>
                                          <p:spTgt spid="30"/>
                                        </p:tgtEl>
                                        <p:attrNameLst>
                                          <p:attrName>style.visibility</p:attrName>
                                        </p:attrNameLst>
                                      </p:cBhvr>
                                      <p:to>
                                        <p:strVal val="visible"/>
                                      </p:to>
                                    </p:set>
                                    <p:anim calcmode="lin" valueType="num">
                                      <p:cBhvr additive="base">
                                        <p:cTn id="75" dur="1000" fill="hold"/>
                                        <p:tgtEl>
                                          <p:spTgt spid="30"/>
                                        </p:tgtEl>
                                        <p:attrNameLst>
                                          <p:attrName>ppt_x</p:attrName>
                                        </p:attrNameLst>
                                      </p:cBhvr>
                                      <p:tavLst>
                                        <p:tav tm="0">
                                          <p:val>
                                            <p:strVal val="1+#ppt_w/2"/>
                                          </p:val>
                                        </p:tav>
                                        <p:tav tm="100000">
                                          <p:val>
                                            <p:strVal val="#ppt_x"/>
                                          </p:val>
                                        </p:tav>
                                      </p:tavLst>
                                    </p:anim>
                                    <p:anim calcmode="lin" valueType="num">
                                      <p:cBhvr additive="base">
                                        <p:cTn id="76" dur="1000" fill="hold"/>
                                        <p:tgtEl>
                                          <p:spTgt spid="30"/>
                                        </p:tgtEl>
                                        <p:attrNameLst>
                                          <p:attrName>ppt_y</p:attrName>
                                        </p:attrNameLst>
                                      </p:cBhvr>
                                      <p:tavLst>
                                        <p:tav tm="0">
                                          <p:val>
                                            <p:strVal val="#ppt_y"/>
                                          </p:val>
                                        </p:tav>
                                        <p:tav tm="100000">
                                          <p:val>
                                            <p:strVal val="#ppt_y"/>
                                          </p:val>
                                        </p:tav>
                                      </p:tavLst>
                                    </p:anim>
                                  </p:childTnLst>
                                </p:cTn>
                              </p:par>
                              <p:par>
                                <p:cTn id="77" presetID="8" presetClass="emph" presetSubtype="0" accel="36000" decel="64000" fill="hold" nodeType="withEffect">
                                  <p:stCondLst>
                                    <p:cond delay="400"/>
                                  </p:stCondLst>
                                  <p:childTnLst>
                                    <p:animRot by="5400000">
                                      <p:cBhvr>
                                        <p:cTn id="78" dur="1000" fill="hold"/>
                                        <p:tgtEl>
                                          <p:spTgt spid="30"/>
                                        </p:tgtEl>
                                        <p:attrNameLst>
                                          <p:attrName>r</p:attrName>
                                        </p:attrNameLst>
                                      </p:cBhvr>
                                    </p:animRot>
                                  </p:childTnLst>
                                </p:cTn>
                              </p:par>
                              <p:par>
                                <p:cTn id="79" presetID="2" presetClass="entr" presetSubtype="2" accel="4000" decel="94000" fill="hold" nodeType="withEffect">
                                  <p:stCondLst>
                                    <p:cond delay="500"/>
                                  </p:stCondLst>
                                  <p:childTnLst>
                                    <p:set>
                                      <p:cBhvr>
                                        <p:cTn id="80" dur="1" fill="hold">
                                          <p:stCondLst>
                                            <p:cond delay="0"/>
                                          </p:stCondLst>
                                        </p:cTn>
                                        <p:tgtEl>
                                          <p:spTgt spid="31"/>
                                        </p:tgtEl>
                                        <p:attrNameLst>
                                          <p:attrName>style.visibility</p:attrName>
                                        </p:attrNameLst>
                                      </p:cBhvr>
                                      <p:to>
                                        <p:strVal val="visible"/>
                                      </p:to>
                                    </p:set>
                                    <p:anim calcmode="lin" valueType="num">
                                      <p:cBhvr additive="base">
                                        <p:cTn id="81" dur="1000" fill="hold"/>
                                        <p:tgtEl>
                                          <p:spTgt spid="31"/>
                                        </p:tgtEl>
                                        <p:attrNameLst>
                                          <p:attrName>ppt_x</p:attrName>
                                        </p:attrNameLst>
                                      </p:cBhvr>
                                      <p:tavLst>
                                        <p:tav tm="0">
                                          <p:val>
                                            <p:strVal val="1+#ppt_w/2"/>
                                          </p:val>
                                        </p:tav>
                                        <p:tav tm="100000">
                                          <p:val>
                                            <p:strVal val="#ppt_x"/>
                                          </p:val>
                                        </p:tav>
                                      </p:tavLst>
                                    </p:anim>
                                    <p:anim calcmode="lin" valueType="num">
                                      <p:cBhvr additive="base">
                                        <p:cTn id="82" dur="1000" fill="hold"/>
                                        <p:tgtEl>
                                          <p:spTgt spid="31"/>
                                        </p:tgtEl>
                                        <p:attrNameLst>
                                          <p:attrName>ppt_y</p:attrName>
                                        </p:attrNameLst>
                                      </p:cBhvr>
                                      <p:tavLst>
                                        <p:tav tm="0">
                                          <p:val>
                                            <p:strVal val="#ppt_y"/>
                                          </p:val>
                                        </p:tav>
                                        <p:tav tm="100000">
                                          <p:val>
                                            <p:strVal val="#ppt_y"/>
                                          </p:val>
                                        </p:tav>
                                      </p:tavLst>
                                    </p:anim>
                                  </p:childTnLst>
                                </p:cTn>
                              </p:par>
                              <p:par>
                                <p:cTn id="83" presetID="8" presetClass="emph" presetSubtype="0" accel="36000" decel="64000" fill="hold" nodeType="withEffect">
                                  <p:stCondLst>
                                    <p:cond delay="500"/>
                                  </p:stCondLst>
                                  <p:childTnLst>
                                    <p:animRot by="5400000">
                                      <p:cBhvr>
                                        <p:cTn id="84" dur="1000" fill="hold"/>
                                        <p:tgtEl>
                                          <p:spTgt spid="31"/>
                                        </p:tgtEl>
                                        <p:attrNameLst>
                                          <p:attrName>r</p:attrName>
                                        </p:attrNameLst>
                                      </p:cBhvr>
                                    </p:animRot>
                                  </p:childTnLst>
                                </p:cTn>
                              </p:par>
                              <p:par>
                                <p:cTn id="85" presetID="2" presetClass="entr" presetSubtype="2" accel="4000" decel="94000" fill="hold" nodeType="withEffect">
                                  <p:stCondLst>
                                    <p:cond delay="600"/>
                                  </p:stCondLst>
                                  <p:childTnLst>
                                    <p:set>
                                      <p:cBhvr>
                                        <p:cTn id="86" dur="1" fill="hold">
                                          <p:stCondLst>
                                            <p:cond delay="0"/>
                                          </p:stCondLst>
                                        </p:cTn>
                                        <p:tgtEl>
                                          <p:spTgt spid="32"/>
                                        </p:tgtEl>
                                        <p:attrNameLst>
                                          <p:attrName>style.visibility</p:attrName>
                                        </p:attrNameLst>
                                      </p:cBhvr>
                                      <p:to>
                                        <p:strVal val="visible"/>
                                      </p:to>
                                    </p:set>
                                    <p:anim calcmode="lin" valueType="num">
                                      <p:cBhvr additive="base">
                                        <p:cTn id="87" dur="1000" fill="hold"/>
                                        <p:tgtEl>
                                          <p:spTgt spid="32"/>
                                        </p:tgtEl>
                                        <p:attrNameLst>
                                          <p:attrName>ppt_x</p:attrName>
                                        </p:attrNameLst>
                                      </p:cBhvr>
                                      <p:tavLst>
                                        <p:tav tm="0">
                                          <p:val>
                                            <p:strVal val="1+#ppt_w/2"/>
                                          </p:val>
                                        </p:tav>
                                        <p:tav tm="100000">
                                          <p:val>
                                            <p:strVal val="#ppt_x"/>
                                          </p:val>
                                        </p:tav>
                                      </p:tavLst>
                                    </p:anim>
                                    <p:anim calcmode="lin" valueType="num">
                                      <p:cBhvr additive="base">
                                        <p:cTn id="88" dur="1000" fill="hold"/>
                                        <p:tgtEl>
                                          <p:spTgt spid="32"/>
                                        </p:tgtEl>
                                        <p:attrNameLst>
                                          <p:attrName>ppt_y</p:attrName>
                                        </p:attrNameLst>
                                      </p:cBhvr>
                                      <p:tavLst>
                                        <p:tav tm="0">
                                          <p:val>
                                            <p:strVal val="#ppt_y"/>
                                          </p:val>
                                        </p:tav>
                                        <p:tav tm="100000">
                                          <p:val>
                                            <p:strVal val="#ppt_y"/>
                                          </p:val>
                                        </p:tav>
                                      </p:tavLst>
                                    </p:anim>
                                  </p:childTnLst>
                                </p:cTn>
                              </p:par>
                              <p:par>
                                <p:cTn id="89" presetID="8" presetClass="emph" presetSubtype="0" accel="36000" decel="64000" fill="hold" nodeType="withEffect">
                                  <p:stCondLst>
                                    <p:cond delay="600"/>
                                  </p:stCondLst>
                                  <p:childTnLst>
                                    <p:animRot by="5400000">
                                      <p:cBhvr>
                                        <p:cTn id="90" dur="1000" fill="hold"/>
                                        <p:tgtEl>
                                          <p:spTgt spid="32"/>
                                        </p:tgtEl>
                                        <p:attrNameLst>
                                          <p:attrName>r</p:attrName>
                                        </p:attrNameLst>
                                      </p:cBhvr>
                                    </p:animRot>
                                  </p:childTnLst>
                                </p:cTn>
                              </p:par>
                              <p:par>
                                <p:cTn id="91" presetID="2" presetClass="entr" presetSubtype="9" accel="4000" decel="94000" fill="hold" nodeType="withEffect">
                                  <p:stCondLst>
                                    <p:cond delay="700"/>
                                  </p:stCondLst>
                                  <p:childTnLst>
                                    <p:set>
                                      <p:cBhvr>
                                        <p:cTn id="92" dur="1" fill="hold">
                                          <p:stCondLst>
                                            <p:cond delay="0"/>
                                          </p:stCondLst>
                                        </p:cTn>
                                        <p:tgtEl>
                                          <p:spTgt spid="33"/>
                                        </p:tgtEl>
                                        <p:attrNameLst>
                                          <p:attrName>style.visibility</p:attrName>
                                        </p:attrNameLst>
                                      </p:cBhvr>
                                      <p:to>
                                        <p:strVal val="visible"/>
                                      </p:to>
                                    </p:set>
                                    <p:anim calcmode="lin" valueType="num">
                                      <p:cBhvr additive="base">
                                        <p:cTn id="93" dur="1000" fill="hold"/>
                                        <p:tgtEl>
                                          <p:spTgt spid="33"/>
                                        </p:tgtEl>
                                        <p:attrNameLst>
                                          <p:attrName>ppt_x</p:attrName>
                                        </p:attrNameLst>
                                      </p:cBhvr>
                                      <p:tavLst>
                                        <p:tav tm="0">
                                          <p:val>
                                            <p:strVal val="0-#ppt_w/2"/>
                                          </p:val>
                                        </p:tav>
                                        <p:tav tm="100000">
                                          <p:val>
                                            <p:strVal val="#ppt_x"/>
                                          </p:val>
                                        </p:tav>
                                      </p:tavLst>
                                    </p:anim>
                                    <p:anim calcmode="lin" valueType="num">
                                      <p:cBhvr additive="base">
                                        <p:cTn id="94" dur="1000" fill="hold"/>
                                        <p:tgtEl>
                                          <p:spTgt spid="33"/>
                                        </p:tgtEl>
                                        <p:attrNameLst>
                                          <p:attrName>ppt_y</p:attrName>
                                        </p:attrNameLst>
                                      </p:cBhvr>
                                      <p:tavLst>
                                        <p:tav tm="0">
                                          <p:val>
                                            <p:strVal val="0-#ppt_h/2"/>
                                          </p:val>
                                        </p:tav>
                                        <p:tav tm="100000">
                                          <p:val>
                                            <p:strVal val="#ppt_y"/>
                                          </p:val>
                                        </p:tav>
                                      </p:tavLst>
                                    </p:anim>
                                  </p:childTnLst>
                                </p:cTn>
                              </p:par>
                              <p:par>
                                <p:cTn id="95" presetID="8" presetClass="emph" presetSubtype="0" accel="36000" decel="64000" fill="hold" nodeType="withEffect">
                                  <p:stCondLst>
                                    <p:cond delay="700"/>
                                  </p:stCondLst>
                                  <p:childTnLst>
                                    <p:animRot by="5400000">
                                      <p:cBhvr>
                                        <p:cTn id="96" dur="1000" fill="hold"/>
                                        <p:tgtEl>
                                          <p:spTgt spid="33"/>
                                        </p:tgtEl>
                                        <p:attrNameLst>
                                          <p:attrName>r</p:attrName>
                                        </p:attrNameLst>
                                      </p:cBhvr>
                                    </p:animRot>
                                  </p:childTnLst>
                                </p:cTn>
                              </p:par>
                              <p:par>
                                <p:cTn id="97" presetID="2" presetClass="entr" presetSubtype="6" accel="4000" decel="94000" fill="hold" nodeType="withEffect">
                                  <p:stCondLst>
                                    <p:cond delay="800"/>
                                  </p:stCondLst>
                                  <p:childTnLst>
                                    <p:set>
                                      <p:cBhvr>
                                        <p:cTn id="98" dur="1" fill="hold">
                                          <p:stCondLst>
                                            <p:cond delay="0"/>
                                          </p:stCondLst>
                                        </p:cTn>
                                        <p:tgtEl>
                                          <p:spTgt spid="34"/>
                                        </p:tgtEl>
                                        <p:attrNameLst>
                                          <p:attrName>style.visibility</p:attrName>
                                        </p:attrNameLst>
                                      </p:cBhvr>
                                      <p:to>
                                        <p:strVal val="visible"/>
                                      </p:to>
                                    </p:set>
                                    <p:anim calcmode="lin" valueType="num">
                                      <p:cBhvr additive="base">
                                        <p:cTn id="99" dur="1000" fill="hold"/>
                                        <p:tgtEl>
                                          <p:spTgt spid="34"/>
                                        </p:tgtEl>
                                        <p:attrNameLst>
                                          <p:attrName>ppt_x</p:attrName>
                                        </p:attrNameLst>
                                      </p:cBhvr>
                                      <p:tavLst>
                                        <p:tav tm="0">
                                          <p:val>
                                            <p:strVal val="1+#ppt_w/2"/>
                                          </p:val>
                                        </p:tav>
                                        <p:tav tm="100000">
                                          <p:val>
                                            <p:strVal val="#ppt_x"/>
                                          </p:val>
                                        </p:tav>
                                      </p:tavLst>
                                    </p:anim>
                                    <p:anim calcmode="lin" valueType="num">
                                      <p:cBhvr additive="base">
                                        <p:cTn id="100" dur="1000" fill="hold"/>
                                        <p:tgtEl>
                                          <p:spTgt spid="34"/>
                                        </p:tgtEl>
                                        <p:attrNameLst>
                                          <p:attrName>ppt_y</p:attrName>
                                        </p:attrNameLst>
                                      </p:cBhvr>
                                      <p:tavLst>
                                        <p:tav tm="0">
                                          <p:val>
                                            <p:strVal val="1+#ppt_h/2"/>
                                          </p:val>
                                        </p:tav>
                                        <p:tav tm="100000">
                                          <p:val>
                                            <p:strVal val="#ppt_y"/>
                                          </p:val>
                                        </p:tav>
                                      </p:tavLst>
                                    </p:anim>
                                  </p:childTnLst>
                                </p:cTn>
                              </p:par>
                              <p:par>
                                <p:cTn id="101" presetID="8" presetClass="emph" presetSubtype="0" accel="36000" decel="64000" fill="hold" nodeType="withEffect">
                                  <p:stCondLst>
                                    <p:cond delay="800"/>
                                  </p:stCondLst>
                                  <p:childTnLst>
                                    <p:animRot by="5400000">
                                      <p:cBhvr>
                                        <p:cTn id="102" dur="1000" fill="hold"/>
                                        <p:tgtEl>
                                          <p:spTgt spid="34"/>
                                        </p:tgtEl>
                                        <p:attrNameLst>
                                          <p:attrName>r</p:attrName>
                                        </p:attrNameLst>
                                      </p:cBhvr>
                                    </p:animRot>
                                  </p:childTnLst>
                                </p:cTn>
                              </p:par>
                              <p:par>
                                <p:cTn id="103" presetID="2" presetClass="entr" presetSubtype="4" accel="4000" decel="94000" fill="hold" nodeType="withEffect">
                                  <p:stCondLst>
                                    <p:cond delay="0"/>
                                  </p:stCondLst>
                                  <p:childTnLst>
                                    <p:set>
                                      <p:cBhvr>
                                        <p:cTn id="104" dur="1" fill="hold">
                                          <p:stCondLst>
                                            <p:cond delay="0"/>
                                          </p:stCondLst>
                                        </p:cTn>
                                        <p:tgtEl>
                                          <p:spTgt spid="39"/>
                                        </p:tgtEl>
                                        <p:attrNameLst>
                                          <p:attrName>style.visibility</p:attrName>
                                        </p:attrNameLst>
                                      </p:cBhvr>
                                      <p:to>
                                        <p:strVal val="visible"/>
                                      </p:to>
                                    </p:set>
                                    <p:anim calcmode="lin" valueType="num">
                                      <p:cBhvr additive="base">
                                        <p:cTn id="105" dur="1000" fill="hold"/>
                                        <p:tgtEl>
                                          <p:spTgt spid="39"/>
                                        </p:tgtEl>
                                        <p:attrNameLst>
                                          <p:attrName>ppt_x</p:attrName>
                                        </p:attrNameLst>
                                      </p:cBhvr>
                                      <p:tavLst>
                                        <p:tav tm="0">
                                          <p:val>
                                            <p:strVal val="#ppt_x"/>
                                          </p:val>
                                        </p:tav>
                                        <p:tav tm="100000">
                                          <p:val>
                                            <p:strVal val="#ppt_x"/>
                                          </p:val>
                                        </p:tav>
                                      </p:tavLst>
                                    </p:anim>
                                    <p:anim calcmode="lin" valueType="num">
                                      <p:cBhvr additive="base">
                                        <p:cTn id="106" dur="1000" fill="hold"/>
                                        <p:tgtEl>
                                          <p:spTgt spid="39"/>
                                        </p:tgtEl>
                                        <p:attrNameLst>
                                          <p:attrName>ppt_y</p:attrName>
                                        </p:attrNameLst>
                                      </p:cBhvr>
                                      <p:tavLst>
                                        <p:tav tm="0">
                                          <p:val>
                                            <p:strVal val="1+#ppt_h/2"/>
                                          </p:val>
                                        </p:tav>
                                        <p:tav tm="100000">
                                          <p:val>
                                            <p:strVal val="#ppt_y"/>
                                          </p:val>
                                        </p:tav>
                                      </p:tavLst>
                                    </p:anim>
                                  </p:childTnLst>
                                </p:cTn>
                              </p:par>
                              <p:par>
                                <p:cTn id="107" presetID="8" presetClass="emph" presetSubtype="0" accel="36000" decel="64000" fill="hold" nodeType="withEffect">
                                  <p:stCondLst>
                                    <p:cond delay="0"/>
                                  </p:stCondLst>
                                  <p:childTnLst>
                                    <p:animRot by="5400000">
                                      <p:cBhvr>
                                        <p:cTn id="108" dur="1000" fill="hold"/>
                                        <p:tgtEl>
                                          <p:spTgt spid="39"/>
                                        </p:tgtEl>
                                        <p:attrNameLst>
                                          <p:attrName>r</p:attrName>
                                        </p:attrNameLst>
                                      </p:cBhvr>
                                    </p:animRot>
                                  </p:childTnLst>
                                </p:cTn>
                              </p:par>
                              <p:par>
                                <p:cTn id="109" presetID="2" presetClass="entr" presetSubtype="2" accel="4000" decel="94000" fill="hold" nodeType="withEffect">
                                  <p:stCondLst>
                                    <p:cond delay="200"/>
                                  </p:stCondLst>
                                  <p:childTnLst>
                                    <p:set>
                                      <p:cBhvr>
                                        <p:cTn id="110" dur="1" fill="hold">
                                          <p:stCondLst>
                                            <p:cond delay="0"/>
                                          </p:stCondLst>
                                        </p:cTn>
                                        <p:tgtEl>
                                          <p:spTgt spid="40"/>
                                        </p:tgtEl>
                                        <p:attrNameLst>
                                          <p:attrName>style.visibility</p:attrName>
                                        </p:attrNameLst>
                                      </p:cBhvr>
                                      <p:to>
                                        <p:strVal val="visible"/>
                                      </p:to>
                                    </p:set>
                                    <p:anim calcmode="lin" valueType="num">
                                      <p:cBhvr additive="base">
                                        <p:cTn id="111" dur="1000" fill="hold"/>
                                        <p:tgtEl>
                                          <p:spTgt spid="40"/>
                                        </p:tgtEl>
                                        <p:attrNameLst>
                                          <p:attrName>ppt_x</p:attrName>
                                        </p:attrNameLst>
                                      </p:cBhvr>
                                      <p:tavLst>
                                        <p:tav tm="0">
                                          <p:val>
                                            <p:strVal val="1+#ppt_w/2"/>
                                          </p:val>
                                        </p:tav>
                                        <p:tav tm="100000">
                                          <p:val>
                                            <p:strVal val="#ppt_x"/>
                                          </p:val>
                                        </p:tav>
                                      </p:tavLst>
                                    </p:anim>
                                    <p:anim calcmode="lin" valueType="num">
                                      <p:cBhvr additive="base">
                                        <p:cTn id="112" dur="1000" fill="hold"/>
                                        <p:tgtEl>
                                          <p:spTgt spid="40"/>
                                        </p:tgtEl>
                                        <p:attrNameLst>
                                          <p:attrName>ppt_y</p:attrName>
                                        </p:attrNameLst>
                                      </p:cBhvr>
                                      <p:tavLst>
                                        <p:tav tm="0">
                                          <p:val>
                                            <p:strVal val="#ppt_y"/>
                                          </p:val>
                                        </p:tav>
                                        <p:tav tm="100000">
                                          <p:val>
                                            <p:strVal val="#ppt_y"/>
                                          </p:val>
                                        </p:tav>
                                      </p:tavLst>
                                    </p:anim>
                                  </p:childTnLst>
                                </p:cTn>
                              </p:par>
                              <p:par>
                                <p:cTn id="113" presetID="8" presetClass="emph" presetSubtype="0" accel="36000" decel="64000" fill="hold" nodeType="withEffect">
                                  <p:stCondLst>
                                    <p:cond delay="200"/>
                                  </p:stCondLst>
                                  <p:childTnLst>
                                    <p:animRot by="5400000">
                                      <p:cBhvr>
                                        <p:cTn id="114" dur="1000" fill="hold"/>
                                        <p:tgtEl>
                                          <p:spTgt spid="40"/>
                                        </p:tgtEl>
                                        <p:attrNameLst>
                                          <p:attrName>r</p:attrName>
                                        </p:attrNameLst>
                                      </p:cBhvr>
                                    </p:animRot>
                                  </p:childTnLst>
                                </p:cTn>
                              </p:par>
                              <p:par>
                                <p:cTn id="115" presetID="2" presetClass="entr" presetSubtype="12" accel="4000" decel="94000" fill="hold" nodeType="withEffect">
                                  <p:stCondLst>
                                    <p:cond delay="400"/>
                                  </p:stCondLst>
                                  <p:childTnLst>
                                    <p:set>
                                      <p:cBhvr>
                                        <p:cTn id="116" dur="1" fill="hold">
                                          <p:stCondLst>
                                            <p:cond delay="0"/>
                                          </p:stCondLst>
                                        </p:cTn>
                                        <p:tgtEl>
                                          <p:spTgt spid="41"/>
                                        </p:tgtEl>
                                        <p:attrNameLst>
                                          <p:attrName>style.visibility</p:attrName>
                                        </p:attrNameLst>
                                      </p:cBhvr>
                                      <p:to>
                                        <p:strVal val="visible"/>
                                      </p:to>
                                    </p:set>
                                    <p:anim calcmode="lin" valueType="num">
                                      <p:cBhvr additive="base">
                                        <p:cTn id="117" dur="1000" fill="hold"/>
                                        <p:tgtEl>
                                          <p:spTgt spid="41"/>
                                        </p:tgtEl>
                                        <p:attrNameLst>
                                          <p:attrName>ppt_x</p:attrName>
                                        </p:attrNameLst>
                                      </p:cBhvr>
                                      <p:tavLst>
                                        <p:tav tm="0">
                                          <p:val>
                                            <p:strVal val="0-#ppt_w/2"/>
                                          </p:val>
                                        </p:tav>
                                        <p:tav tm="100000">
                                          <p:val>
                                            <p:strVal val="#ppt_x"/>
                                          </p:val>
                                        </p:tav>
                                      </p:tavLst>
                                    </p:anim>
                                    <p:anim calcmode="lin" valueType="num">
                                      <p:cBhvr additive="base">
                                        <p:cTn id="118" dur="1000" fill="hold"/>
                                        <p:tgtEl>
                                          <p:spTgt spid="41"/>
                                        </p:tgtEl>
                                        <p:attrNameLst>
                                          <p:attrName>ppt_y</p:attrName>
                                        </p:attrNameLst>
                                      </p:cBhvr>
                                      <p:tavLst>
                                        <p:tav tm="0">
                                          <p:val>
                                            <p:strVal val="1+#ppt_h/2"/>
                                          </p:val>
                                        </p:tav>
                                        <p:tav tm="100000">
                                          <p:val>
                                            <p:strVal val="#ppt_y"/>
                                          </p:val>
                                        </p:tav>
                                      </p:tavLst>
                                    </p:anim>
                                  </p:childTnLst>
                                </p:cTn>
                              </p:par>
                              <p:par>
                                <p:cTn id="119" presetID="8" presetClass="emph" presetSubtype="0" accel="36000" decel="64000" fill="hold" nodeType="withEffect">
                                  <p:stCondLst>
                                    <p:cond delay="400"/>
                                  </p:stCondLst>
                                  <p:childTnLst>
                                    <p:animRot by="5400000">
                                      <p:cBhvr>
                                        <p:cTn id="120" dur="1000" fill="hold"/>
                                        <p:tgtEl>
                                          <p:spTgt spid="41"/>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val 15">
            <a:hlinkClick r:id="" action="ppaction://noaction"/>
          </p:cNvPr>
          <p:cNvSpPr/>
          <p:nvPr/>
        </p:nvSpPr>
        <p:spPr>
          <a:xfrm>
            <a:off x="899718" y="3547989"/>
            <a:ext cx="643331" cy="643331"/>
          </a:xfrm>
          <a:prstGeom prst="ellipse">
            <a:avLst/>
          </a:prstGeom>
          <a:solidFill>
            <a:schemeClr val="tx1"/>
          </a:solidFill>
          <a:ln w="187325">
            <a:solidFill>
              <a:srgbClr val="EF00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14" name="Oval 13">
            <a:hlinkClick r:id="" action="ppaction://noaction"/>
          </p:cNvPr>
          <p:cNvSpPr/>
          <p:nvPr/>
        </p:nvSpPr>
        <p:spPr>
          <a:xfrm>
            <a:off x="882283" y="2509471"/>
            <a:ext cx="643331" cy="643331"/>
          </a:xfrm>
          <a:prstGeom prst="ellipse">
            <a:avLst/>
          </a:prstGeom>
          <a:solidFill>
            <a:schemeClr val="tx1"/>
          </a:solidFill>
          <a:ln w="187325">
            <a:solidFill>
              <a:srgbClr val="21B24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12" name="Oval 11">
            <a:hlinkClick r:id="" action="ppaction://noaction"/>
          </p:cNvPr>
          <p:cNvSpPr/>
          <p:nvPr/>
        </p:nvSpPr>
        <p:spPr>
          <a:xfrm>
            <a:off x="899718" y="4586507"/>
            <a:ext cx="643331" cy="643331"/>
          </a:xfrm>
          <a:prstGeom prst="ellipse">
            <a:avLst/>
          </a:prstGeom>
          <a:solidFill>
            <a:schemeClr val="tx1"/>
          </a:solidFill>
          <a:ln w="187325">
            <a:solidFill>
              <a:srgbClr val="52B6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28" name="Rectangle 27"/>
          <p:cNvSpPr/>
          <p:nvPr/>
        </p:nvSpPr>
        <p:spPr>
          <a:xfrm>
            <a:off x="1757353" y="1553864"/>
            <a:ext cx="3399072" cy="461665"/>
          </a:xfrm>
          <a:prstGeom prst="rect">
            <a:avLst/>
          </a:prstGeom>
          <a:noFill/>
        </p:spPr>
        <p:txBody>
          <a:bodyPr wrap="none">
            <a:spAutoFit/>
          </a:bodyPr>
          <a:lstStyle/>
          <a:p>
            <a:pPr lvl="0"/>
            <a:r>
              <a:rPr lang="en-US" sz="2400" dirty="0" smtClean="0">
                <a:latin typeface="Corbel" panose="020B0503020204020204" pitchFamily="34" charset="0"/>
                <a:cs typeface="Arial" panose="020B0604020202020204" pitchFamily="34" charset="0"/>
              </a:rPr>
              <a:t>Background and Problem</a:t>
            </a:r>
            <a:endParaRPr lang="en-US" sz="2400" dirty="0">
              <a:latin typeface="Corbel" panose="020B0503020204020204" pitchFamily="34" charset="0"/>
              <a:cs typeface="Arial" panose="020B0604020202020204" pitchFamily="34" charset="0"/>
            </a:endParaRPr>
          </a:p>
        </p:txBody>
      </p:sp>
      <p:sp>
        <p:nvSpPr>
          <p:cNvPr id="29" name="Rectangle 28"/>
          <p:cNvSpPr/>
          <p:nvPr/>
        </p:nvSpPr>
        <p:spPr>
          <a:xfrm>
            <a:off x="1728311" y="4725753"/>
            <a:ext cx="1487908" cy="461665"/>
          </a:xfrm>
          <a:prstGeom prst="rect">
            <a:avLst/>
          </a:prstGeom>
        </p:spPr>
        <p:txBody>
          <a:bodyPr wrap="none">
            <a:spAutoFit/>
          </a:bodyPr>
          <a:lstStyle/>
          <a:p>
            <a:pPr lvl="0"/>
            <a:r>
              <a:rPr lang="en-US" sz="2400" dirty="0" smtClean="0">
                <a:latin typeface="Corbel" panose="020B0503020204020204" pitchFamily="34" charset="0"/>
                <a:cs typeface="Arial" panose="020B0604020202020204" pitchFamily="34" charset="0"/>
              </a:rPr>
              <a:t>Validation</a:t>
            </a:r>
            <a:endParaRPr lang="en-US" sz="2400" dirty="0">
              <a:latin typeface="Corbel" panose="020B0503020204020204" pitchFamily="34" charset="0"/>
              <a:cs typeface="Arial" panose="020B0604020202020204" pitchFamily="34" charset="0"/>
            </a:endParaRPr>
          </a:p>
        </p:txBody>
      </p:sp>
      <p:sp>
        <p:nvSpPr>
          <p:cNvPr id="30" name="Rectangle 29"/>
          <p:cNvSpPr/>
          <p:nvPr/>
        </p:nvSpPr>
        <p:spPr>
          <a:xfrm>
            <a:off x="1765050" y="2455247"/>
            <a:ext cx="3273653" cy="830997"/>
          </a:xfrm>
          <a:prstGeom prst="rect">
            <a:avLst/>
          </a:prstGeom>
        </p:spPr>
        <p:txBody>
          <a:bodyPr wrap="none">
            <a:spAutoFit/>
          </a:bodyPr>
          <a:lstStyle/>
          <a:p>
            <a:pPr lvl="0"/>
            <a:r>
              <a:rPr lang="en-US" sz="2400" dirty="0" smtClean="0">
                <a:latin typeface="Corbel" panose="020B0503020204020204" pitchFamily="34" charset="0"/>
                <a:cs typeface="Arial" panose="020B0604020202020204" pitchFamily="34" charset="0"/>
              </a:rPr>
              <a:t>Modeling capabilities of </a:t>
            </a:r>
          </a:p>
          <a:p>
            <a:pPr lvl="0"/>
            <a:r>
              <a:rPr lang="en-US" sz="2400" dirty="0" smtClean="0">
                <a:latin typeface="Corbel" panose="020B0503020204020204" pitchFamily="34" charset="0"/>
                <a:cs typeface="Arial" panose="020B0604020202020204" pitchFamily="34" charset="0"/>
              </a:rPr>
              <a:t>BPMN and CMMN</a:t>
            </a:r>
            <a:endParaRPr lang="en-US" sz="2400" dirty="0">
              <a:latin typeface="Corbel" panose="020B0503020204020204" pitchFamily="34" charset="0"/>
              <a:cs typeface="Arial" panose="020B0604020202020204" pitchFamily="34" charset="0"/>
            </a:endParaRPr>
          </a:p>
        </p:txBody>
      </p:sp>
      <p:sp>
        <p:nvSpPr>
          <p:cNvPr id="31" name="Rectangle 30"/>
          <p:cNvSpPr/>
          <p:nvPr/>
        </p:nvSpPr>
        <p:spPr>
          <a:xfrm>
            <a:off x="1728311" y="3493625"/>
            <a:ext cx="4889480" cy="830997"/>
          </a:xfrm>
          <a:prstGeom prst="rect">
            <a:avLst/>
          </a:prstGeom>
        </p:spPr>
        <p:txBody>
          <a:bodyPr wrap="none">
            <a:spAutoFit/>
          </a:bodyPr>
          <a:lstStyle/>
          <a:p>
            <a:pPr lvl="0"/>
            <a:r>
              <a:rPr lang="en-US" sz="2400" dirty="0" smtClean="0">
                <a:latin typeface="Corbel" panose="020B0503020204020204" pitchFamily="34" charset="0"/>
                <a:cs typeface="Arial" panose="020B0604020202020204" pitchFamily="34" charset="0"/>
              </a:rPr>
              <a:t>Modeling requirements of </a:t>
            </a:r>
          </a:p>
          <a:p>
            <a:pPr lvl="0"/>
            <a:r>
              <a:rPr lang="en-US" sz="2400" dirty="0" smtClean="0">
                <a:latin typeface="Corbel" panose="020B0503020204020204" pitchFamily="34" charset="0"/>
                <a:cs typeface="Arial" panose="020B0604020202020204" pitchFamily="34" charset="0"/>
              </a:rPr>
              <a:t>Unstructured Business Process (UBP)</a:t>
            </a:r>
            <a:endParaRPr lang="en-US" sz="2400" dirty="0">
              <a:latin typeface="Corbel" panose="020B0503020204020204" pitchFamily="34" charset="0"/>
              <a:cs typeface="Arial" panose="020B0604020202020204" pitchFamily="34" charset="0"/>
            </a:endParaRPr>
          </a:p>
        </p:txBody>
      </p:sp>
      <p:sp>
        <p:nvSpPr>
          <p:cNvPr id="43" name="Rectangle 42"/>
          <p:cNvSpPr/>
          <p:nvPr/>
        </p:nvSpPr>
        <p:spPr>
          <a:xfrm>
            <a:off x="1055488" y="3677113"/>
            <a:ext cx="344966" cy="369332"/>
          </a:xfrm>
          <a:prstGeom prst="rect">
            <a:avLst/>
          </a:prstGeom>
        </p:spPr>
        <p:txBody>
          <a:bodyPr wrap="none">
            <a:spAutoFit/>
          </a:bodyPr>
          <a:lstStyle/>
          <a:p>
            <a:r>
              <a:rPr lang="en-US" b="1" dirty="0" smtClean="0">
                <a:solidFill>
                  <a:schemeClr val="bg1"/>
                </a:solidFill>
              </a:rPr>
              <a:t>3</a:t>
            </a:r>
            <a:r>
              <a:rPr lang="en-US" sz="1500" b="1" dirty="0" smtClean="0">
                <a:solidFill>
                  <a:schemeClr val="bg1"/>
                </a:solidFill>
                <a:latin typeface="Arial Narrow" panose="020B0606020202030204" pitchFamily="34" charset="0"/>
              </a:rPr>
              <a:t>.</a:t>
            </a:r>
            <a:endParaRPr lang="en-US" sz="1500" b="1" dirty="0">
              <a:solidFill>
                <a:schemeClr val="bg1"/>
              </a:solidFill>
              <a:latin typeface="Arial Narrow" panose="020B0606020202030204" pitchFamily="34" charset="0"/>
            </a:endParaRPr>
          </a:p>
        </p:txBody>
      </p:sp>
      <p:pic>
        <p:nvPicPr>
          <p:cNvPr id="52" name="Picture 5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88046" y="6148828"/>
            <a:ext cx="1355136" cy="479239"/>
          </a:xfrm>
          <a:prstGeom prst="rect">
            <a:avLst/>
          </a:prstGeom>
        </p:spPr>
      </p:pic>
      <p:grpSp>
        <p:nvGrpSpPr>
          <p:cNvPr id="2" name="Group 1"/>
          <p:cNvGrpSpPr/>
          <p:nvPr/>
        </p:nvGrpSpPr>
        <p:grpSpPr>
          <a:xfrm>
            <a:off x="899719" y="1522078"/>
            <a:ext cx="643331" cy="643331"/>
            <a:chOff x="3578934" y="2151593"/>
            <a:chExt cx="857859" cy="857859"/>
          </a:xfrm>
        </p:grpSpPr>
        <p:sp>
          <p:nvSpPr>
            <p:cNvPr id="5" name="Oval 4">
              <a:hlinkClick r:id="" action="ppaction://noaction"/>
            </p:cNvPr>
            <p:cNvSpPr/>
            <p:nvPr/>
          </p:nvSpPr>
          <p:spPr>
            <a:xfrm>
              <a:off x="3578934" y="2151593"/>
              <a:ext cx="857859" cy="857859"/>
            </a:xfrm>
            <a:prstGeom prst="ellipse">
              <a:avLst/>
            </a:prstGeom>
            <a:solidFill>
              <a:schemeClr val="tx1"/>
            </a:solidFill>
            <a:ln w="187325">
              <a:solidFill>
                <a:srgbClr val="0079B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27" name="Rectangle 26"/>
            <p:cNvSpPr/>
            <p:nvPr/>
          </p:nvSpPr>
          <p:spPr>
            <a:xfrm>
              <a:off x="3864699" y="2380467"/>
              <a:ext cx="460000" cy="492491"/>
            </a:xfrm>
            <a:prstGeom prst="rect">
              <a:avLst/>
            </a:prstGeom>
          </p:spPr>
          <p:txBody>
            <a:bodyPr wrap="none">
              <a:spAutoFit/>
            </a:bodyPr>
            <a:lstStyle/>
            <a:p>
              <a:r>
                <a:rPr lang="en-US" b="1" dirty="0">
                  <a:solidFill>
                    <a:schemeClr val="bg1"/>
                  </a:solidFill>
                </a:rPr>
                <a:t>1</a:t>
              </a:r>
              <a:r>
                <a:rPr lang="en-US" sz="1500" dirty="0">
                  <a:solidFill>
                    <a:schemeClr val="bg1"/>
                  </a:solidFill>
                  <a:latin typeface="Arial Narrow" panose="020B0606020202030204" pitchFamily="34" charset="0"/>
                </a:rPr>
                <a:t>.</a:t>
              </a:r>
            </a:p>
          </p:txBody>
        </p:sp>
      </p:grpSp>
      <p:sp>
        <p:nvSpPr>
          <p:cNvPr id="35" name="Rectangle 34"/>
          <p:cNvSpPr/>
          <p:nvPr/>
        </p:nvSpPr>
        <p:spPr>
          <a:xfrm>
            <a:off x="1050086" y="4741600"/>
            <a:ext cx="344966" cy="369332"/>
          </a:xfrm>
          <a:prstGeom prst="rect">
            <a:avLst/>
          </a:prstGeom>
        </p:spPr>
        <p:txBody>
          <a:bodyPr wrap="none">
            <a:spAutoFit/>
          </a:bodyPr>
          <a:lstStyle/>
          <a:p>
            <a:r>
              <a:rPr lang="en-US" b="1" dirty="0">
                <a:solidFill>
                  <a:schemeClr val="bg1"/>
                </a:solidFill>
              </a:rPr>
              <a:t>4</a:t>
            </a:r>
            <a:r>
              <a:rPr lang="en-US" sz="1500" dirty="0" smtClean="0">
                <a:solidFill>
                  <a:schemeClr val="bg1"/>
                </a:solidFill>
                <a:latin typeface="Arial Narrow" panose="020B0606020202030204" pitchFamily="34" charset="0"/>
              </a:rPr>
              <a:t>.</a:t>
            </a:r>
            <a:endParaRPr lang="en-US" sz="1500" dirty="0">
              <a:solidFill>
                <a:schemeClr val="bg1"/>
              </a:solidFill>
              <a:latin typeface="Arial Narrow" panose="020B0606020202030204" pitchFamily="34" charset="0"/>
            </a:endParaRPr>
          </a:p>
        </p:txBody>
      </p:sp>
      <p:sp>
        <p:nvSpPr>
          <p:cNvPr id="37" name="Rectangle 36"/>
          <p:cNvSpPr/>
          <p:nvPr/>
        </p:nvSpPr>
        <p:spPr>
          <a:xfrm>
            <a:off x="1073886" y="2669553"/>
            <a:ext cx="344966" cy="369332"/>
          </a:xfrm>
          <a:prstGeom prst="rect">
            <a:avLst/>
          </a:prstGeom>
        </p:spPr>
        <p:txBody>
          <a:bodyPr wrap="none">
            <a:spAutoFit/>
          </a:bodyPr>
          <a:lstStyle/>
          <a:p>
            <a:r>
              <a:rPr lang="en-US" b="1" dirty="0">
                <a:solidFill>
                  <a:schemeClr val="bg1"/>
                </a:solidFill>
              </a:rPr>
              <a:t>2</a:t>
            </a:r>
            <a:r>
              <a:rPr lang="en-US" sz="1500" dirty="0" smtClean="0">
                <a:solidFill>
                  <a:schemeClr val="bg1"/>
                </a:solidFill>
                <a:latin typeface="Arial Narrow" panose="020B0606020202030204" pitchFamily="34" charset="0"/>
              </a:rPr>
              <a:t>.</a:t>
            </a:r>
            <a:endParaRPr lang="en-US" sz="1500" dirty="0">
              <a:solidFill>
                <a:schemeClr val="bg1"/>
              </a:solidFill>
              <a:latin typeface="Arial Narrow" panose="020B0606020202030204" pitchFamily="34" charset="0"/>
            </a:endParaRPr>
          </a:p>
        </p:txBody>
      </p:sp>
      <p:sp>
        <p:nvSpPr>
          <p:cNvPr id="19" name="Title 1"/>
          <p:cNvSpPr txBox="1">
            <a:spLocks/>
          </p:cNvSpPr>
          <p:nvPr/>
        </p:nvSpPr>
        <p:spPr>
          <a:xfrm>
            <a:off x="1" y="414726"/>
            <a:ext cx="3086099" cy="727365"/>
          </a:xfrm>
          <a:prstGeom prst="rect">
            <a:avLst/>
          </a:prstGeom>
          <a:solidFill>
            <a:schemeClr val="tx1"/>
          </a:solidFill>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00000"/>
              </a:lnSpc>
            </a:pPr>
            <a:r>
              <a:rPr lang="en-US" sz="4000" dirty="0" smtClean="0">
                <a:solidFill>
                  <a:schemeClr val="bg1"/>
                </a:solidFill>
                <a:latin typeface="Corbel" panose="020B0503020204020204" pitchFamily="34" charset="0"/>
              </a:rPr>
              <a:t>Agenda</a:t>
            </a:r>
            <a:endParaRPr lang="en-US" sz="3600" dirty="0">
              <a:solidFill>
                <a:schemeClr val="bg1"/>
              </a:solidFill>
              <a:latin typeface="Corbel" panose="020B0503020204020204" pitchFamily="34" charset="0"/>
            </a:endParaRPr>
          </a:p>
        </p:txBody>
      </p:sp>
      <p:pic>
        <p:nvPicPr>
          <p:cNvPr id="21" name="Picture 20" descr="bpmquando_thumb.jpg"/>
          <p:cNvPicPr>
            <a:picLocks noChangeAspect="1"/>
          </p:cNvPicPr>
          <p:nvPr/>
        </p:nvPicPr>
        <p:blipFill>
          <a:blip r:embed="rId3" cstate="print"/>
          <a:stretch>
            <a:fillRect/>
          </a:stretch>
        </p:blipFill>
        <p:spPr>
          <a:xfrm>
            <a:off x="6590713" y="2063049"/>
            <a:ext cx="5352469" cy="2983164"/>
          </a:xfrm>
          <a:prstGeom prst="rect">
            <a:avLst/>
          </a:prstGeom>
        </p:spPr>
      </p:pic>
      <p:sp>
        <p:nvSpPr>
          <p:cNvPr id="23" name="Rectangle 22"/>
          <p:cNvSpPr/>
          <p:nvPr/>
        </p:nvSpPr>
        <p:spPr>
          <a:xfrm>
            <a:off x="1728311" y="5760888"/>
            <a:ext cx="1704313" cy="461665"/>
          </a:xfrm>
          <a:prstGeom prst="rect">
            <a:avLst/>
          </a:prstGeom>
        </p:spPr>
        <p:txBody>
          <a:bodyPr wrap="none">
            <a:spAutoFit/>
          </a:bodyPr>
          <a:lstStyle/>
          <a:p>
            <a:pPr lvl="0"/>
            <a:r>
              <a:rPr lang="en-US" sz="2400" dirty="0" smtClean="0">
                <a:latin typeface="Corbel" panose="020B0503020204020204" pitchFamily="34" charset="0"/>
                <a:cs typeface="Arial" panose="020B0604020202020204" pitchFamily="34" charset="0"/>
              </a:rPr>
              <a:t>Conclusions</a:t>
            </a:r>
            <a:endParaRPr lang="en-US" sz="2400" dirty="0">
              <a:latin typeface="Corbel" panose="020B0503020204020204" pitchFamily="34" charset="0"/>
              <a:cs typeface="Arial" panose="020B0604020202020204" pitchFamily="34" charset="0"/>
            </a:endParaRPr>
          </a:p>
        </p:txBody>
      </p:sp>
      <p:sp>
        <p:nvSpPr>
          <p:cNvPr id="24" name="Rectangle 23"/>
          <p:cNvSpPr/>
          <p:nvPr/>
        </p:nvSpPr>
        <p:spPr>
          <a:xfrm>
            <a:off x="1050086" y="5860915"/>
            <a:ext cx="272832" cy="323165"/>
          </a:xfrm>
          <a:prstGeom prst="rect">
            <a:avLst/>
          </a:prstGeom>
        </p:spPr>
        <p:txBody>
          <a:bodyPr wrap="none">
            <a:spAutoFit/>
          </a:bodyPr>
          <a:lstStyle/>
          <a:p>
            <a:r>
              <a:rPr lang="en-US" sz="1500" dirty="0">
                <a:solidFill>
                  <a:schemeClr val="bg1"/>
                </a:solidFill>
                <a:latin typeface="Arial Narrow" panose="020B0606020202030204" pitchFamily="34" charset="0"/>
              </a:rPr>
              <a:t>5</a:t>
            </a:r>
          </a:p>
        </p:txBody>
      </p:sp>
      <p:sp>
        <p:nvSpPr>
          <p:cNvPr id="25" name="Oval 24">
            <a:hlinkClick r:id="" action="ppaction://noaction"/>
          </p:cNvPr>
          <p:cNvSpPr/>
          <p:nvPr/>
        </p:nvSpPr>
        <p:spPr>
          <a:xfrm>
            <a:off x="909801" y="5640777"/>
            <a:ext cx="643331" cy="643331"/>
          </a:xfrm>
          <a:prstGeom prst="ellipse">
            <a:avLst/>
          </a:prstGeom>
          <a:solidFill>
            <a:schemeClr val="tx1"/>
          </a:solidFill>
          <a:ln w="187325">
            <a:solidFill>
              <a:srgbClr val="21B24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3" name="TextBox 2"/>
          <p:cNvSpPr txBox="1"/>
          <p:nvPr/>
        </p:nvSpPr>
        <p:spPr>
          <a:xfrm>
            <a:off x="1078631" y="5789634"/>
            <a:ext cx="359394" cy="369332"/>
          </a:xfrm>
          <a:prstGeom prst="rect">
            <a:avLst/>
          </a:prstGeom>
          <a:noFill/>
        </p:spPr>
        <p:txBody>
          <a:bodyPr wrap="none" rtlCol="0">
            <a:spAutoFit/>
          </a:bodyPr>
          <a:lstStyle/>
          <a:p>
            <a:r>
              <a:rPr lang="en-US" b="1" dirty="0" smtClean="0">
                <a:solidFill>
                  <a:schemeClr val="bg1"/>
                </a:solidFill>
              </a:rPr>
              <a:t>5</a:t>
            </a:r>
            <a:r>
              <a:rPr lang="en-US" dirty="0" smtClean="0">
                <a:solidFill>
                  <a:schemeClr val="bg1"/>
                </a:solidFill>
              </a:rPr>
              <a:t>.</a:t>
            </a:r>
            <a:endParaRPr lang="en-US" dirty="0">
              <a:solidFill>
                <a:schemeClr val="bg1"/>
              </a:solidFill>
            </a:endParaRPr>
          </a:p>
        </p:txBody>
      </p:sp>
      <p:sp>
        <p:nvSpPr>
          <p:cNvPr id="4" name="Slide Number Placeholder 3"/>
          <p:cNvSpPr>
            <a:spLocks noGrp="1"/>
          </p:cNvSpPr>
          <p:nvPr>
            <p:ph type="sldNum" sz="quarter" idx="12"/>
          </p:nvPr>
        </p:nvSpPr>
        <p:spPr/>
        <p:txBody>
          <a:bodyPr/>
          <a:lstStyle/>
          <a:p>
            <a:fld id="{AD155357-0EC8-4929-AE33-1B32B4D567E3}" type="slidenum">
              <a:rPr lang="en-US" smtClean="0"/>
              <a:t>2</a:t>
            </a:fld>
            <a:endParaRPr lang="en-US"/>
          </a:p>
        </p:txBody>
      </p:sp>
    </p:spTree>
    <p:extLst>
      <p:ext uri="{BB962C8B-B14F-4D97-AF65-F5344CB8AC3E}">
        <p14:creationId xmlns:p14="http://schemas.microsoft.com/office/powerpoint/2010/main" val="3388280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0" presetClass="entr" presetSubtype="0" fill="hold" grpId="0" nodeType="withEffect">
                                  <p:stCondLst>
                                    <p:cond delay="200"/>
                                  </p:stCondLst>
                                  <p:childTnLst>
                                    <p:set>
                                      <p:cBhvr>
                                        <p:cTn id="8" dur="1" fill="hold">
                                          <p:stCondLst>
                                            <p:cond delay="0"/>
                                          </p:stCondLst>
                                        </p:cTn>
                                        <p:tgtEl>
                                          <p:spTgt spid="28"/>
                                        </p:tgtEl>
                                        <p:attrNameLst>
                                          <p:attrName>style.visibility</p:attrName>
                                        </p:attrNameLst>
                                      </p:cBhvr>
                                      <p:to>
                                        <p:strVal val="visible"/>
                                      </p:to>
                                    </p:set>
                                    <p:animEffect transition="in" filter="fade">
                                      <p:cBhvr>
                                        <p:cTn id="9" dur="500"/>
                                        <p:tgtEl>
                                          <p:spTgt spid="28"/>
                                        </p:tgtEl>
                                      </p:cBhvr>
                                    </p:animEffect>
                                  </p:childTnLst>
                                </p:cTn>
                              </p:par>
                              <p:par>
                                <p:cTn id="10" presetID="53" presetClass="entr" presetSubtype="16" fill="hold" grpId="0" nodeType="withEffect">
                                  <p:stCondLst>
                                    <p:cond delay="300"/>
                                  </p:stCondLst>
                                  <p:childTnLst>
                                    <p:set>
                                      <p:cBhvr>
                                        <p:cTn id="11" dur="1" fill="hold">
                                          <p:stCondLst>
                                            <p:cond delay="0"/>
                                          </p:stCondLst>
                                        </p:cTn>
                                        <p:tgtEl>
                                          <p:spTgt spid="12"/>
                                        </p:tgtEl>
                                        <p:attrNameLst>
                                          <p:attrName>style.visibility</p:attrName>
                                        </p:attrNameLst>
                                      </p:cBhvr>
                                      <p:to>
                                        <p:strVal val="visible"/>
                                      </p:to>
                                    </p:set>
                                    <p:anim calcmode="lin" valueType="num">
                                      <p:cBhvr>
                                        <p:cTn id="12" dur="500" fill="hold"/>
                                        <p:tgtEl>
                                          <p:spTgt spid="12"/>
                                        </p:tgtEl>
                                        <p:attrNameLst>
                                          <p:attrName>ppt_w</p:attrName>
                                        </p:attrNameLst>
                                      </p:cBhvr>
                                      <p:tavLst>
                                        <p:tav tm="0">
                                          <p:val>
                                            <p:fltVal val="0"/>
                                          </p:val>
                                        </p:tav>
                                        <p:tav tm="100000">
                                          <p:val>
                                            <p:strVal val="#ppt_w"/>
                                          </p:val>
                                        </p:tav>
                                      </p:tavLst>
                                    </p:anim>
                                    <p:anim calcmode="lin" valueType="num">
                                      <p:cBhvr>
                                        <p:cTn id="13" dur="500" fill="hold"/>
                                        <p:tgtEl>
                                          <p:spTgt spid="12"/>
                                        </p:tgtEl>
                                        <p:attrNameLst>
                                          <p:attrName>ppt_h</p:attrName>
                                        </p:attrNameLst>
                                      </p:cBhvr>
                                      <p:tavLst>
                                        <p:tav tm="0">
                                          <p:val>
                                            <p:fltVal val="0"/>
                                          </p:val>
                                        </p:tav>
                                        <p:tav tm="100000">
                                          <p:val>
                                            <p:strVal val="#ppt_h"/>
                                          </p:val>
                                        </p:tav>
                                      </p:tavLst>
                                    </p:anim>
                                    <p:animEffect transition="in" filter="fade">
                                      <p:cBhvr>
                                        <p:cTn id="14" dur="500"/>
                                        <p:tgtEl>
                                          <p:spTgt spid="12"/>
                                        </p:tgtEl>
                                      </p:cBhvr>
                                    </p:animEffect>
                                  </p:childTnLst>
                                </p:cTn>
                              </p:par>
                              <p:par>
                                <p:cTn id="15" presetID="10" presetClass="entr" presetSubtype="0" fill="hold" grpId="0" nodeType="withEffect">
                                  <p:stCondLst>
                                    <p:cond delay="50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500"/>
                                        <p:tgtEl>
                                          <p:spTgt spid="29"/>
                                        </p:tgtEl>
                                      </p:cBhvr>
                                    </p:animEffect>
                                  </p:childTnLst>
                                </p:cTn>
                              </p:par>
                              <p:par>
                                <p:cTn id="18" presetID="53" presetClass="entr" presetSubtype="16" fill="hold" grpId="0" nodeType="withEffect">
                                  <p:stCondLst>
                                    <p:cond delay="60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par>
                                <p:cTn id="23" presetID="10" presetClass="entr" presetSubtype="0" fill="hold" grpId="0" nodeType="withEffect">
                                  <p:stCondLst>
                                    <p:cond delay="800"/>
                                  </p:stCondLst>
                                  <p:childTnLst>
                                    <p:set>
                                      <p:cBhvr>
                                        <p:cTn id="24" dur="1" fill="hold">
                                          <p:stCondLst>
                                            <p:cond delay="0"/>
                                          </p:stCondLst>
                                        </p:cTn>
                                        <p:tgtEl>
                                          <p:spTgt spid="30"/>
                                        </p:tgtEl>
                                        <p:attrNameLst>
                                          <p:attrName>style.visibility</p:attrName>
                                        </p:attrNameLst>
                                      </p:cBhvr>
                                      <p:to>
                                        <p:strVal val="visible"/>
                                      </p:to>
                                    </p:set>
                                    <p:animEffect transition="in" filter="fade">
                                      <p:cBhvr>
                                        <p:cTn id="25" dur="500"/>
                                        <p:tgtEl>
                                          <p:spTgt spid="30"/>
                                        </p:tgtEl>
                                      </p:cBhvr>
                                    </p:animEffect>
                                  </p:childTnLst>
                                </p:cTn>
                              </p:par>
                              <p:par>
                                <p:cTn id="26" presetID="53" presetClass="entr" presetSubtype="16" fill="hold" grpId="0" nodeType="withEffect">
                                  <p:stCondLst>
                                    <p:cond delay="900"/>
                                  </p:stCondLst>
                                  <p:childTnLst>
                                    <p:set>
                                      <p:cBhvr>
                                        <p:cTn id="27" dur="1" fill="hold">
                                          <p:stCondLst>
                                            <p:cond delay="0"/>
                                          </p:stCondLst>
                                        </p:cTn>
                                        <p:tgtEl>
                                          <p:spTgt spid="16"/>
                                        </p:tgtEl>
                                        <p:attrNameLst>
                                          <p:attrName>style.visibility</p:attrName>
                                        </p:attrNameLst>
                                      </p:cBhvr>
                                      <p:to>
                                        <p:strVal val="visible"/>
                                      </p:to>
                                    </p:set>
                                    <p:anim calcmode="lin" valueType="num">
                                      <p:cBhvr>
                                        <p:cTn id="28" dur="500" fill="hold"/>
                                        <p:tgtEl>
                                          <p:spTgt spid="16"/>
                                        </p:tgtEl>
                                        <p:attrNameLst>
                                          <p:attrName>ppt_w</p:attrName>
                                        </p:attrNameLst>
                                      </p:cBhvr>
                                      <p:tavLst>
                                        <p:tav tm="0">
                                          <p:val>
                                            <p:fltVal val="0"/>
                                          </p:val>
                                        </p:tav>
                                        <p:tav tm="100000">
                                          <p:val>
                                            <p:strVal val="#ppt_w"/>
                                          </p:val>
                                        </p:tav>
                                      </p:tavLst>
                                    </p:anim>
                                    <p:anim calcmode="lin" valueType="num">
                                      <p:cBhvr>
                                        <p:cTn id="29" dur="500" fill="hold"/>
                                        <p:tgtEl>
                                          <p:spTgt spid="16"/>
                                        </p:tgtEl>
                                        <p:attrNameLst>
                                          <p:attrName>ppt_h</p:attrName>
                                        </p:attrNameLst>
                                      </p:cBhvr>
                                      <p:tavLst>
                                        <p:tav tm="0">
                                          <p:val>
                                            <p:fltVal val="0"/>
                                          </p:val>
                                        </p:tav>
                                        <p:tav tm="100000">
                                          <p:val>
                                            <p:strVal val="#ppt_h"/>
                                          </p:val>
                                        </p:tav>
                                      </p:tavLst>
                                    </p:anim>
                                    <p:animEffect transition="in" filter="fade">
                                      <p:cBhvr>
                                        <p:cTn id="30" dur="500"/>
                                        <p:tgtEl>
                                          <p:spTgt spid="16"/>
                                        </p:tgtEl>
                                      </p:cBhvr>
                                    </p:animEffect>
                                  </p:childTnLst>
                                </p:cTn>
                              </p:par>
                              <p:par>
                                <p:cTn id="31" presetID="10" presetClass="entr" presetSubtype="0" fill="hold" grpId="0" nodeType="withEffect">
                                  <p:stCondLst>
                                    <p:cond delay="1100"/>
                                  </p:stCondLst>
                                  <p:childTnLst>
                                    <p:set>
                                      <p:cBhvr>
                                        <p:cTn id="32" dur="1" fill="hold">
                                          <p:stCondLst>
                                            <p:cond delay="0"/>
                                          </p:stCondLst>
                                        </p:cTn>
                                        <p:tgtEl>
                                          <p:spTgt spid="43"/>
                                        </p:tgtEl>
                                        <p:attrNameLst>
                                          <p:attrName>style.visibility</p:attrName>
                                        </p:attrNameLst>
                                      </p:cBhvr>
                                      <p:to>
                                        <p:strVal val="visible"/>
                                      </p:to>
                                    </p:set>
                                    <p:animEffect transition="in" filter="fade">
                                      <p:cBhvr>
                                        <p:cTn id="33" dur="500"/>
                                        <p:tgtEl>
                                          <p:spTgt spid="43"/>
                                        </p:tgtEl>
                                      </p:cBhvr>
                                    </p:animEffect>
                                  </p:childTnLst>
                                </p:cTn>
                              </p:par>
                              <p:par>
                                <p:cTn id="34" presetID="10" presetClass="entr" presetSubtype="0" fill="hold" grpId="0" nodeType="withEffect">
                                  <p:stCondLst>
                                    <p:cond delay="1100"/>
                                  </p:stCondLst>
                                  <p:childTnLst>
                                    <p:set>
                                      <p:cBhvr>
                                        <p:cTn id="35" dur="1" fill="hold">
                                          <p:stCondLst>
                                            <p:cond delay="0"/>
                                          </p:stCondLst>
                                        </p:cTn>
                                        <p:tgtEl>
                                          <p:spTgt spid="31"/>
                                        </p:tgtEl>
                                        <p:attrNameLst>
                                          <p:attrName>style.visibility</p:attrName>
                                        </p:attrNameLst>
                                      </p:cBhvr>
                                      <p:to>
                                        <p:strVal val="visible"/>
                                      </p:to>
                                    </p:set>
                                    <p:animEffect transition="in" filter="fade">
                                      <p:cBhvr>
                                        <p:cTn id="36" dur="500"/>
                                        <p:tgtEl>
                                          <p:spTgt spid="31"/>
                                        </p:tgtEl>
                                      </p:cBhvr>
                                    </p:animEffect>
                                  </p:childTnLst>
                                </p:cTn>
                              </p:par>
                              <p:par>
                                <p:cTn id="37" presetID="10" presetClass="entr" presetSubtype="0" fill="hold" grpId="0" nodeType="withEffect">
                                  <p:stCondLst>
                                    <p:cond delay="500"/>
                                  </p:stCondLst>
                                  <p:childTnLst>
                                    <p:set>
                                      <p:cBhvr>
                                        <p:cTn id="38" dur="1" fill="hold">
                                          <p:stCondLst>
                                            <p:cond delay="0"/>
                                          </p:stCondLst>
                                        </p:cTn>
                                        <p:tgtEl>
                                          <p:spTgt spid="35"/>
                                        </p:tgtEl>
                                        <p:attrNameLst>
                                          <p:attrName>style.visibility</p:attrName>
                                        </p:attrNameLst>
                                      </p:cBhvr>
                                      <p:to>
                                        <p:strVal val="visible"/>
                                      </p:to>
                                    </p:set>
                                    <p:animEffect transition="in" filter="fade">
                                      <p:cBhvr>
                                        <p:cTn id="39" dur="500"/>
                                        <p:tgtEl>
                                          <p:spTgt spid="35"/>
                                        </p:tgtEl>
                                      </p:cBhvr>
                                    </p:animEffect>
                                  </p:childTnLst>
                                </p:cTn>
                              </p:par>
                              <p:par>
                                <p:cTn id="40" presetID="10" presetClass="entr" presetSubtype="0" fill="hold" grpId="0" nodeType="withEffect">
                                  <p:stCondLst>
                                    <p:cond delay="800"/>
                                  </p:stCondLst>
                                  <p:childTnLst>
                                    <p:set>
                                      <p:cBhvr>
                                        <p:cTn id="41" dur="1" fill="hold">
                                          <p:stCondLst>
                                            <p:cond delay="0"/>
                                          </p:stCondLst>
                                        </p:cTn>
                                        <p:tgtEl>
                                          <p:spTgt spid="37"/>
                                        </p:tgtEl>
                                        <p:attrNameLst>
                                          <p:attrName>style.visibility</p:attrName>
                                        </p:attrNameLst>
                                      </p:cBhvr>
                                      <p:to>
                                        <p:strVal val="visible"/>
                                      </p:to>
                                    </p:set>
                                    <p:animEffect transition="in" filter="fade">
                                      <p:cBhvr>
                                        <p:cTn id="42" dur="500"/>
                                        <p:tgtEl>
                                          <p:spTgt spid="37"/>
                                        </p:tgtEl>
                                      </p:cBhvr>
                                    </p:animEffect>
                                  </p:childTnLst>
                                </p:cTn>
                              </p:par>
                              <p:par>
                                <p:cTn id="43" presetID="10" presetClass="entr" presetSubtype="0" fill="hold" grpId="0" nodeType="withEffect">
                                  <p:stCondLst>
                                    <p:cond delay="50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500"/>
                                        <p:tgtEl>
                                          <p:spTgt spid="23"/>
                                        </p:tgtEl>
                                      </p:cBhvr>
                                    </p:animEffect>
                                  </p:childTnLst>
                                </p:cTn>
                              </p:par>
                              <p:par>
                                <p:cTn id="46" presetID="10" presetClass="entr" presetSubtype="0" fill="hold" grpId="0" nodeType="withEffect">
                                  <p:stCondLst>
                                    <p:cond delay="50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500"/>
                                        <p:tgtEl>
                                          <p:spTgt spid="24"/>
                                        </p:tgtEl>
                                      </p:cBhvr>
                                    </p:animEffect>
                                  </p:childTnLst>
                                </p:cTn>
                              </p:par>
                              <p:par>
                                <p:cTn id="49" presetID="53" presetClass="entr" presetSubtype="16" fill="hold" grpId="0" nodeType="withEffect">
                                  <p:stCondLst>
                                    <p:cond delay="600"/>
                                  </p:stCondLst>
                                  <p:childTnLst>
                                    <p:set>
                                      <p:cBhvr>
                                        <p:cTn id="50" dur="1" fill="hold">
                                          <p:stCondLst>
                                            <p:cond delay="0"/>
                                          </p:stCondLst>
                                        </p:cTn>
                                        <p:tgtEl>
                                          <p:spTgt spid="25"/>
                                        </p:tgtEl>
                                        <p:attrNameLst>
                                          <p:attrName>style.visibility</p:attrName>
                                        </p:attrNameLst>
                                      </p:cBhvr>
                                      <p:to>
                                        <p:strVal val="visible"/>
                                      </p:to>
                                    </p:set>
                                    <p:anim calcmode="lin" valueType="num">
                                      <p:cBhvr>
                                        <p:cTn id="51" dur="500" fill="hold"/>
                                        <p:tgtEl>
                                          <p:spTgt spid="25"/>
                                        </p:tgtEl>
                                        <p:attrNameLst>
                                          <p:attrName>ppt_w</p:attrName>
                                        </p:attrNameLst>
                                      </p:cBhvr>
                                      <p:tavLst>
                                        <p:tav tm="0">
                                          <p:val>
                                            <p:fltVal val="0"/>
                                          </p:val>
                                        </p:tav>
                                        <p:tav tm="100000">
                                          <p:val>
                                            <p:strVal val="#ppt_w"/>
                                          </p:val>
                                        </p:tav>
                                      </p:tavLst>
                                    </p:anim>
                                    <p:anim calcmode="lin" valueType="num">
                                      <p:cBhvr>
                                        <p:cTn id="52" dur="500" fill="hold"/>
                                        <p:tgtEl>
                                          <p:spTgt spid="25"/>
                                        </p:tgtEl>
                                        <p:attrNameLst>
                                          <p:attrName>ppt_h</p:attrName>
                                        </p:attrNameLst>
                                      </p:cBhvr>
                                      <p:tavLst>
                                        <p:tav tm="0">
                                          <p:val>
                                            <p:fltVal val="0"/>
                                          </p:val>
                                        </p:tav>
                                        <p:tav tm="100000">
                                          <p:val>
                                            <p:strVal val="#ppt_h"/>
                                          </p:val>
                                        </p:tav>
                                      </p:tavLst>
                                    </p:anim>
                                    <p:animEffect transition="in" filter="fade">
                                      <p:cBhvr>
                                        <p:cTn id="5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4" grpId="0" animBg="1"/>
      <p:bldP spid="12" grpId="0" animBg="1"/>
      <p:bldP spid="28" grpId="0"/>
      <p:bldP spid="29" grpId="0"/>
      <p:bldP spid="30" grpId="0"/>
      <p:bldP spid="31" grpId="0"/>
      <p:bldP spid="43" grpId="0"/>
      <p:bldP spid="35" grpId="0"/>
      <p:bldP spid="37" grpId="0"/>
      <p:bldP spid="23" grpId="0"/>
      <p:bldP spid="24" grpId="0"/>
      <p:bldP spid="2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982642">
            <a:off x="1187472" y="-3730477"/>
            <a:ext cx="7106002" cy="13651482"/>
          </a:xfrm>
          <a:prstGeom prst="rect">
            <a:avLst/>
          </a:prstGeom>
        </p:spPr>
      </p:pic>
      <p:sp>
        <p:nvSpPr>
          <p:cNvPr id="6" name="TextBox 5"/>
          <p:cNvSpPr txBox="1"/>
          <p:nvPr/>
        </p:nvSpPr>
        <p:spPr>
          <a:xfrm>
            <a:off x="1055248" y="3209529"/>
            <a:ext cx="9671430" cy="784702"/>
          </a:xfrm>
          <a:prstGeom prst="rect">
            <a:avLst/>
          </a:prstGeom>
          <a:noFill/>
        </p:spPr>
        <p:txBody>
          <a:bodyPr wrap="square" rtlCol="0">
            <a:spAutoFit/>
          </a:bodyPr>
          <a:lstStyle/>
          <a:p>
            <a:r>
              <a:rPr lang="en-US" sz="4499" b="1" dirty="0">
                <a:solidFill>
                  <a:schemeClr val="bg1"/>
                </a:solidFill>
                <a:latin typeface="Arial" panose="020B0604020202020204" pitchFamily="34" charset="0"/>
                <a:cs typeface="Arial" panose="020B0604020202020204" pitchFamily="34" charset="0"/>
              </a:rPr>
              <a:t> </a:t>
            </a:r>
            <a:r>
              <a:rPr lang="en-US" sz="3600" dirty="0" smtClean="0">
                <a:solidFill>
                  <a:schemeClr val="bg1"/>
                </a:solidFill>
                <a:latin typeface="Corbel" panose="020B0503020204020204" pitchFamily="34" charset="0"/>
                <a:cs typeface="Arial" panose="020B0604020202020204" pitchFamily="34" charset="0"/>
              </a:rPr>
              <a:t>Background and Motivation</a:t>
            </a:r>
            <a:endParaRPr lang="en-US" sz="4499" b="1" dirty="0">
              <a:solidFill>
                <a:schemeClr val="bg1"/>
              </a:solidFill>
              <a:latin typeface="Corbel" panose="020B0503020204020204" pitchFamily="34" charset="0"/>
              <a:cs typeface="Arial" panose="020B0604020202020204" pitchFamily="34" charset="0"/>
            </a:endParaRPr>
          </a:p>
        </p:txBody>
      </p:sp>
      <p:pic>
        <p:nvPicPr>
          <p:cNvPr id="18" name="Picture 17">
            <a:hlinkClick r:id="" action="ppaction://noaction"/>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8045" y="6148828"/>
            <a:ext cx="1355139" cy="479239"/>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77428" y="2385581"/>
            <a:ext cx="7190655" cy="2596093"/>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89306" y="2745599"/>
            <a:ext cx="7190655" cy="2596094"/>
          </a:xfrm>
          <a:prstGeom prst="rect">
            <a:avLst/>
          </a:prstGeom>
        </p:spPr>
      </p:pic>
      <p:sp>
        <p:nvSpPr>
          <p:cNvPr id="2" name="Oval 1"/>
          <p:cNvSpPr/>
          <p:nvPr/>
        </p:nvSpPr>
        <p:spPr>
          <a:xfrm>
            <a:off x="7751570" y="4766350"/>
            <a:ext cx="206122" cy="206122"/>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10" name="Oval 9"/>
          <p:cNvSpPr/>
          <p:nvPr/>
        </p:nvSpPr>
        <p:spPr>
          <a:xfrm>
            <a:off x="7676557" y="4851640"/>
            <a:ext cx="107579" cy="107579"/>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11" name="Oval 10"/>
          <p:cNvSpPr/>
          <p:nvPr/>
        </p:nvSpPr>
        <p:spPr>
          <a:xfrm>
            <a:off x="7954757" y="3782696"/>
            <a:ext cx="195573" cy="195573"/>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12" name="Oval 11"/>
          <p:cNvSpPr/>
          <p:nvPr/>
        </p:nvSpPr>
        <p:spPr>
          <a:xfrm>
            <a:off x="9089271" y="3620051"/>
            <a:ext cx="142045" cy="142045"/>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13" name="Oval 12"/>
          <p:cNvSpPr/>
          <p:nvPr/>
        </p:nvSpPr>
        <p:spPr>
          <a:xfrm>
            <a:off x="10172609" y="3735026"/>
            <a:ext cx="142045" cy="142045"/>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 </a:t>
            </a:r>
            <a:endParaRPr lang="nl-NL" sz="1350" dirty="0"/>
          </a:p>
        </p:txBody>
      </p:sp>
      <p:sp>
        <p:nvSpPr>
          <p:cNvPr id="14" name="Oval 13"/>
          <p:cNvSpPr/>
          <p:nvPr/>
        </p:nvSpPr>
        <p:spPr>
          <a:xfrm>
            <a:off x="9461289" y="4084715"/>
            <a:ext cx="142045" cy="142045"/>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 </a:t>
            </a:r>
            <a:endParaRPr lang="nl-NL" sz="1350" dirty="0"/>
          </a:p>
        </p:txBody>
      </p:sp>
      <p:sp>
        <p:nvSpPr>
          <p:cNvPr id="15" name="Oval 14"/>
          <p:cNvSpPr/>
          <p:nvPr/>
        </p:nvSpPr>
        <p:spPr>
          <a:xfrm>
            <a:off x="9558520" y="4709595"/>
            <a:ext cx="142045" cy="142045"/>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 </a:t>
            </a:r>
            <a:endParaRPr lang="nl-NL" sz="1350" dirty="0"/>
          </a:p>
        </p:txBody>
      </p:sp>
      <p:sp>
        <p:nvSpPr>
          <p:cNvPr id="16" name="Oval 15"/>
          <p:cNvSpPr/>
          <p:nvPr/>
        </p:nvSpPr>
        <p:spPr>
          <a:xfrm>
            <a:off x="10584633" y="3914069"/>
            <a:ext cx="142045" cy="142045"/>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 </a:t>
            </a:r>
            <a:endParaRPr lang="nl-NL" sz="1350" dirty="0"/>
          </a:p>
        </p:txBody>
      </p:sp>
      <p:sp>
        <p:nvSpPr>
          <p:cNvPr id="17" name="Oval 16"/>
          <p:cNvSpPr/>
          <p:nvPr/>
        </p:nvSpPr>
        <p:spPr>
          <a:xfrm>
            <a:off x="11356362" y="2515762"/>
            <a:ext cx="142045" cy="142045"/>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 </a:t>
            </a:r>
            <a:endParaRPr lang="nl-NL" sz="1350" dirty="0"/>
          </a:p>
        </p:txBody>
      </p:sp>
      <p:grpSp>
        <p:nvGrpSpPr>
          <p:cNvPr id="19" name="Group 18"/>
          <p:cNvGrpSpPr/>
          <p:nvPr/>
        </p:nvGrpSpPr>
        <p:grpSpPr>
          <a:xfrm>
            <a:off x="411917" y="3334938"/>
            <a:ext cx="643331" cy="643331"/>
            <a:chOff x="3578934" y="2151593"/>
            <a:chExt cx="857859" cy="857859"/>
          </a:xfrm>
        </p:grpSpPr>
        <p:sp>
          <p:nvSpPr>
            <p:cNvPr id="20" name="Oval 19">
              <a:hlinkClick r:id="rId6" action="ppaction://hlinksldjump"/>
            </p:cNvPr>
            <p:cNvSpPr/>
            <p:nvPr/>
          </p:nvSpPr>
          <p:spPr>
            <a:xfrm>
              <a:off x="3578934" y="2151593"/>
              <a:ext cx="857859" cy="857859"/>
            </a:xfrm>
            <a:prstGeom prst="ellipse">
              <a:avLst/>
            </a:prstGeom>
            <a:solidFill>
              <a:schemeClr val="tx1"/>
            </a:solidFill>
            <a:ln w="187325">
              <a:solidFill>
                <a:srgbClr val="0079B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21" name="Rectangle 20"/>
            <p:cNvSpPr/>
            <p:nvPr/>
          </p:nvSpPr>
          <p:spPr>
            <a:xfrm>
              <a:off x="3864699" y="2380467"/>
              <a:ext cx="421524" cy="430929"/>
            </a:xfrm>
            <a:prstGeom prst="rect">
              <a:avLst/>
            </a:prstGeom>
          </p:spPr>
          <p:txBody>
            <a:bodyPr wrap="none">
              <a:spAutoFit/>
            </a:bodyPr>
            <a:lstStyle/>
            <a:p>
              <a:r>
                <a:rPr lang="en-US" sz="1500" dirty="0">
                  <a:solidFill>
                    <a:schemeClr val="bg1"/>
                  </a:solidFill>
                  <a:latin typeface="Arial Narrow" panose="020B0606020202030204" pitchFamily="34" charset="0"/>
                </a:rPr>
                <a:t>1.</a:t>
              </a:r>
            </a:p>
          </p:txBody>
        </p:sp>
      </p:grpSp>
      <p:pic>
        <p:nvPicPr>
          <p:cNvPr id="22" name="Picture 21" descr="BIZZ.png"/>
          <p:cNvPicPr>
            <a:picLocks noChangeAspect="1"/>
          </p:cNvPicPr>
          <p:nvPr/>
        </p:nvPicPr>
        <p:blipFill>
          <a:blip r:embed="rId7" cstate="print"/>
          <a:stretch>
            <a:fillRect/>
          </a:stretch>
        </p:blipFill>
        <p:spPr>
          <a:xfrm>
            <a:off x="140678" y="6428896"/>
            <a:ext cx="1920516" cy="360040"/>
          </a:xfrm>
          <a:prstGeom prst="rect">
            <a:avLst/>
          </a:prstGeom>
        </p:spPr>
      </p:pic>
      <p:sp>
        <p:nvSpPr>
          <p:cNvPr id="3" name="Slide Number Placeholder 2"/>
          <p:cNvSpPr>
            <a:spLocks noGrp="1"/>
          </p:cNvSpPr>
          <p:nvPr>
            <p:ph type="sldNum" sz="quarter" idx="12"/>
          </p:nvPr>
        </p:nvSpPr>
        <p:spPr/>
        <p:txBody>
          <a:bodyPr/>
          <a:lstStyle/>
          <a:p>
            <a:fld id="{AD155357-0EC8-4929-AE33-1B32B4D567E3}" type="slidenum">
              <a:rPr lang="en-US" smtClean="0"/>
              <a:t>3</a:t>
            </a:fld>
            <a:endParaRPr lang="en-US"/>
          </a:p>
        </p:txBody>
      </p:sp>
    </p:spTree>
    <p:extLst>
      <p:ext uri="{BB962C8B-B14F-4D97-AF65-F5344CB8AC3E}">
        <p14:creationId xmlns:p14="http://schemas.microsoft.com/office/powerpoint/2010/main" val="1829134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childTnLst>
                                </p:cTn>
                              </p:par>
                              <p:par>
                                <p:cTn id="10" presetID="2" presetClass="entr" presetSubtype="12" accel="40000" decel="6000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0-#ppt_w/2"/>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par>
                                <p:cTn id="14" presetID="2" presetClass="entr" presetSubtype="4" accel="40000" decel="60000" fill="hold" grpId="0" nodeType="withEffect">
                                  <p:stCondLst>
                                    <p:cond delay="100"/>
                                  </p:stCondLst>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500" fill="hold"/>
                                        <p:tgtEl>
                                          <p:spTgt spid="10"/>
                                        </p:tgtEl>
                                        <p:attrNameLst>
                                          <p:attrName>ppt_x</p:attrName>
                                        </p:attrNameLst>
                                      </p:cBhvr>
                                      <p:tavLst>
                                        <p:tav tm="0">
                                          <p:val>
                                            <p:strVal val="#ppt_x"/>
                                          </p:val>
                                        </p:tav>
                                        <p:tav tm="100000">
                                          <p:val>
                                            <p:strVal val="#ppt_x"/>
                                          </p:val>
                                        </p:tav>
                                      </p:tavLst>
                                    </p:anim>
                                    <p:anim calcmode="lin" valueType="num">
                                      <p:cBhvr additive="base">
                                        <p:cTn id="17" dur="500" fill="hold"/>
                                        <p:tgtEl>
                                          <p:spTgt spid="10"/>
                                        </p:tgtEl>
                                        <p:attrNameLst>
                                          <p:attrName>ppt_y</p:attrName>
                                        </p:attrNameLst>
                                      </p:cBhvr>
                                      <p:tavLst>
                                        <p:tav tm="0">
                                          <p:val>
                                            <p:strVal val="1+#ppt_h/2"/>
                                          </p:val>
                                        </p:tav>
                                        <p:tav tm="100000">
                                          <p:val>
                                            <p:strVal val="#ppt_y"/>
                                          </p:val>
                                        </p:tav>
                                      </p:tavLst>
                                    </p:anim>
                                  </p:childTnLst>
                                </p:cTn>
                              </p:par>
                              <p:par>
                                <p:cTn id="18" presetID="2" presetClass="entr" presetSubtype="9" accel="40000" decel="60000" fill="hold" grpId="0" nodeType="withEffect">
                                  <p:stCondLst>
                                    <p:cond delay="200"/>
                                  </p:stCondLst>
                                  <p:childTnLst>
                                    <p:set>
                                      <p:cBhvr>
                                        <p:cTn id="19" dur="1" fill="hold">
                                          <p:stCondLst>
                                            <p:cond delay="0"/>
                                          </p:stCondLst>
                                        </p:cTn>
                                        <p:tgtEl>
                                          <p:spTgt spid="11"/>
                                        </p:tgtEl>
                                        <p:attrNameLst>
                                          <p:attrName>style.visibility</p:attrName>
                                        </p:attrNameLst>
                                      </p:cBhvr>
                                      <p:to>
                                        <p:strVal val="visible"/>
                                      </p:to>
                                    </p:set>
                                    <p:anim calcmode="lin" valueType="num">
                                      <p:cBhvr additive="base">
                                        <p:cTn id="20" dur="500" fill="hold"/>
                                        <p:tgtEl>
                                          <p:spTgt spid="11"/>
                                        </p:tgtEl>
                                        <p:attrNameLst>
                                          <p:attrName>ppt_x</p:attrName>
                                        </p:attrNameLst>
                                      </p:cBhvr>
                                      <p:tavLst>
                                        <p:tav tm="0">
                                          <p:val>
                                            <p:strVal val="0-#ppt_w/2"/>
                                          </p:val>
                                        </p:tav>
                                        <p:tav tm="100000">
                                          <p:val>
                                            <p:strVal val="#ppt_x"/>
                                          </p:val>
                                        </p:tav>
                                      </p:tavLst>
                                    </p:anim>
                                    <p:anim calcmode="lin" valueType="num">
                                      <p:cBhvr additive="base">
                                        <p:cTn id="21" dur="500" fill="hold"/>
                                        <p:tgtEl>
                                          <p:spTgt spid="11"/>
                                        </p:tgtEl>
                                        <p:attrNameLst>
                                          <p:attrName>ppt_y</p:attrName>
                                        </p:attrNameLst>
                                      </p:cBhvr>
                                      <p:tavLst>
                                        <p:tav tm="0">
                                          <p:val>
                                            <p:strVal val="0-#ppt_h/2"/>
                                          </p:val>
                                        </p:tav>
                                        <p:tav tm="100000">
                                          <p:val>
                                            <p:strVal val="#ppt_y"/>
                                          </p:val>
                                        </p:tav>
                                      </p:tavLst>
                                    </p:anim>
                                  </p:childTnLst>
                                </p:cTn>
                              </p:par>
                              <p:par>
                                <p:cTn id="22" presetID="2" presetClass="entr" presetSubtype="1" accel="40000" decel="60000" fill="hold" grpId="0" nodeType="withEffect">
                                  <p:stCondLst>
                                    <p:cond delay="300"/>
                                  </p:stCondLst>
                                  <p:childTnLst>
                                    <p:set>
                                      <p:cBhvr>
                                        <p:cTn id="23" dur="1" fill="hold">
                                          <p:stCondLst>
                                            <p:cond delay="0"/>
                                          </p:stCondLst>
                                        </p:cTn>
                                        <p:tgtEl>
                                          <p:spTgt spid="12"/>
                                        </p:tgtEl>
                                        <p:attrNameLst>
                                          <p:attrName>style.visibility</p:attrName>
                                        </p:attrNameLst>
                                      </p:cBhvr>
                                      <p:to>
                                        <p:strVal val="visible"/>
                                      </p:to>
                                    </p:set>
                                    <p:anim calcmode="lin" valueType="num">
                                      <p:cBhvr additive="base">
                                        <p:cTn id="24" dur="500" fill="hold"/>
                                        <p:tgtEl>
                                          <p:spTgt spid="12"/>
                                        </p:tgtEl>
                                        <p:attrNameLst>
                                          <p:attrName>ppt_x</p:attrName>
                                        </p:attrNameLst>
                                      </p:cBhvr>
                                      <p:tavLst>
                                        <p:tav tm="0">
                                          <p:val>
                                            <p:strVal val="#ppt_x"/>
                                          </p:val>
                                        </p:tav>
                                        <p:tav tm="100000">
                                          <p:val>
                                            <p:strVal val="#ppt_x"/>
                                          </p:val>
                                        </p:tav>
                                      </p:tavLst>
                                    </p:anim>
                                    <p:anim calcmode="lin" valueType="num">
                                      <p:cBhvr additive="base">
                                        <p:cTn id="25" dur="500" fill="hold"/>
                                        <p:tgtEl>
                                          <p:spTgt spid="12"/>
                                        </p:tgtEl>
                                        <p:attrNameLst>
                                          <p:attrName>ppt_y</p:attrName>
                                        </p:attrNameLst>
                                      </p:cBhvr>
                                      <p:tavLst>
                                        <p:tav tm="0">
                                          <p:val>
                                            <p:strVal val="0-#ppt_h/2"/>
                                          </p:val>
                                        </p:tav>
                                        <p:tav tm="100000">
                                          <p:val>
                                            <p:strVal val="#ppt_y"/>
                                          </p:val>
                                        </p:tav>
                                      </p:tavLst>
                                    </p:anim>
                                  </p:childTnLst>
                                </p:cTn>
                              </p:par>
                              <p:par>
                                <p:cTn id="26" presetID="2" presetClass="entr" presetSubtype="3" accel="40000" decel="60000" fill="hold" grpId="0" nodeType="withEffect">
                                  <p:stCondLst>
                                    <p:cond delay="400"/>
                                  </p:stCondLst>
                                  <p:childTnLst>
                                    <p:set>
                                      <p:cBhvr>
                                        <p:cTn id="27" dur="1" fill="hold">
                                          <p:stCondLst>
                                            <p:cond delay="0"/>
                                          </p:stCondLst>
                                        </p:cTn>
                                        <p:tgtEl>
                                          <p:spTgt spid="13"/>
                                        </p:tgtEl>
                                        <p:attrNameLst>
                                          <p:attrName>style.visibility</p:attrName>
                                        </p:attrNameLst>
                                      </p:cBhvr>
                                      <p:to>
                                        <p:strVal val="visible"/>
                                      </p:to>
                                    </p:set>
                                    <p:anim calcmode="lin" valueType="num">
                                      <p:cBhvr additive="base">
                                        <p:cTn id="28" dur="500" fill="hold"/>
                                        <p:tgtEl>
                                          <p:spTgt spid="13"/>
                                        </p:tgtEl>
                                        <p:attrNameLst>
                                          <p:attrName>ppt_x</p:attrName>
                                        </p:attrNameLst>
                                      </p:cBhvr>
                                      <p:tavLst>
                                        <p:tav tm="0">
                                          <p:val>
                                            <p:strVal val="1+#ppt_w/2"/>
                                          </p:val>
                                        </p:tav>
                                        <p:tav tm="100000">
                                          <p:val>
                                            <p:strVal val="#ppt_x"/>
                                          </p:val>
                                        </p:tav>
                                      </p:tavLst>
                                    </p:anim>
                                    <p:anim calcmode="lin" valueType="num">
                                      <p:cBhvr additive="base">
                                        <p:cTn id="29" dur="500" fill="hold"/>
                                        <p:tgtEl>
                                          <p:spTgt spid="13"/>
                                        </p:tgtEl>
                                        <p:attrNameLst>
                                          <p:attrName>ppt_y</p:attrName>
                                        </p:attrNameLst>
                                      </p:cBhvr>
                                      <p:tavLst>
                                        <p:tav tm="0">
                                          <p:val>
                                            <p:strVal val="0-#ppt_h/2"/>
                                          </p:val>
                                        </p:tav>
                                        <p:tav tm="100000">
                                          <p:val>
                                            <p:strVal val="#ppt_y"/>
                                          </p:val>
                                        </p:tav>
                                      </p:tavLst>
                                    </p:anim>
                                  </p:childTnLst>
                                </p:cTn>
                              </p:par>
                              <p:par>
                                <p:cTn id="30" presetID="2" presetClass="entr" presetSubtype="6" accel="40000" decel="60000" fill="hold" grpId="0" nodeType="withEffect">
                                  <p:stCondLst>
                                    <p:cond delay="500"/>
                                  </p:stCondLst>
                                  <p:childTnLst>
                                    <p:set>
                                      <p:cBhvr>
                                        <p:cTn id="31" dur="1" fill="hold">
                                          <p:stCondLst>
                                            <p:cond delay="0"/>
                                          </p:stCondLst>
                                        </p:cTn>
                                        <p:tgtEl>
                                          <p:spTgt spid="14"/>
                                        </p:tgtEl>
                                        <p:attrNameLst>
                                          <p:attrName>style.visibility</p:attrName>
                                        </p:attrNameLst>
                                      </p:cBhvr>
                                      <p:to>
                                        <p:strVal val="visible"/>
                                      </p:to>
                                    </p:set>
                                    <p:anim calcmode="lin" valueType="num">
                                      <p:cBhvr additive="base">
                                        <p:cTn id="32" dur="500" fill="hold"/>
                                        <p:tgtEl>
                                          <p:spTgt spid="14"/>
                                        </p:tgtEl>
                                        <p:attrNameLst>
                                          <p:attrName>ppt_x</p:attrName>
                                        </p:attrNameLst>
                                      </p:cBhvr>
                                      <p:tavLst>
                                        <p:tav tm="0">
                                          <p:val>
                                            <p:strVal val="1+#ppt_w/2"/>
                                          </p:val>
                                        </p:tav>
                                        <p:tav tm="100000">
                                          <p:val>
                                            <p:strVal val="#ppt_x"/>
                                          </p:val>
                                        </p:tav>
                                      </p:tavLst>
                                    </p:anim>
                                    <p:anim calcmode="lin" valueType="num">
                                      <p:cBhvr additive="base">
                                        <p:cTn id="33" dur="500" fill="hold"/>
                                        <p:tgtEl>
                                          <p:spTgt spid="14"/>
                                        </p:tgtEl>
                                        <p:attrNameLst>
                                          <p:attrName>ppt_y</p:attrName>
                                        </p:attrNameLst>
                                      </p:cBhvr>
                                      <p:tavLst>
                                        <p:tav tm="0">
                                          <p:val>
                                            <p:strVal val="1+#ppt_h/2"/>
                                          </p:val>
                                        </p:tav>
                                        <p:tav tm="100000">
                                          <p:val>
                                            <p:strVal val="#ppt_y"/>
                                          </p:val>
                                        </p:tav>
                                      </p:tavLst>
                                    </p:anim>
                                  </p:childTnLst>
                                </p:cTn>
                              </p:par>
                              <p:par>
                                <p:cTn id="34" presetID="2" presetClass="entr" presetSubtype="12" accel="40000" decel="60000" fill="hold" grpId="0" nodeType="withEffect">
                                  <p:stCondLst>
                                    <p:cond delay="600"/>
                                  </p:stCondLst>
                                  <p:childTnLst>
                                    <p:set>
                                      <p:cBhvr>
                                        <p:cTn id="35" dur="1" fill="hold">
                                          <p:stCondLst>
                                            <p:cond delay="0"/>
                                          </p:stCondLst>
                                        </p:cTn>
                                        <p:tgtEl>
                                          <p:spTgt spid="15"/>
                                        </p:tgtEl>
                                        <p:attrNameLst>
                                          <p:attrName>style.visibility</p:attrName>
                                        </p:attrNameLst>
                                      </p:cBhvr>
                                      <p:to>
                                        <p:strVal val="visible"/>
                                      </p:to>
                                    </p:set>
                                    <p:anim calcmode="lin" valueType="num">
                                      <p:cBhvr additive="base">
                                        <p:cTn id="36" dur="500" fill="hold"/>
                                        <p:tgtEl>
                                          <p:spTgt spid="15"/>
                                        </p:tgtEl>
                                        <p:attrNameLst>
                                          <p:attrName>ppt_x</p:attrName>
                                        </p:attrNameLst>
                                      </p:cBhvr>
                                      <p:tavLst>
                                        <p:tav tm="0">
                                          <p:val>
                                            <p:strVal val="0-#ppt_w/2"/>
                                          </p:val>
                                        </p:tav>
                                        <p:tav tm="100000">
                                          <p:val>
                                            <p:strVal val="#ppt_x"/>
                                          </p:val>
                                        </p:tav>
                                      </p:tavLst>
                                    </p:anim>
                                    <p:anim calcmode="lin" valueType="num">
                                      <p:cBhvr additive="base">
                                        <p:cTn id="37" dur="500" fill="hold"/>
                                        <p:tgtEl>
                                          <p:spTgt spid="15"/>
                                        </p:tgtEl>
                                        <p:attrNameLst>
                                          <p:attrName>ppt_y</p:attrName>
                                        </p:attrNameLst>
                                      </p:cBhvr>
                                      <p:tavLst>
                                        <p:tav tm="0">
                                          <p:val>
                                            <p:strVal val="1+#ppt_h/2"/>
                                          </p:val>
                                        </p:tav>
                                        <p:tav tm="100000">
                                          <p:val>
                                            <p:strVal val="#ppt_y"/>
                                          </p:val>
                                        </p:tav>
                                      </p:tavLst>
                                    </p:anim>
                                  </p:childTnLst>
                                </p:cTn>
                              </p:par>
                              <p:par>
                                <p:cTn id="38" presetID="2" presetClass="entr" presetSubtype="2" accel="40000" decel="60000" fill="hold" grpId="0" nodeType="withEffect">
                                  <p:stCondLst>
                                    <p:cond delay="700"/>
                                  </p:stCondLst>
                                  <p:childTnLst>
                                    <p:set>
                                      <p:cBhvr>
                                        <p:cTn id="39" dur="1" fill="hold">
                                          <p:stCondLst>
                                            <p:cond delay="0"/>
                                          </p:stCondLst>
                                        </p:cTn>
                                        <p:tgtEl>
                                          <p:spTgt spid="16"/>
                                        </p:tgtEl>
                                        <p:attrNameLst>
                                          <p:attrName>style.visibility</p:attrName>
                                        </p:attrNameLst>
                                      </p:cBhvr>
                                      <p:to>
                                        <p:strVal val="visible"/>
                                      </p:to>
                                    </p:set>
                                    <p:anim calcmode="lin" valueType="num">
                                      <p:cBhvr additive="base">
                                        <p:cTn id="40" dur="500" fill="hold"/>
                                        <p:tgtEl>
                                          <p:spTgt spid="16"/>
                                        </p:tgtEl>
                                        <p:attrNameLst>
                                          <p:attrName>ppt_x</p:attrName>
                                        </p:attrNameLst>
                                      </p:cBhvr>
                                      <p:tavLst>
                                        <p:tav tm="0">
                                          <p:val>
                                            <p:strVal val="1+#ppt_w/2"/>
                                          </p:val>
                                        </p:tav>
                                        <p:tav tm="100000">
                                          <p:val>
                                            <p:strVal val="#ppt_x"/>
                                          </p:val>
                                        </p:tav>
                                      </p:tavLst>
                                    </p:anim>
                                    <p:anim calcmode="lin" valueType="num">
                                      <p:cBhvr additive="base">
                                        <p:cTn id="41" dur="500" fill="hold"/>
                                        <p:tgtEl>
                                          <p:spTgt spid="16"/>
                                        </p:tgtEl>
                                        <p:attrNameLst>
                                          <p:attrName>ppt_y</p:attrName>
                                        </p:attrNameLst>
                                      </p:cBhvr>
                                      <p:tavLst>
                                        <p:tav tm="0">
                                          <p:val>
                                            <p:strVal val="#ppt_y"/>
                                          </p:val>
                                        </p:tav>
                                        <p:tav tm="100000">
                                          <p:val>
                                            <p:strVal val="#ppt_y"/>
                                          </p:val>
                                        </p:tav>
                                      </p:tavLst>
                                    </p:anim>
                                  </p:childTnLst>
                                </p:cTn>
                              </p:par>
                              <p:par>
                                <p:cTn id="42" presetID="2" presetClass="entr" presetSubtype="2" accel="40000" decel="60000" fill="hold" grpId="0" nodeType="withEffect">
                                  <p:stCondLst>
                                    <p:cond delay="800"/>
                                  </p:stCondLst>
                                  <p:childTnLst>
                                    <p:set>
                                      <p:cBhvr>
                                        <p:cTn id="43" dur="1" fill="hold">
                                          <p:stCondLst>
                                            <p:cond delay="0"/>
                                          </p:stCondLst>
                                        </p:cTn>
                                        <p:tgtEl>
                                          <p:spTgt spid="17"/>
                                        </p:tgtEl>
                                        <p:attrNameLst>
                                          <p:attrName>style.visibility</p:attrName>
                                        </p:attrNameLst>
                                      </p:cBhvr>
                                      <p:to>
                                        <p:strVal val="visible"/>
                                      </p:to>
                                    </p:set>
                                    <p:anim calcmode="lin" valueType="num">
                                      <p:cBhvr additive="base">
                                        <p:cTn id="44" dur="500" fill="hold"/>
                                        <p:tgtEl>
                                          <p:spTgt spid="17"/>
                                        </p:tgtEl>
                                        <p:attrNameLst>
                                          <p:attrName>ppt_x</p:attrName>
                                        </p:attrNameLst>
                                      </p:cBhvr>
                                      <p:tavLst>
                                        <p:tav tm="0">
                                          <p:val>
                                            <p:strVal val="1+#ppt_w/2"/>
                                          </p:val>
                                        </p:tav>
                                        <p:tav tm="100000">
                                          <p:val>
                                            <p:strVal val="#ppt_x"/>
                                          </p:val>
                                        </p:tav>
                                      </p:tavLst>
                                    </p:anim>
                                    <p:anim calcmode="lin" valueType="num">
                                      <p:cBhvr additive="base">
                                        <p:cTn id="45" dur="500" fill="hold"/>
                                        <p:tgtEl>
                                          <p:spTgt spid="17"/>
                                        </p:tgtEl>
                                        <p:attrNameLst>
                                          <p:attrName>ppt_y</p:attrName>
                                        </p:attrNameLst>
                                      </p:cBhvr>
                                      <p:tavLst>
                                        <p:tav tm="0">
                                          <p:val>
                                            <p:strVal val="#ppt_y"/>
                                          </p:val>
                                        </p:tav>
                                        <p:tav tm="100000">
                                          <p:val>
                                            <p:strVal val="#ppt_y"/>
                                          </p:val>
                                        </p:tav>
                                      </p:tavLst>
                                    </p:anim>
                                  </p:childTnLst>
                                </p:cTn>
                              </p:par>
                              <p:par>
                                <p:cTn id="46" presetID="6" presetClass="entr" presetSubtype="32" fill="hold" nodeType="withEffect">
                                  <p:stCondLst>
                                    <p:cond delay="200"/>
                                  </p:stCondLst>
                                  <p:childTnLst>
                                    <p:set>
                                      <p:cBhvr>
                                        <p:cTn id="47" dur="1" fill="hold">
                                          <p:stCondLst>
                                            <p:cond delay="0"/>
                                          </p:stCondLst>
                                        </p:cTn>
                                        <p:tgtEl>
                                          <p:spTgt spid="9"/>
                                        </p:tgtEl>
                                        <p:attrNameLst>
                                          <p:attrName>style.visibility</p:attrName>
                                        </p:attrNameLst>
                                      </p:cBhvr>
                                      <p:to>
                                        <p:strVal val="visible"/>
                                      </p:to>
                                    </p:set>
                                    <p:animEffect transition="in" filter="circle(out)">
                                      <p:cBhvr>
                                        <p:cTn id="48" dur="1000"/>
                                        <p:tgtEl>
                                          <p:spTgt spid="9"/>
                                        </p:tgtEl>
                                      </p:cBhvr>
                                    </p:animEffect>
                                  </p:childTnLst>
                                </p:cTn>
                              </p:par>
                              <p:par>
                                <p:cTn id="49" presetID="50" presetClass="entr" presetSubtype="0" decel="100000" fill="hold" nodeType="withEffect">
                                  <p:stCondLst>
                                    <p:cond delay="200"/>
                                  </p:stCondLst>
                                  <p:childTnLst>
                                    <p:set>
                                      <p:cBhvr>
                                        <p:cTn id="50" dur="1" fill="hold">
                                          <p:stCondLst>
                                            <p:cond delay="0"/>
                                          </p:stCondLst>
                                        </p:cTn>
                                        <p:tgtEl>
                                          <p:spTgt spid="8"/>
                                        </p:tgtEl>
                                        <p:attrNameLst>
                                          <p:attrName>style.visibility</p:attrName>
                                        </p:attrNameLst>
                                      </p:cBhvr>
                                      <p:to>
                                        <p:strVal val="visible"/>
                                      </p:to>
                                    </p:set>
                                    <p:anim calcmode="lin" valueType="num">
                                      <p:cBhvr>
                                        <p:cTn id="51" dur="1000" fill="hold"/>
                                        <p:tgtEl>
                                          <p:spTgt spid="8"/>
                                        </p:tgtEl>
                                        <p:attrNameLst>
                                          <p:attrName>ppt_w</p:attrName>
                                        </p:attrNameLst>
                                      </p:cBhvr>
                                      <p:tavLst>
                                        <p:tav tm="0">
                                          <p:val>
                                            <p:strVal val="#ppt_w+.3"/>
                                          </p:val>
                                        </p:tav>
                                        <p:tav tm="100000">
                                          <p:val>
                                            <p:strVal val="#ppt_w"/>
                                          </p:val>
                                        </p:tav>
                                      </p:tavLst>
                                    </p:anim>
                                    <p:anim calcmode="lin" valueType="num">
                                      <p:cBhvr>
                                        <p:cTn id="52" dur="1000" fill="hold"/>
                                        <p:tgtEl>
                                          <p:spTgt spid="8"/>
                                        </p:tgtEl>
                                        <p:attrNameLst>
                                          <p:attrName>ppt_h</p:attrName>
                                        </p:attrNameLst>
                                      </p:cBhvr>
                                      <p:tavLst>
                                        <p:tav tm="0">
                                          <p:val>
                                            <p:strVal val="#ppt_h"/>
                                          </p:val>
                                        </p:tav>
                                        <p:tav tm="100000">
                                          <p:val>
                                            <p:strVal val="#ppt_h"/>
                                          </p:val>
                                        </p:tav>
                                      </p:tavLst>
                                    </p:anim>
                                    <p:animEffect transition="in" filter="fade">
                                      <p:cBhvr>
                                        <p:cTn id="53"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F76E7A1-57C4-4313-9AA8-07B3209B95C7}" type="slidenum">
              <a:rPr lang="en-GB" smtClean="0"/>
              <a:pPr/>
              <a:t>4</a:t>
            </a:fld>
            <a:endParaRPr lang="en-GB" dirty="0"/>
          </a:p>
        </p:txBody>
      </p:sp>
      <p:sp>
        <p:nvSpPr>
          <p:cNvPr id="5" name="Rectangle 4"/>
          <p:cNvSpPr/>
          <p:nvPr/>
        </p:nvSpPr>
        <p:spPr>
          <a:xfrm>
            <a:off x="2154858" y="2412933"/>
            <a:ext cx="8925842" cy="1200329"/>
          </a:xfrm>
          <a:prstGeom prst="rect">
            <a:avLst/>
          </a:prstGeom>
        </p:spPr>
        <p:txBody>
          <a:bodyPr wrap="square">
            <a:spAutoFit/>
          </a:bodyPr>
          <a:lstStyle/>
          <a:p>
            <a:r>
              <a:rPr lang="en-US" sz="3600" dirty="0">
                <a:latin typeface="Corbel" panose="020B0503020204020204" pitchFamily="34" charset="0"/>
              </a:rPr>
              <a:t>Understanding Modeling Requirements of Unstructured Business Processes</a:t>
            </a:r>
          </a:p>
        </p:txBody>
      </p:sp>
      <p:sp>
        <p:nvSpPr>
          <p:cNvPr id="6" name="Rounded Rectangular Callout 5"/>
          <p:cNvSpPr/>
          <p:nvPr/>
        </p:nvSpPr>
        <p:spPr>
          <a:xfrm>
            <a:off x="3440175" y="4041245"/>
            <a:ext cx="5688632" cy="1440160"/>
          </a:xfrm>
          <a:prstGeom prst="wedgeRoundRectCallout">
            <a:avLst>
              <a:gd name="adj1" fmla="val 26048"/>
              <a:gd name="adj2" fmla="val -79812"/>
              <a:gd name="adj3" fmla="val 16667"/>
            </a:avLst>
          </a:prstGeom>
          <a:solidFill>
            <a:schemeClr val="accent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latin typeface="Corbel" panose="020B0503020204020204" pitchFamily="34" charset="0"/>
              </a:rPr>
              <a:t>Collection of activities that take one or more input and create output that is of value to customer/business</a:t>
            </a:r>
          </a:p>
        </p:txBody>
      </p:sp>
      <p:cxnSp>
        <p:nvCxnSpPr>
          <p:cNvPr id="7" name="Straight Connector 6"/>
          <p:cNvCxnSpPr/>
          <p:nvPr/>
        </p:nvCxnSpPr>
        <p:spPr>
          <a:xfrm flipV="1">
            <a:off x="6490370" y="3508613"/>
            <a:ext cx="2016224" cy="10274"/>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2311400" y="3518887"/>
            <a:ext cx="417897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1" name="Rounded Rectangular Callout 10"/>
          <p:cNvSpPr/>
          <p:nvPr/>
        </p:nvSpPr>
        <p:spPr>
          <a:xfrm>
            <a:off x="1126034" y="4041245"/>
            <a:ext cx="5004048" cy="1440160"/>
          </a:xfrm>
          <a:prstGeom prst="wedgeRoundRectCallout">
            <a:avLst>
              <a:gd name="adj1" fmla="val 6633"/>
              <a:gd name="adj2" fmla="val -78225"/>
              <a:gd name="adj3" fmla="val 16667"/>
            </a:avLst>
          </a:prstGeom>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latin typeface="Corbel" panose="020B0503020204020204" pitchFamily="34" charset="0"/>
              </a:rPr>
              <a:t>But, the exact course of activities are undefined and unpredictable</a:t>
            </a:r>
          </a:p>
        </p:txBody>
      </p:sp>
      <p:sp>
        <p:nvSpPr>
          <p:cNvPr id="10" name="Rounded Rectangular Callout 9"/>
          <p:cNvSpPr/>
          <p:nvPr/>
        </p:nvSpPr>
        <p:spPr>
          <a:xfrm>
            <a:off x="4978152" y="707183"/>
            <a:ext cx="5004048" cy="1440160"/>
          </a:xfrm>
          <a:prstGeom prst="wedgeRoundRectCallout">
            <a:avLst>
              <a:gd name="adj1" fmla="val -27375"/>
              <a:gd name="adj2" fmla="val 69043"/>
              <a:gd name="adj3" fmla="val 16667"/>
            </a:avLst>
          </a:prstGeom>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smtClean="0">
                <a:latin typeface="Corbel" panose="020B0503020204020204" pitchFamily="34" charset="0"/>
              </a:rPr>
              <a:t>Modelling unstructured process in a flexible manner</a:t>
            </a:r>
            <a:endParaRPr lang="en-GB" sz="2400" dirty="0">
              <a:latin typeface="Corbel" panose="020B0503020204020204" pitchFamily="34" charset="0"/>
            </a:endParaRPr>
          </a:p>
        </p:txBody>
      </p:sp>
      <p:cxnSp>
        <p:nvCxnSpPr>
          <p:cNvPr id="12" name="Straight Connector 11"/>
          <p:cNvCxnSpPr/>
          <p:nvPr/>
        </p:nvCxnSpPr>
        <p:spPr>
          <a:xfrm>
            <a:off x="5153794" y="3013097"/>
            <a:ext cx="4485506"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5146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lide(fromBottom)">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slide(fromBottom)">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slide(fromBottom)">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slide(fromBottom)">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slide(fromBottom)">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P spid="1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p:cNvSpPr txBox="1"/>
          <p:nvPr/>
        </p:nvSpPr>
        <p:spPr>
          <a:xfrm>
            <a:off x="10241466" y="6581873"/>
            <a:ext cx="1950534" cy="307777"/>
          </a:xfrm>
          <a:prstGeom prst="rect">
            <a:avLst/>
          </a:prstGeom>
          <a:noFill/>
        </p:spPr>
        <p:txBody>
          <a:bodyPr wrap="none" rtlCol="0">
            <a:spAutoFit/>
          </a:bodyPr>
          <a:lstStyle/>
          <a:p>
            <a:r>
              <a:rPr lang="en-GB" sz="1400" dirty="0"/>
              <a:t>Source:  (</a:t>
            </a:r>
            <a:r>
              <a:rPr lang="en-GB" sz="1400" dirty="0" err="1"/>
              <a:t>Kemsley</a:t>
            </a:r>
            <a:r>
              <a:rPr lang="en-GB" sz="1400" dirty="0"/>
              <a:t>, 2011)</a:t>
            </a:r>
          </a:p>
        </p:txBody>
      </p:sp>
      <p:sp>
        <p:nvSpPr>
          <p:cNvPr id="24" name="Title 1"/>
          <p:cNvSpPr txBox="1">
            <a:spLocks/>
          </p:cNvSpPr>
          <p:nvPr/>
        </p:nvSpPr>
        <p:spPr>
          <a:xfrm>
            <a:off x="-1" y="478226"/>
            <a:ext cx="5981701" cy="727365"/>
          </a:xfrm>
          <a:prstGeom prst="rect">
            <a:avLst/>
          </a:prstGeom>
          <a:solidFill>
            <a:schemeClr val="tx1"/>
          </a:solid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00000"/>
              </a:lnSpc>
            </a:pPr>
            <a:r>
              <a:rPr lang="en-GB" sz="3900" dirty="0">
                <a:solidFill>
                  <a:schemeClr val="bg1"/>
                </a:solidFill>
                <a:latin typeface="Corbel" panose="020B0503020204020204" pitchFamily="34" charset="0"/>
              </a:rPr>
              <a:t>Business Process Spectrum</a:t>
            </a:r>
            <a:endParaRPr lang="en-US" sz="3900" dirty="0">
              <a:solidFill>
                <a:schemeClr val="bg1"/>
              </a:solidFill>
              <a:latin typeface="Corbel" panose="020B0503020204020204" pitchFamily="34" charset="0"/>
            </a:endParaRPr>
          </a:p>
        </p:txBody>
      </p:sp>
      <p:grpSp>
        <p:nvGrpSpPr>
          <p:cNvPr id="25" name="Group 24"/>
          <p:cNvGrpSpPr/>
          <p:nvPr/>
        </p:nvGrpSpPr>
        <p:grpSpPr>
          <a:xfrm>
            <a:off x="3766468" y="2105968"/>
            <a:ext cx="3744416" cy="3672408"/>
            <a:chOff x="3707904" y="1916832"/>
            <a:chExt cx="3744416" cy="3672408"/>
          </a:xfrm>
        </p:grpSpPr>
        <p:sp>
          <p:nvSpPr>
            <p:cNvPr id="26" name="Rounded Rectangle 25"/>
            <p:cNvSpPr/>
            <p:nvPr/>
          </p:nvSpPr>
          <p:spPr>
            <a:xfrm>
              <a:off x="3707904" y="2132856"/>
              <a:ext cx="1512168" cy="7920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000" b="1" dirty="0"/>
                <a:t> </a:t>
              </a:r>
              <a:endParaRPr lang="en-GB" dirty="0"/>
            </a:p>
          </p:txBody>
        </p:sp>
        <p:sp>
          <p:nvSpPr>
            <p:cNvPr id="27" name="Rounded Rectangle 26"/>
            <p:cNvSpPr/>
            <p:nvPr/>
          </p:nvSpPr>
          <p:spPr>
            <a:xfrm>
              <a:off x="5148064" y="2132856"/>
              <a:ext cx="2304256" cy="792088"/>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000" b="1" dirty="0"/>
                <a:t> Structured</a:t>
              </a:r>
              <a:r>
                <a:rPr lang="en-GB" dirty="0"/>
                <a:t> </a:t>
              </a:r>
            </a:p>
          </p:txBody>
        </p:sp>
        <p:sp>
          <p:nvSpPr>
            <p:cNvPr id="29" name="Rounded Rectangle 28"/>
            <p:cNvSpPr/>
            <p:nvPr/>
          </p:nvSpPr>
          <p:spPr>
            <a:xfrm>
              <a:off x="3707904" y="2924944"/>
              <a:ext cx="3744416" cy="792088"/>
            </a:xfrm>
            <a:prstGeom prst="roundRect">
              <a:avLst/>
            </a:prstGeom>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r"/>
              <a:r>
                <a:rPr lang="en-GB" sz="2000" b="1" dirty="0"/>
                <a:t>Structured with</a:t>
              </a:r>
            </a:p>
            <a:p>
              <a:pPr algn="r"/>
              <a:r>
                <a:rPr lang="en-GB" sz="2000" b="1" dirty="0"/>
                <a:t>Ad-hoc Exceptions</a:t>
              </a:r>
              <a:r>
                <a:rPr lang="en-GB" dirty="0"/>
                <a:t> </a:t>
              </a:r>
            </a:p>
          </p:txBody>
        </p:sp>
        <p:sp>
          <p:nvSpPr>
            <p:cNvPr id="30" name="Rounded Rectangle 29"/>
            <p:cNvSpPr/>
            <p:nvPr/>
          </p:nvSpPr>
          <p:spPr>
            <a:xfrm>
              <a:off x="3707904" y="3717032"/>
              <a:ext cx="3744416" cy="792088"/>
            </a:xfrm>
            <a:prstGeom prst="roundRect">
              <a:avLst/>
            </a:prstGeom>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r"/>
              <a:r>
                <a:rPr lang="en-GB" b="1" dirty="0"/>
                <a:t>Unstructured with</a:t>
              </a:r>
            </a:p>
            <a:p>
              <a:pPr algn="r"/>
              <a:r>
                <a:rPr lang="en-GB" b="1" dirty="0"/>
                <a:t>Pre-defined fragments</a:t>
              </a:r>
              <a:r>
                <a:rPr lang="en-GB" dirty="0"/>
                <a:t> </a:t>
              </a:r>
            </a:p>
          </p:txBody>
        </p:sp>
        <p:sp>
          <p:nvSpPr>
            <p:cNvPr id="31" name="Rounded Rectangle 30"/>
            <p:cNvSpPr/>
            <p:nvPr/>
          </p:nvSpPr>
          <p:spPr>
            <a:xfrm>
              <a:off x="3707904" y="4509120"/>
              <a:ext cx="3744416" cy="792088"/>
            </a:xfrm>
            <a:prstGeom prst="roundRect">
              <a:avLst/>
            </a:prstGeom>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r"/>
              <a:r>
                <a:rPr lang="en-GB" sz="2000" b="1" dirty="0"/>
                <a:t>Unstructured</a:t>
              </a:r>
              <a:r>
                <a:rPr lang="en-GB" dirty="0"/>
                <a:t> </a:t>
              </a:r>
            </a:p>
          </p:txBody>
        </p:sp>
        <p:sp>
          <p:nvSpPr>
            <p:cNvPr id="32" name="Rounded Rectangle 31"/>
            <p:cNvSpPr/>
            <p:nvPr/>
          </p:nvSpPr>
          <p:spPr>
            <a:xfrm>
              <a:off x="3707904" y="2924944"/>
              <a:ext cx="1440160" cy="7920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000" b="1" dirty="0"/>
                <a:t> </a:t>
              </a:r>
              <a:endParaRPr lang="en-GB" dirty="0"/>
            </a:p>
          </p:txBody>
        </p:sp>
        <p:sp>
          <p:nvSpPr>
            <p:cNvPr id="33" name="Rounded Rectangle 32"/>
            <p:cNvSpPr/>
            <p:nvPr/>
          </p:nvSpPr>
          <p:spPr>
            <a:xfrm>
              <a:off x="3707904" y="3717032"/>
              <a:ext cx="1440160" cy="7920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000" b="1" dirty="0"/>
                <a:t> </a:t>
              </a:r>
              <a:endParaRPr lang="en-GB" dirty="0"/>
            </a:p>
          </p:txBody>
        </p:sp>
        <p:sp>
          <p:nvSpPr>
            <p:cNvPr id="34" name="Rounded Rectangle 33"/>
            <p:cNvSpPr/>
            <p:nvPr/>
          </p:nvSpPr>
          <p:spPr>
            <a:xfrm>
              <a:off x="3707904" y="4509120"/>
              <a:ext cx="1440160" cy="7920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000" b="1" dirty="0"/>
                <a:t> </a:t>
              </a:r>
              <a:endParaRPr lang="en-GB" dirty="0"/>
            </a:p>
          </p:txBody>
        </p:sp>
        <p:sp>
          <p:nvSpPr>
            <p:cNvPr id="35" name="Up-Down Arrow 34"/>
            <p:cNvSpPr/>
            <p:nvPr/>
          </p:nvSpPr>
          <p:spPr>
            <a:xfrm>
              <a:off x="4932040" y="1916832"/>
              <a:ext cx="360040" cy="3672408"/>
            </a:xfrm>
            <a:prstGeom prst="up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6" name="Picture 2"/>
            <p:cNvPicPr>
              <a:picLocks noChangeAspect="1" noChangeArrowheads="1"/>
            </p:cNvPicPr>
            <p:nvPr/>
          </p:nvPicPr>
          <p:blipFill>
            <a:blip r:embed="rId3" cstate="print"/>
            <a:srcRect/>
            <a:stretch>
              <a:fillRect/>
            </a:stretch>
          </p:blipFill>
          <p:spPr bwMode="auto">
            <a:xfrm>
              <a:off x="3851920" y="2276872"/>
              <a:ext cx="1143000" cy="542925"/>
            </a:xfrm>
            <a:prstGeom prst="rect">
              <a:avLst/>
            </a:prstGeom>
            <a:noFill/>
            <a:ln w="9525">
              <a:noFill/>
              <a:miter lim="800000"/>
              <a:headEnd/>
              <a:tailEnd/>
            </a:ln>
          </p:spPr>
        </p:pic>
        <p:pic>
          <p:nvPicPr>
            <p:cNvPr id="37" name="Picture 3"/>
            <p:cNvPicPr>
              <a:picLocks noChangeAspect="1" noChangeArrowheads="1"/>
            </p:cNvPicPr>
            <p:nvPr/>
          </p:nvPicPr>
          <p:blipFill>
            <a:blip r:embed="rId4" cstate="print"/>
            <a:srcRect/>
            <a:stretch>
              <a:fillRect/>
            </a:stretch>
          </p:blipFill>
          <p:spPr bwMode="auto">
            <a:xfrm>
              <a:off x="3779912" y="2996952"/>
              <a:ext cx="1104900" cy="676275"/>
            </a:xfrm>
            <a:prstGeom prst="rect">
              <a:avLst/>
            </a:prstGeom>
            <a:noFill/>
            <a:ln w="9525">
              <a:noFill/>
              <a:miter lim="800000"/>
              <a:headEnd/>
              <a:tailEnd/>
            </a:ln>
          </p:spPr>
        </p:pic>
        <p:pic>
          <p:nvPicPr>
            <p:cNvPr id="38" name="Picture 5"/>
            <p:cNvPicPr>
              <a:picLocks noChangeAspect="1" noChangeArrowheads="1"/>
            </p:cNvPicPr>
            <p:nvPr/>
          </p:nvPicPr>
          <p:blipFill>
            <a:blip r:embed="rId5" cstate="print"/>
            <a:srcRect/>
            <a:stretch>
              <a:fillRect/>
            </a:stretch>
          </p:blipFill>
          <p:spPr bwMode="auto">
            <a:xfrm>
              <a:off x="3779912" y="3789040"/>
              <a:ext cx="1133475" cy="637034"/>
            </a:xfrm>
            <a:prstGeom prst="rect">
              <a:avLst/>
            </a:prstGeom>
            <a:noFill/>
            <a:ln w="9525">
              <a:noFill/>
              <a:miter lim="800000"/>
              <a:headEnd/>
              <a:tailEnd/>
            </a:ln>
          </p:spPr>
        </p:pic>
        <p:pic>
          <p:nvPicPr>
            <p:cNvPr id="39" name="Picture 6"/>
            <p:cNvPicPr>
              <a:picLocks noChangeAspect="1" noChangeArrowheads="1"/>
            </p:cNvPicPr>
            <p:nvPr/>
          </p:nvPicPr>
          <p:blipFill>
            <a:blip r:embed="rId6" cstate="print"/>
            <a:srcRect/>
            <a:stretch>
              <a:fillRect/>
            </a:stretch>
          </p:blipFill>
          <p:spPr bwMode="auto">
            <a:xfrm>
              <a:off x="4067944" y="4581128"/>
              <a:ext cx="676275" cy="609600"/>
            </a:xfrm>
            <a:prstGeom prst="rect">
              <a:avLst/>
            </a:prstGeom>
            <a:noFill/>
            <a:ln w="9525">
              <a:noFill/>
              <a:miter lim="800000"/>
              <a:headEnd/>
              <a:tailEnd/>
            </a:ln>
          </p:spPr>
        </p:pic>
      </p:grpSp>
      <p:pic>
        <p:nvPicPr>
          <p:cNvPr id="40" name="Content Placeholder 3" descr="Structured.jpg"/>
          <p:cNvPicPr>
            <a:picLocks noGrp="1" noChangeAspect="1"/>
          </p:cNvPicPr>
          <p:nvPr>
            <p:ph idx="1"/>
          </p:nvPr>
        </p:nvPicPr>
        <p:blipFill>
          <a:blip r:embed="rId7" cstate="print"/>
          <a:stretch>
            <a:fillRect/>
          </a:stretch>
        </p:blipFill>
        <p:spPr>
          <a:xfrm>
            <a:off x="3838476" y="2453693"/>
            <a:ext cx="1176406" cy="514176"/>
          </a:xfrm>
        </p:spPr>
      </p:pic>
      <p:pic>
        <p:nvPicPr>
          <p:cNvPr id="41" name="Picture 3"/>
          <p:cNvPicPr>
            <a:picLocks noChangeAspect="1" noChangeArrowheads="1"/>
          </p:cNvPicPr>
          <p:nvPr/>
        </p:nvPicPr>
        <p:blipFill>
          <a:blip r:embed="rId8" cstate="print"/>
          <a:srcRect/>
          <a:stretch>
            <a:fillRect/>
          </a:stretch>
        </p:blipFill>
        <p:spPr bwMode="auto">
          <a:xfrm>
            <a:off x="3838476" y="3173649"/>
            <a:ext cx="1175993" cy="622039"/>
          </a:xfrm>
          <a:prstGeom prst="rect">
            <a:avLst/>
          </a:prstGeom>
          <a:noFill/>
          <a:ln w="9525">
            <a:noFill/>
            <a:miter lim="800000"/>
            <a:headEnd/>
            <a:tailEnd/>
          </a:ln>
        </p:spPr>
      </p:pic>
      <p:pic>
        <p:nvPicPr>
          <p:cNvPr id="42" name="Picture 2"/>
          <p:cNvPicPr>
            <a:picLocks noChangeAspect="1" noChangeArrowheads="1"/>
          </p:cNvPicPr>
          <p:nvPr/>
        </p:nvPicPr>
        <p:blipFill>
          <a:blip r:embed="rId9" cstate="print"/>
          <a:srcRect/>
          <a:stretch>
            <a:fillRect/>
          </a:stretch>
        </p:blipFill>
        <p:spPr bwMode="auto">
          <a:xfrm>
            <a:off x="3819823" y="3949973"/>
            <a:ext cx="1170781" cy="622645"/>
          </a:xfrm>
          <a:prstGeom prst="rect">
            <a:avLst/>
          </a:prstGeom>
          <a:noFill/>
          <a:ln w="9525">
            <a:noFill/>
            <a:miter lim="800000"/>
            <a:headEnd/>
            <a:tailEnd/>
          </a:ln>
        </p:spPr>
      </p:pic>
      <p:pic>
        <p:nvPicPr>
          <p:cNvPr id="43" name="Picture 2"/>
          <p:cNvPicPr>
            <a:picLocks noChangeAspect="1" noChangeArrowheads="1"/>
          </p:cNvPicPr>
          <p:nvPr/>
        </p:nvPicPr>
        <p:blipFill>
          <a:blip r:embed="rId10" cstate="print"/>
          <a:srcRect/>
          <a:stretch>
            <a:fillRect/>
          </a:stretch>
        </p:blipFill>
        <p:spPr bwMode="auto">
          <a:xfrm>
            <a:off x="4126508" y="5170504"/>
            <a:ext cx="678756" cy="264600"/>
          </a:xfrm>
          <a:prstGeom prst="rect">
            <a:avLst/>
          </a:prstGeom>
          <a:noFill/>
          <a:ln w="9525">
            <a:noFill/>
            <a:miter lim="800000"/>
            <a:headEnd/>
            <a:tailEnd/>
          </a:ln>
        </p:spPr>
      </p:pic>
      <p:sp>
        <p:nvSpPr>
          <p:cNvPr id="2" name="Slide Number Placeholder 1"/>
          <p:cNvSpPr>
            <a:spLocks noGrp="1"/>
          </p:cNvSpPr>
          <p:nvPr>
            <p:ph type="sldNum" sz="quarter" idx="12"/>
          </p:nvPr>
        </p:nvSpPr>
        <p:spPr/>
        <p:txBody>
          <a:bodyPr/>
          <a:lstStyle/>
          <a:p>
            <a:fld id="{AD155357-0EC8-4929-AE33-1B32B4D567E3}" type="slidenum">
              <a:rPr lang="en-US" smtClean="0"/>
              <a:t>5</a:t>
            </a:fld>
            <a:endParaRPr lang="en-US"/>
          </a:p>
        </p:txBody>
      </p:sp>
    </p:spTree>
    <p:extLst>
      <p:ext uri="{BB962C8B-B14F-4D97-AF65-F5344CB8AC3E}">
        <p14:creationId xmlns:p14="http://schemas.microsoft.com/office/powerpoint/2010/main" val="31296149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cstate="print"/>
          <a:srcRect/>
          <a:stretch>
            <a:fillRect/>
          </a:stretch>
        </p:blipFill>
        <p:spPr bwMode="auto">
          <a:xfrm>
            <a:off x="1327150" y="2418010"/>
            <a:ext cx="8362950" cy="3354045"/>
          </a:xfrm>
          <a:prstGeom prst="rect">
            <a:avLst/>
          </a:prstGeom>
          <a:noFill/>
          <a:ln w="9525">
            <a:noFill/>
            <a:miter lim="800000"/>
            <a:headEnd/>
            <a:tailEnd/>
          </a:ln>
          <a:effectLst/>
        </p:spPr>
      </p:pic>
      <p:sp>
        <p:nvSpPr>
          <p:cNvPr id="2" name="Title 1"/>
          <p:cNvSpPr>
            <a:spLocks noGrp="1"/>
          </p:cNvSpPr>
          <p:nvPr>
            <p:ph type="title"/>
          </p:nvPr>
        </p:nvSpPr>
        <p:spPr>
          <a:xfrm>
            <a:off x="508638" y="604516"/>
            <a:ext cx="10515600" cy="928190"/>
          </a:xfrm>
        </p:spPr>
        <p:txBody>
          <a:bodyPr>
            <a:normAutofit fontScale="90000"/>
          </a:bodyPr>
          <a:lstStyle/>
          <a:p>
            <a:r>
              <a:rPr lang="en-GB" dirty="0" smtClean="0">
                <a:latin typeface="Corbel" panose="020B0503020204020204" pitchFamily="34" charset="0"/>
              </a:rPr>
              <a:t/>
            </a:r>
            <a:br>
              <a:rPr lang="en-GB" dirty="0" smtClean="0">
                <a:latin typeface="Corbel" panose="020B0503020204020204" pitchFamily="34" charset="0"/>
              </a:rPr>
            </a:br>
            <a:r>
              <a:rPr lang="en-GB" sz="3100" dirty="0">
                <a:latin typeface="Corbel" panose="020B0503020204020204" pitchFamily="34" charset="0"/>
              </a:rPr>
              <a:t>Structured Business Process</a:t>
            </a:r>
            <a:endParaRPr lang="en-GB" dirty="0">
              <a:latin typeface="Corbel" panose="020B0503020204020204" pitchFamily="34" charset="0"/>
            </a:endParaRPr>
          </a:p>
        </p:txBody>
      </p:sp>
      <p:pic>
        <p:nvPicPr>
          <p:cNvPr id="11" name="Content Placeholder 3" descr="BPMN_define.jpg"/>
          <p:cNvPicPr>
            <a:picLocks noGrp="1" noChangeAspect="1"/>
          </p:cNvPicPr>
          <p:nvPr>
            <p:ph idx="1"/>
          </p:nvPr>
        </p:nvPicPr>
        <p:blipFill>
          <a:blip r:embed="rId4" cstate="print"/>
          <a:stretch>
            <a:fillRect/>
          </a:stretch>
        </p:blipFill>
        <p:spPr>
          <a:xfrm>
            <a:off x="797621" y="2327430"/>
            <a:ext cx="9400841" cy="3742229"/>
          </a:xfrm>
        </p:spPr>
      </p:pic>
      <p:sp>
        <p:nvSpPr>
          <p:cNvPr id="5" name="TextBox 4"/>
          <p:cNvSpPr txBox="1"/>
          <p:nvPr/>
        </p:nvSpPr>
        <p:spPr>
          <a:xfrm>
            <a:off x="4198392" y="5607995"/>
            <a:ext cx="3807004" cy="461665"/>
          </a:xfrm>
          <a:prstGeom prst="rect">
            <a:avLst/>
          </a:prstGeom>
          <a:noFill/>
        </p:spPr>
        <p:txBody>
          <a:bodyPr wrap="none" rtlCol="0">
            <a:spAutoFit/>
          </a:bodyPr>
          <a:lstStyle/>
          <a:p>
            <a:r>
              <a:rPr lang="en-GB" sz="2400" dirty="0">
                <a:latin typeface="Corbel" panose="020B0503020204020204" pitchFamily="34" charset="0"/>
              </a:rPr>
              <a:t>Insurance Claim Registration</a:t>
            </a:r>
          </a:p>
        </p:txBody>
      </p:sp>
      <p:sp>
        <p:nvSpPr>
          <p:cNvPr id="6" name="Oval 5"/>
          <p:cNvSpPr/>
          <p:nvPr/>
        </p:nvSpPr>
        <p:spPr>
          <a:xfrm>
            <a:off x="-684584" y="4005064"/>
            <a:ext cx="216024" cy="216024"/>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Pentagon 8"/>
          <p:cNvSpPr/>
          <p:nvPr/>
        </p:nvSpPr>
        <p:spPr>
          <a:xfrm>
            <a:off x="965200" y="1688357"/>
            <a:ext cx="1979712" cy="432048"/>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r>
              <a:rPr lang="en-GB" sz="2200" b="1" dirty="0"/>
              <a:t>Design-time</a:t>
            </a:r>
          </a:p>
        </p:txBody>
      </p:sp>
      <p:sp>
        <p:nvSpPr>
          <p:cNvPr id="10" name="Pentagon 9"/>
          <p:cNvSpPr/>
          <p:nvPr/>
        </p:nvSpPr>
        <p:spPr>
          <a:xfrm>
            <a:off x="965200" y="1688357"/>
            <a:ext cx="1979712" cy="432048"/>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r>
              <a:rPr lang="en-GB" sz="2200" b="1" dirty="0"/>
              <a:t>Run-time</a:t>
            </a:r>
          </a:p>
        </p:txBody>
      </p:sp>
      <p:sp>
        <p:nvSpPr>
          <p:cNvPr id="12" name="Title 1"/>
          <p:cNvSpPr txBox="1">
            <a:spLocks/>
          </p:cNvSpPr>
          <p:nvPr/>
        </p:nvSpPr>
        <p:spPr>
          <a:xfrm>
            <a:off x="1" y="381207"/>
            <a:ext cx="2654299" cy="727365"/>
          </a:xfrm>
          <a:prstGeom prst="rect">
            <a:avLst/>
          </a:prstGeom>
          <a:solidFill>
            <a:schemeClr val="tx1"/>
          </a:solid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00000"/>
              </a:lnSpc>
            </a:pPr>
            <a:r>
              <a:rPr lang="en-GB" sz="3900" dirty="0" smtClean="0">
                <a:solidFill>
                  <a:schemeClr val="bg1"/>
                </a:solidFill>
                <a:latin typeface="Corbel" panose="020B0503020204020204" pitchFamily="34" charset="0"/>
              </a:rPr>
              <a:t>Problem</a:t>
            </a:r>
            <a:endParaRPr lang="en-US" sz="3900" dirty="0">
              <a:solidFill>
                <a:schemeClr val="bg1"/>
              </a:solidFill>
              <a:latin typeface="Corbel" panose="020B0503020204020204" pitchFamily="34" charset="0"/>
            </a:endParaRPr>
          </a:p>
        </p:txBody>
      </p:sp>
      <p:sp>
        <p:nvSpPr>
          <p:cNvPr id="3" name="Slide Number Placeholder 2"/>
          <p:cNvSpPr>
            <a:spLocks noGrp="1"/>
          </p:cNvSpPr>
          <p:nvPr>
            <p:ph type="sldNum" sz="quarter" idx="12"/>
          </p:nvPr>
        </p:nvSpPr>
        <p:spPr/>
        <p:txBody>
          <a:bodyPr/>
          <a:lstStyle/>
          <a:p>
            <a:fld id="{AD155357-0EC8-4929-AE33-1B32B4D567E3}" type="slidenum">
              <a:rPr lang="en-US" smtClean="0"/>
              <a:t>6</a:t>
            </a:fld>
            <a:endParaRPr lang="en-US"/>
          </a:p>
        </p:txBody>
      </p:sp>
    </p:spTree>
    <p:extLst>
      <p:ext uri="{BB962C8B-B14F-4D97-AF65-F5344CB8AC3E}">
        <p14:creationId xmlns:p14="http://schemas.microsoft.com/office/powerpoint/2010/main" val="1972384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0" nodeType="clickEffect">
                                  <p:stCondLst>
                                    <p:cond delay="0"/>
                                  </p:stCondLst>
                                  <p:childTnLst>
                                    <p:animEffect transition="out" filter="blinds(horizontal)">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par>
                                <p:cTn id="8" presetID="12" presetClass="entr" presetSubtype="4"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slide(fromBottom)">
                                      <p:cBhvr>
                                        <p:cTn id="10" dur="500"/>
                                        <p:tgtEl>
                                          <p:spTgt spid="10"/>
                                        </p:tgtEl>
                                      </p:cBhvr>
                                    </p:animEffect>
                                  </p:childTnLst>
                                </p:cTn>
                              </p:par>
                              <p:par>
                                <p:cTn id="11" presetID="63" presetClass="path" presetSubtype="0" accel="50000" decel="50000" fill="hold" grpId="0" nodeType="withEffect">
                                  <p:stCondLst>
                                    <p:cond delay="0"/>
                                  </p:stCondLst>
                                  <p:childTnLst>
                                    <p:animMotion origin="layout" path="M 0.00886 0.08171 L 0.18998 0.08171 " pathEditMode="relative" rAng="0" ptsTypes="AA">
                                      <p:cBhvr>
                                        <p:cTn id="12" dur="1000" fill="hold"/>
                                        <p:tgtEl>
                                          <p:spTgt spid="6"/>
                                        </p:tgtEl>
                                        <p:attrNameLst>
                                          <p:attrName>ppt_x</p:attrName>
                                          <p:attrName>ppt_y</p:attrName>
                                        </p:attrNameLst>
                                      </p:cBhvr>
                                      <p:rCtr x="9049" y="0"/>
                                    </p:animMotion>
                                  </p:childTnLst>
                                </p:cTn>
                              </p:par>
                            </p:childTnLst>
                          </p:cTn>
                        </p:par>
                      </p:childTnLst>
                    </p:cTn>
                  </p:par>
                  <p:par>
                    <p:cTn id="13" fill="hold">
                      <p:stCondLst>
                        <p:cond delay="indefinite"/>
                      </p:stCondLst>
                      <p:childTnLst>
                        <p:par>
                          <p:cTn id="14" fill="hold">
                            <p:stCondLst>
                              <p:cond delay="0"/>
                            </p:stCondLst>
                            <p:childTnLst>
                              <p:par>
                                <p:cTn id="15" presetID="63" presetClass="path" presetSubtype="0" accel="50000" decel="50000" fill="hold" grpId="1" nodeType="clickEffect">
                                  <p:stCondLst>
                                    <p:cond delay="0"/>
                                  </p:stCondLst>
                                  <p:childTnLst>
                                    <p:animMotion origin="layout" path="M 0.18998 0.08171 L 0.32956 0.0743 " pathEditMode="relative" rAng="0" ptsTypes="AA">
                                      <p:cBhvr>
                                        <p:cTn id="16" dur="2000" fill="hold"/>
                                        <p:tgtEl>
                                          <p:spTgt spid="6"/>
                                        </p:tgtEl>
                                        <p:attrNameLst>
                                          <p:attrName>ppt_x</p:attrName>
                                          <p:attrName>ppt_y</p:attrName>
                                        </p:attrNameLst>
                                      </p:cBhvr>
                                      <p:rCtr x="6979" y="-370"/>
                                    </p:animMotion>
                                  </p:childTnLst>
                                </p:cTn>
                              </p:par>
                            </p:childTnLst>
                          </p:cTn>
                        </p:par>
                      </p:childTnLst>
                    </p:cTn>
                  </p:par>
                  <p:par>
                    <p:cTn id="17" fill="hold">
                      <p:stCondLst>
                        <p:cond delay="indefinite"/>
                      </p:stCondLst>
                      <p:childTnLst>
                        <p:par>
                          <p:cTn id="18" fill="hold">
                            <p:stCondLst>
                              <p:cond delay="0"/>
                            </p:stCondLst>
                            <p:childTnLst>
                              <p:par>
                                <p:cTn id="19" presetID="63" presetClass="path" presetSubtype="0" accel="50000" decel="50000" fill="hold" grpId="2" nodeType="clickEffect">
                                  <p:stCondLst>
                                    <p:cond delay="0"/>
                                  </p:stCondLst>
                                  <p:childTnLst>
                                    <p:animMotion origin="layout" path="M 0.32956 0.0743 L 0.5056 0.08171 " pathEditMode="relative" rAng="0" ptsTypes="AA">
                                      <p:cBhvr>
                                        <p:cTn id="20" dur="1000" fill="hold"/>
                                        <p:tgtEl>
                                          <p:spTgt spid="6"/>
                                        </p:tgtEl>
                                        <p:attrNameLst>
                                          <p:attrName>ppt_x</p:attrName>
                                          <p:attrName>ppt_y</p:attrName>
                                        </p:attrNameLst>
                                      </p:cBhvr>
                                      <p:rCtr x="8802" y="370"/>
                                    </p:animMotion>
                                  </p:childTnLst>
                                </p:cTn>
                              </p:par>
                            </p:childTnLst>
                          </p:cTn>
                        </p:par>
                      </p:childTnLst>
                    </p:cTn>
                  </p:par>
                  <p:par>
                    <p:cTn id="21" fill="hold">
                      <p:stCondLst>
                        <p:cond delay="indefinite"/>
                      </p:stCondLst>
                      <p:childTnLst>
                        <p:par>
                          <p:cTn id="22" fill="hold">
                            <p:stCondLst>
                              <p:cond delay="0"/>
                            </p:stCondLst>
                            <p:childTnLst>
                              <p:par>
                                <p:cTn id="23" presetID="63" presetClass="path" presetSubtype="0" accel="50000" decel="50000" fill="hold" grpId="3" nodeType="clickEffect">
                                  <p:stCondLst>
                                    <p:cond delay="0"/>
                                  </p:stCondLst>
                                  <p:childTnLst>
                                    <p:animMotion origin="layout" path="M 0.5056 0.08171 L 0.6379 0.07986 " pathEditMode="relative" rAng="0" ptsTypes="AA">
                                      <p:cBhvr>
                                        <p:cTn id="24" dur="1000" fill="hold"/>
                                        <p:tgtEl>
                                          <p:spTgt spid="6"/>
                                        </p:tgtEl>
                                        <p:attrNameLst>
                                          <p:attrName>ppt_x</p:attrName>
                                          <p:attrName>ppt_y</p:attrName>
                                        </p:attrNameLst>
                                      </p:cBhvr>
                                      <p:rCtr x="6615" y="-93"/>
                                    </p:animMotion>
                                  </p:childTnLst>
                                </p:cTn>
                              </p:par>
                            </p:childTnLst>
                          </p:cTn>
                        </p:par>
                      </p:childTnLst>
                    </p:cTn>
                  </p:par>
                  <p:par>
                    <p:cTn id="25" fill="hold">
                      <p:stCondLst>
                        <p:cond delay="indefinite"/>
                      </p:stCondLst>
                      <p:childTnLst>
                        <p:par>
                          <p:cTn id="26" fill="hold">
                            <p:stCondLst>
                              <p:cond delay="0"/>
                            </p:stCondLst>
                            <p:childTnLst>
                              <p:par>
                                <p:cTn id="27" presetID="8" presetClass="emph" presetSubtype="0" fill="hold" grpId="4" nodeType="clickEffect">
                                  <p:stCondLst>
                                    <p:cond delay="0"/>
                                  </p:stCondLst>
                                  <p:childTnLst>
                                    <p:animRot by="21600000">
                                      <p:cBhvr>
                                        <p:cTn id="28" dur="1000" fill="hold"/>
                                        <p:tgtEl>
                                          <p:spTgt spid="6"/>
                                        </p:tgtEl>
                                        <p:attrNameLst>
                                          <p:attrName>r</p:attrName>
                                        </p:attrNameLst>
                                      </p:cBhvr>
                                    </p:animRot>
                                  </p:childTnLst>
                                </p:cTn>
                              </p:par>
                            </p:childTnLst>
                          </p:cTn>
                        </p:par>
                      </p:childTnLst>
                    </p:cTn>
                  </p:par>
                  <p:par>
                    <p:cTn id="29" fill="hold">
                      <p:stCondLst>
                        <p:cond delay="indefinite"/>
                      </p:stCondLst>
                      <p:childTnLst>
                        <p:par>
                          <p:cTn id="30" fill="hold">
                            <p:stCondLst>
                              <p:cond delay="0"/>
                            </p:stCondLst>
                            <p:childTnLst>
                              <p:par>
                                <p:cTn id="31" presetID="63" presetClass="path" presetSubtype="0" accel="50000" decel="50000" fill="hold" grpId="5" nodeType="clickEffect">
                                  <p:stCondLst>
                                    <p:cond delay="0"/>
                                  </p:stCondLst>
                                  <p:childTnLst>
                                    <p:animMotion origin="layout" path="M 0.6379 0.07986 L 0.77435 0.08171 " pathEditMode="relative" rAng="0" ptsTypes="AA">
                                      <p:cBhvr>
                                        <p:cTn id="32" dur="1000" fill="hold"/>
                                        <p:tgtEl>
                                          <p:spTgt spid="6"/>
                                        </p:tgtEl>
                                        <p:attrNameLst>
                                          <p:attrName>ppt_x</p:attrName>
                                          <p:attrName>ppt_y</p:attrName>
                                        </p:attrNameLst>
                                      </p:cBhvr>
                                      <p:rCtr x="6823" y="93"/>
                                    </p:animMotion>
                                  </p:childTnLst>
                                </p:cTn>
                              </p:par>
                            </p:childTnLst>
                          </p:cTn>
                        </p:par>
                      </p:childTnLst>
                    </p:cTn>
                  </p:par>
                  <p:par>
                    <p:cTn id="33" fill="hold">
                      <p:stCondLst>
                        <p:cond delay="indefinite"/>
                      </p:stCondLst>
                      <p:childTnLst>
                        <p:par>
                          <p:cTn id="34" fill="hold">
                            <p:stCondLst>
                              <p:cond delay="0"/>
                            </p:stCondLst>
                            <p:childTnLst>
                              <p:par>
                                <p:cTn id="35" presetID="64" presetClass="path" presetSubtype="0" accel="50000" decel="50000" fill="hold" grpId="6" nodeType="clickEffect">
                                  <p:stCondLst>
                                    <p:cond delay="0"/>
                                  </p:stCondLst>
                                  <p:childTnLst>
                                    <p:animMotion origin="layout" path="M 0.77435 0.08172 L 0.78581 -0.11458 " pathEditMode="relative" rAng="0" ptsTypes="AA">
                                      <p:cBhvr>
                                        <p:cTn id="36" dur="1000" fill="hold"/>
                                        <p:tgtEl>
                                          <p:spTgt spid="6"/>
                                        </p:tgtEl>
                                        <p:attrNameLst>
                                          <p:attrName>ppt_x</p:attrName>
                                          <p:attrName>ppt_y</p:attrName>
                                        </p:attrNameLst>
                                      </p:cBhvr>
                                      <p:rCtr x="-52" y="-10000"/>
                                    </p:animMotion>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blinds(horizontal)">
                                      <p:cBhvr>
                                        <p:cTn id="41" dur="500"/>
                                        <p:tgtEl>
                                          <p:spTgt spid="11"/>
                                        </p:tgtEl>
                                      </p:cBhvr>
                                    </p:animEffect>
                                  </p:childTnLst>
                                </p:cTn>
                              </p:par>
                              <p:par>
                                <p:cTn id="42" presetID="10" presetClass="exit" presetSubtype="0" fill="hold" grpId="0" nodeType="withEffect">
                                  <p:stCondLst>
                                    <p:cond delay="0"/>
                                  </p:stCondLst>
                                  <p:childTnLst>
                                    <p:animEffect transition="out" filter="fade">
                                      <p:cBhvr>
                                        <p:cTn id="43" dur="500"/>
                                        <p:tgtEl>
                                          <p:spTgt spid="5"/>
                                        </p:tgtEl>
                                      </p:cBhvr>
                                    </p:animEffect>
                                    <p:set>
                                      <p:cBhvr>
                                        <p:cTn id="44" dur="1" fill="hold">
                                          <p:stCondLst>
                                            <p:cond delay="499"/>
                                          </p:stCondLst>
                                        </p:cTn>
                                        <p:tgtEl>
                                          <p:spTgt spid="5"/>
                                        </p:tgtEl>
                                        <p:attrNameLst>
                                          <p:attrName>style.visibility</p:attrName>
                                        </p:attrNameLst>
                                      </p:cBhvr>
                                      <p:to>
                                        <p:strVal val="hidden"/>
                                      </p:to>
                                    </p:set>
                                  </p:childTnLst>
                                </p:cTn>
                              </p:par>
                              <p:par>
                                <p:cTn id="45" presetID="10" presetClass="exit" presetSubtype="0" fill="hold" grpId="7" nodeType="withEffect">
                                  <p:stCondLst>
                                    <p:cond delay="0"/>
                                  </p:stCondLst>
                                  <p:childTnLst>
                                    <p:animEffect transition="out" filter="fade">
                                      <p:cBhvr>
                                        <p:cTn id="46" dur="500"/>
                                        <p:tgtEl>
                                          <p:spTgt spid="6"/>
                                        </p:tgtEl>
                                      </p:cBhvr>
                                    </p:animEffect>
                                    <p:set>
                                      <p:cBhvr>
                                        <p:cTn id="47"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6" grpId="1" animBg="1"/>
      <p:bldP spid="6" grpId="2" animBg="1"/>
      <p:bldP spid="6" grpId="3" animBg="1"/>
      <p:bldP spid="6" grpId="4" animBg="1"/>
      <p:bldP spid="6" grpId="5" animBg="1"/>
      <p:bldP spid="6" grpId="6" animBg="1"/>
      <p:bldP spid="6" grpId="7" animBg="1"/>
      <p:bldP spid="9" grpId="0" animBg="1"/>
      <p:bldP spid="1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1524000" y="1700808"/>
            <a:ext cx="9144000" cy="4968552"/>
          </a:xfrm>
          <a:prstGeom prst="rect">
            <a:avLst/>
          </a:prstGeom>
          <a:noFill/>
          <a:ln w="9525">
            <a:noFill/>
            <a:miter lim="800000"/>
            <a:headEnd/>
            <a:tailEnd/>
          </a:ln>
          <a:effectLst/>
        </p:spPr>
      </p:pic>
      <p:pic>
        <p:nvPicPr>
          <p:cNvPr id="1029" name="Picture 5"/>
          <p:cNvPicPr>
            <a:picLocks noChangeAspect="1" noChangeArrowheads="1"/>
          </p:cNvPicPr>
          <p:nvPr/>
        </p:nvPicPr>
        <p:blipFill>
          <a:blip r:embed="rId4" cstate="print"/>
          <a:srcRect/>
          <a:stretch>
            <a:fillRect/>
          </a:stretch>
        </p:blipFill>
        <p:spPr bwMode="auto">
          <a:xfrm>
            <a:off x="5159897" y="4149081"/>
            <a:ext cx="1038225" cy="600075"/>
          </a:xfrm>
          <a:prstGeom prst="rect">
            <a:avLst/>
          </a:prstGeom>
          <a:noFill/>
          <a:ln w="9525">
            <a:noFill/>
            <a:miter lim="800000"/>
            <a:headEnd/>
            <a:tailEnd/>
          </a:ln>
          <a:effectLst/>
        </p:spPr>
      </p:pic>
      <p:sp>
        <p:nvSpPr>
          <p:cNvPr id="2" name="Title 1"/>
          <p:cNvSpPr>
            <a:spLocks noGrp="1"/>
          </p:cNvSpPr>
          <p:nvPr>
            <p:ph type="title"/>
          </p:nvPr>
        </p:nvSpPr>
        <p:spPr/>
        <p:txBody>
          <a:bodyPr>
            <a:normAutofit/>
          </a:bodyPr>
          <a:lstStyle/>
          <a:p>
            <a:r>
              <a:rPr lang="en-GB" dirty="0" smtClean="0"/>
              <a:t/>
            </a:r>
            <a:br>
              <a:rPr lang="en-GB" dirty="0" smtClean="0"/>
            </a:br>
            <a:r>
              <a:rPr lang="en-GB" sz="3100" dirty="0">
                <a:latin typeface="Corbel" panose="020B0503020204020204" pitchFamily="34" charset="0"/>
              </a:rPr>
              <a:t>Unpredictable Process instances</a:t>
            </a:r>
            <a:endParaRPr lang="en-GB" dirty="0">
              <a:latin typeface="Corbel" panose="020B0503020204020204" pitchFamily="34" charset="0"/>
            </a:endParaRPr>
          </a:p>
        </p:txBody>
      </p:sp>
      <p:sp>
        <p:nvSpPr>
          <p:cNvPr id="5" name="Oval 4"/>
          <p:cNvSpPr/>
          <p:nvPr/>
        </p:nvSpPr>
        <p:spPr>
          <a:xfrm>
            <a:off x="9264352" y="2204864"/>
            <a:ext cx="576064" cy="288032"/>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p:cNvSpPr/>
          <p:nvPr/>
        </p:nvSpPr>
        <p:spPr>
          <a:xfrm>
            <a:off x="12876584" y="2708920"/>
            <a:ext cx="216024" cy="216024"/>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p:cNvSpPr/>
          <p:nvPr/>
        </p:nvSpPr>
        <p:spPr>
          <a:xfrm>
            <a:off x="7680176" y="3573016"/>
            <a:ext cx="216024" cy="216024"/>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p:cNvSpPr/>
          <p:nvPr/>
        </p:nvSpPr>
        <p:spPr>
          <a:xfrm>
            <a:off x="7680176" y="3501008"/>
            <a:ext cx="216024" cy="216024"/>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30" name="Picture 6"/>
          <p:cNvPicPr>
            <a:picLocks noChangeAspect="1" noChangeArrowheads="1"/>
          </p:cNvPicPr>
          <p:nvPr/>
        </p:nvPicPr>
        <p:blipFill>
          <a:blip r:embed="rId5" cstate="print"/>
          <a:srcRect/>
          <a:stretch>
            <a:fillRect/>
          </a:stretch>
        </p:blipFill>
        <p:spPr bwMode="auto">
          <a:xfrm>
            <a:off x="1919537" y="2132857"/>
            <a:ext cx="1038225" cy="600075"/>
          </a:xfrm>
          <a:prstGeom prst="rect">
            <a:avLst/>
          </a:prstGeom>
          <a:noFill/>
          <a:ln w="9525">
            <a:noFill/>
            <a:miter lim="800000"/>
            <a:headEnd/>
            <a:tailEnd/>
          </a:ln>
          <a:effectLst/>
        </p:spPr>
      </p:pic>
      <p:pic>
        <p:nvPicPr>
          <p:cNvPr id="1032" name="Picture 8"/>
          <p:cNvPicPr>
            <a:picLocks noChangeAspect="1" noChangeArrowheads="1"/>
          </p:cNvPicPr>
          <p:nvPr/>
        </p:nvPicPr>
        <p:blipFill>
          <a:blip r:embed="rId6" cstate="print"/>
          <a:srcRect/>
          <a:stretch>
            <a:fillRect/>
          </a:stretch>
        </p:blipFill>
        <p:spPr bwMode="auto">
          <a:xfrm>
            <a:off x="8256241" y="5517233"/>
            <a:ext cx="1038225" cy="600075"/>
          </a:xfrm>
          <a:prstGeom prst="rect">
            <a:avLst/>
          </a:prstGeom>
          <a:noFill/>
          <a:ln w="9525">
            <a:noFill/>
            <a:miter lim="800000"/>
            <a:headEnd/>
            <a:tailEnd/>
          </a:ln>
          <a:effectLst/>
        </p:spPr>
      </p:pic>
      <p:sp>
        <p:nvSpPr>
          <p:cNvPr id="13" name="Title 1"/>
          <p:cNvSpPr txBox="1">
            <a:spLocks/>
          </p:cNvSpPr>
          <p:nvPr/>
        </p:nvSpPr>
        <p:spPr>
          <a:xfrm>
            <a:off x="1" y="381207"/>
            <a:ext cx="2654299" cy="727365"/>
          </a:xfrm>
          <a:prstGeom prst="rect">
            <a:avLst/>
          </a:prstGeom>
          <a:solidFill>
            <a:schemeClr val="tx1"/>
          </a:solid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00000"/>
              </a:lnSpc>
            </a:pPr>
            <a:r>
              <a:rPr lang="en-GB" sz="3900" dirty="0" smtClean="0">
                <a:solidFill>
                  <a:schemeClr val="bg1"/>
                </a:solidFill>
                <a:latin typeface="Corbel" panose="020B0503020204020204" pitchFamily="34" charset="0"/>
              </a:rPr>
              <a:t>Problem</a:t>
            </a:r>
            <a:endParaRPr lang="en-US" sz="3900" dirty="0">
              <a:solidFill>
                <a:schemeClr val="bg1"/>
              </a:solidFill>
              <a:latin typeface="Corbel" panose="020B0503020204020204" pitchFamily="34" charset="0"/>
            </a:endParaRPr>
          </a:p>
        </p:txBody>
      </p:sp>
      <p:sp>
        <p:nvSpPr>
          <p:cNvPr id="3" name="Slide Number Placeholder 2"/>
          <p:cNvSpPr>
            <a:spLocks noGrp="1"/>
          </p:cNvSpPr>
          <p:nvPr>
            <p:ph type="sldNum" sz="quarter" idx="12"/>
          </p:nvPr>
        </p:nvSpPr>
        <p:spPr/>
        <p:txBody>
          <a:bodyPr/>
          <a:lstStyle/>
          <a:p>
            <a:fld id="{AD155357-0EC8-4929-AE33-1B32B4D567E3}" type="slidenum">
              <a:rPr lang="en-US" smtClean="0"/>
              <a:t>7</a:t>
            </a:fld>
            <a:endParaRPr lang="en-US"/>
          </a:p>
        </p:txBody>
      </p:sp>
    </p:spTree>
    <p:extLst>
      <p:ext uri="{BB962C8B-B14F-4D97-AF65-F5344CB8AC3E}">
        <p14:creationId xmlns:p14="http://schemas.microsoft.com/office/powerpoint/2010/main" val="1022089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6" presetClass="path" presetSubtype="0" accel="50000" decel="50000" fill="hold" grpId="0" nodeType="clickEffect">
                                  <p:stCondLst>
                                    <p:cond delay="0"/>
                                  </p:stCondLst>
                                  <p:childTnLst>
                                    <p:animMotion origin="layout" path="M -3.95833E-6 1.85185E-6 L -0.23268 -0.01204 " pathEditMode="relative" rAng="0" ptsTypes="AA">
                                      <p:cBhvr>
                                        <p:cTn id="6" dur="1000" fill="hold"/>
                                        <p:tgtEl>
                                          <p:spTgt spid="6"/>
                                        </p:tgtEl>
                                        <p:attrNameLst>
                                          <p:attrName>ppt_x</p:attrName>
                                          <p:attrName>ppt_y</p:attrName>
                                        </p:attrNameLst>
                                      </p:cBhvr>
                                      <p:rCtr x="-11641" y="-602"/>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grpId="1" nodeType="clickEffect">
                                  <p:stCondLst>
                                    <p:cond delay="0"/>
                                  </p:stCondLst>
                                  <p:childTnLst>
                                    <p:animMotion origin="layout" path="M -0.23268 -0.01204 L -0.36393 -0.01574 " pathEditMode="relative" rAng="0" ptsTypes="AA">
                                      <p:cBhvr>
                                        <p:cTn id="10" dur="1000" fill="hold"/>
                                        <p:tgtEl>
                                          <p:spTgt spid="6"/>
                                        </p:tgtEl>
                                        <p:attrNameLst>
                                          <p:attrName>ppt_x</p:attrName>
                                          <p:attrName>ppt_y</p:attrName>
                                        </p:attrNameLst>
                                      </p:cBhvr>
                                      <p:rCtr x="-6562" y="-185"/>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grpId="2" nodeType="clickEffect">
                                  <p:stCondLst>
                                    <p:cond delay="0"/>
                                  </p:stCondLst>
                                  <p:childTnLst>
                                    <p:animMotion origin="layout" path="M -0.36393 -0.01574 L -0.34934 0.11041 " pathEditMode="relative" rAng="0" ptsTypes="AA">
                                      <p:cBhvr>
                                        <p:cTn id="14" dur="1000" fill="hold"/>
                                        <p:tgtEl>
                                          <p:spTgt spid="6"/>
                                        </p:tgtEl>
                                        <p:attrNameLst>
                                          <p:attrName>ppt_x</p:attrName>
                                          <p:attrName>ppt_y</p:attrName>
                                        </p:attrNameLst>
                                      </p:cBhvr>
                                      <p:rCtr x="-52" y="5394"/>
                                    </p:animMotion>
                                  </p:childTnLst>
                                </p:cTn>
                              </p:par>
                            </p:childTnLst>
                          </p:cTn>
                        </p:par>
                      </p:childTnLst>
                    </p:cTn>
                  </p:par>
                  <p:par>
                    <p:cTn id="15" fill="hold">
                      <p:stCondLst>
                        <p:cond delay="indefinite"/>
                      </p:stCondLst>
                      <p:childTnLst>
                        <p:par>
                          <p:cTn id="16" fill="hold">
                            <p:stCondLst>
                              <p:cond delay="0"/>
                            </p:stCondLst>
                            <p:childTnLst>
                              <p:par>
                                <p:cTn id="17" presetID="63" presetClass="path" presetSubtype="0" accel="50000" decel="50000" fill="hold" grpId="3" nodeType="clickEffect">
                                  <p:stCondLst>
                                    <p:cond delay="0"/>
                                  </p:stCondLst>
                                  <p:childTnLst>
                                    <p:animMotion origin="layout" path="M -0.34934 0.11041 L -0.42617 0.11551 " pathEditMode="relative" rAng="0" ptsTypes="AA">
                                      <p:cBhvr>
                                        <p:cTn id="18" dur="1000" fill="hold"/>
                                        <p:tgtEl>
                                          <p:spTgt spid="6"/>
                                        </p:tgtEl>
                                        <p:attrNameLst>
                                          <p:attrName>ppt_x</p:attrName>
                                          <p:attrName>ppt_y</p:attrName>
                                        </p:attrNameLst>
                                      </p:cBhvr>
                                      <p:rCtr x="-3398" y="1042"/>
                                    </p:animMotion>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blinds(horizontal)">
                                      <p:cBhvr>
                                        <p:cTn id="23" dur="500"/>
                                        <p:tgtEl>
                                          <p:spTgt spid="10"/>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blinds(horizontal)">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63" presetClass="path" presetSubtype="0" accel="50000" decel="50000" fill="hold" grpId="1" nodeType="clickEffect">
                                  <p:stCondLst>
                                    <p:cond delay="0"/>
                                  </p:stCondLst>
                                  <p:childTnLst>
                                    <p:animMotion origin="layout" path="M -2.08333E-6 2.59259E-6 L -0.06185 0.02639 " pathEditMode="relative" rAng="0" ptsTypes="AA">
                                      <p:cBhvr>
                                        <p:cTn id="30" dur="1000" fill="hold"/>
                                        <p:tgtEl>
                                          <p:spTgt spid="11"/>
                                        </p:tgtEl>
                                        <p:attrNameLst>
                                          <p:attrName>ppt_x</p:attrName>
                                          <p:attrName>ppt_y</p:attrName>
                                        </p:attrNameLst>
                                      </p:cBhvr>
                                      <p:rCtr x="-3073" y="1319"/>
                                    </p:animMotion>
                                  </p:childTnLst>
                                </p:cTn>
                              </p:par>
                              <p:par>
                                <p:cTn id="31" presetID="49" presetClass="path" presetSubtype="0" accel="50000" decel="50000" fill="hold" grpId="1" nodeType="withEffect">
                                  <p:stCondLst>
                                    <p:cond delay="0"/>
                                  </p:stCondLst>
                                  <p:childTnLst>
                                    <p:animMotion origin="layout" path="M 7.39426E-17 -0.01065 L -0.16692 0.11134 " pathEditMode="relative" rAng="0" ptsTypes="AA">
                                      <p:cBhvr>
                                        <p:cTn id="32" dur="1000" fill="hold"/>
                                        <p:tgtEl>
                                          <p:spTgt spid="10"/>
                                        </p:tgtEl>
                                        <p:attrNameLst>
                                          <p:attrName>ppt_x</p:attrName>
                                          <p:attrName>ppt_y</p:attrName>
                                        </p:attrNameLst>
                                      </p:cBhvr>
                                      <p:rCtr x="-8281" y="5301"/>
                                    </p:animMotion>
                                  </p:childTnLst>
                                </p:cTn>
                              </p:par>
                              <p:par>
                                <p:cTn id="33" presetID="56" presetClass="path" presetSubtype="0" accel="50000" decel="50000" fill="hold" grpId="4" nodeType="withEffect">
                                  <p:stCondLst>
                                    <p:cond delay="0"/>
                                  </p:stCondLst>
                                  <p:childTnLst>
                                    <p:animMotion origin="layout" path="M -0.40559 0.1206 L -0.49166 0.025 " pathEditMode="relative" rAng="0" ptsTypes="AA">
                                      <p:cBhvr>
                                        <p:cTn id="34" dur="1000" fill="hold"/>
                                        <p:tgtEl>
                                          <p:spTgt spid="6"/>
                                        </p:tgtEl>
                                        <p:attrNameLst>
                                          <p:attrName>ppt_x</p:attrName>
                                          <p:attrName>ppt_y</p:attrName>
                                        </p:attrNameLst>
                                      </p:cBhvr>
                                      <p:rCtr x="-4310" y="-4792"/>
                                    </p:animMotion>
                                  </p:childTnLst>
                                </p:cTn>
                              </p:par>
                              <p:par>
                                <p:cTn id="35" presetID="3" presetClass="entr" presetSubtype="10" fill="hold" nodeType="withEffect">
                                  <p:stCondLst>
                                    <p:cond delay="0"/>
                                  </p:stCondLst>
                                  <p:childTnLst>
                                    <p:set>
                                      <p:cBhvr>
                                        <p:cTn id="36" dur="1" fill="hold">
                                          <p:stCondLst>
                                            <p:cond delay="0"/>
                                          </p:stCondLst>
                                        </p:cTn>
                                        <p:tgtEl>
                                          <p:spTgt spid="1029"/>
                                        </p:tgtEl>
                                        <p:attrNameLst>
                                          <p:attrName>style.visibility</p:attrName>
                                        </p:attrNameLst>
                                      </p:cBhvr>
                                      <p:to>
                                        <p:strVal val="visible"/>
                                      </p:to>
                                    </p:set>
                                    <p:animEffect transition="in" filter="blinds(horizontal)">
                                      <p:cBhvr>
                                        <p:cTn id="37" dur="1000"/>
                                        <p:tgtEl>
                                          <p:spTgt spid="1029"/>
                                        </p:tgtEl>
                                      </p:cBhvr>
                                    </p:animEffect>
                                  </p:childTnLst>
                                </p:cTn>
                              </p:par>
                            </p:childTnLst>
                          </p:cTn>
                        </p:par>
                      </p:childTnLst>
                    </p:cTn>
                  </p:par>
                  <p:par>
                    <p:cTn id="38" fill="hold">
                      <p:stCondLst>
                        <p:cond delay="indefinite"/>
                      </p:stCondLst>
                      <p:childTnLst>
                        <p:par>
                          <p:cTn id="39" fill="hold">
                            <p:stCondLst>
                              <p:cond delay="0"/>
                            </p:stCondLst>
                            <p:childTnLst>
                              <p:par>
                                <p:cTn id="40" presetID="63" presetClass="path" presetSubtype="0" accel="50000" decel="50000" fill="hold" grpId="5" nodeType="clickEffect">
                                  <p:stCondLst>
                                    <p:cond delay="0"/>
                                  </p:stCondLst>
                                  <p:childTnLst>
                                    <p:animMotion origin="layout" path="M -0.49167 0.025 L -0.60573 0.03912 " pathEditMode="relative" rAng="0" ptsTypes="AA">
                                      <p:cBhvr>
                                        <p:cTn id="41" dur="1000" fill="hold"/>
                                        <p:tgtEl>
                                          <p:spTgt spid="6"/>
                                        </p:tgtEl>
                                        <p:attrNameLst>
                                          <p:attrName>ppt_x</p:attrName>
                                          <p:attrName>ppt_y</p:attrName>
                                        </p:attrNameLst>
                                      </p:cBhvr>
                                      <p:rCtr x="-5560" y="556"/>
                                    </p:animMotion>
                                  </p:childTnLst>
                                </p:cTn>
                              </p:par>
                              <p:par>
                                <p:cTn id="42" presetID="63" presetClass="path" presetSubtype="0" accel="50000" decel="50000" fill="hold" grpId="2" nodeType="withEffect">
                                  <p:stCondLst>
                                    <p:cond delay="0"/>
                                  </p:stCondLst>
                                  <p:childTnLst>
                                    <p:animMotion origin="layout" path="M -0.06185 0.02639 L -0.17669 0.02639 " pathEditMode="relative" rAng="0" ptsTypes="AA">
                                      <p:cBhvr>
                                        <p:cTn id="43" dur="1000" fill="hold"/>
                                        <p:tgtEl>
                                          <p:spTgt spid="11"/>
                                        </p:tgtEl>
                                        <p:attrNameLst>
                                          <p:attrName>ppt_x</p:attrName>
                                          <p:attrName>ppt_y</p:attrName>
                                        </p:attrNameLst>
                                      </p:cBhvr>
                                      <p:rCtr x="-5742" y="0"/>
                                    </p:animMotion>
                                  </p:childTnLst>
                                </p:cTn>
                              </p:par>
                            </p:childTnLst>
                          </p:cTn>
                        </p:par>
                      </p:childTnLst>
                    </p:cTn>
                  </p:par>
                  <p:par>
                    <p:cTn id="44" fill="hold">
                      <p:stCondLst>
                        <p:cond delay="indefinite"/>
                      </p:stCondLst>
                      <p:childTnLst>
                        <p:par>
                          <p:cTn id="45" fill="hold">
                            <p:stCondLst>
                              <p:cond delay="0"/>
                            </p:stCondLst>
                            <p:childTnLst>
                              <p:par>
                                <p:cTn id="46" presetID="63" presetClass="path" presetSubtype="0" accel="50000" decel="50000" fill="hold" grpId="6" nodeType="clickEffect">
                                  <p:stCondLst>
                                    <p:cond delay="0"/>
                                  </p:stCondLst>
                                  <p:childTnLst>
                                    <p:animMotion origin="layout" path="M -0.60573 0.03912 L -0.71823 0.03727 " pathEditMode="relative" rAng="0" ptsTypes="AA">
                                      <p:cBhvr>
                                        <p:cTn id="47" dur="1000" fill="hold"/>
                                        <p:tgtEl>
                                          <p:spTgt spid="6"/>
                                        </p:tgtEl>
                                        <p:attrNameLst>
                                          <p:attrName>ppt_x</p:attrName>
                                          <p:attrName>ppt_y</p:attrName>
                                        </p:attrNameLst>
                                      </p:cBhvr>
                                      <p:rCtr x="-5625" y="-93"/>
                                    </p:animMotion>
                                  </p:childTnLst>
                                </p:cTn>
                              </p:par>
                              <p:par>
                                <p:cTn id="48" presetID="63" presetClass="path" presetSubtype="0" accel="50000" decel="50000" fill="hold" grpId="3" nodeType="withEffect">
                                  <p:stCondLst>
                                    <p:cond delay="0"/>
                                  </p:stCondLst>
                                  <p:childTnLst>
                                    <p:animMotion origin="layout" path="M -0.17669 0.02639 L -0.29049 0.02639 " pathEditMode="relative" rAng="0" ptsTypes="AA">
                                      <p:cBhvr>
                                        <p:cTn id="49" dur="1000" fill="hold"/>
                                        <p:tgtEl>
                                          <p:spTgt spid="11"/>
                                        </p:tgtEl>
                                        <p:attrNameLst>
                                          <p:attrName>ppt_x</p:attrName>
                                          <p:attrName>ppt_y</p:attrName>
                                        </p:attrNameLst>
                                      </p:cBhvr>
                                      <p:rCtr x="-5690" y="0"/>
                                    </p:animMotion>
                                  </p:childTnLst>
                                </p:cTn>
                              </p:par>
                              <p:par>
                                <p:cTn id="50" presetID="56" presetClass="path" presetSubtype="0" accel="50000" decel="50000" fill="hold" grpId="2" nodeType="withEffect">
                                  <p:stCondLst>
                                    <p:cond delay="0"/>
                                  </p:stCondLst>
                                  <p:childTnLst>
                                    <p:animMotion origin="layout" path="M -0.16692 0.11134 L -0.36927 -0.08704 " pathEditMode="relative" rAng="0" ptsTypes="AA">
                                      <p:cBhvr>
                                        <p:cTn id="51" dur="1000" fill="hold"/>
                                        <p:tgtEl>
                                          <p:spTgt spid="10"/>
                                        </p:tgtEl>
                                        <p:attrNameLst>
                                          <p:attrName>ppt_x</p:attrName>
                                          <p:attrName>ppt_y</p:attrName>
                                        </p:attrNameLst>
                                      </p:cBhvr>
                                      <p:rCtr x="-10117" y="-9931"/>
                                    </p:animMotion>
                                  </p:childTnLst>
                                </p:cTn>
                              </p:par>
                            </p:childTnLst>
                          </p:cTn>
                        </p:par>
                      </p:childTnLst>
                    </p:cTn>
                  </p:par>
                  <p:par>
                    <p:cTn id="52" fill="hold">
                      <p:stCondLst>
                        <p:cond delay="indefinite"/>
                      </p:stCondLst>
                      <p:childTnLst>
                        <p:par>
                          <p:cTn id="53" fill="hold">
                            <p:stCondLst>
                              <p:cond delay="0"/>
                            </p:stCondLst>
                            <p:childTnLst>
                              <p:par>
                                <p:cTn id="54" presetID="63" presetClass="path" presetSubtype="0" accel="50000" decel="50000" fill="hold" grpId="7" nodeType="clickEffect">
                                  <p:stCondLst>
                                    <p:cond delay="0"/>
                                  </p:stCondLst>
                                  <p:childTnLst>
                                    <p:animMotion origin="layout" path="M -0.71823 0.03727 L -0.79713 0.04074 " pathEditMode="relative" rAng="0" ptsTypes="AA">
                                      <p:cBhvr>
                                        <p:cTn id="55" dur="1000" fill="hold"/>
                                        <p:tgtEl>
                                          <p:spTgt spid="6"/>
                                        </p:tgtEl>
                                        <p:attrNameLst>
                                          <p:attrName>ppt_x</p:attrName>
                                          <p:attrName>ppt_y</p:attrName>
                                        </p:attrNameLst>
                                      </p:cBhvr>
                                      <p:rCtr x="-3945" y="162"/>
                                    </p:animMotion>
                                  </p:childTnLst>
                                </p:cTn>
                              </p:par>
                              <p:par>
                                <p:cTn id="56" presetID="63" presetClass="path" presetSubtype="0" accel="50000" decel="50000" fill="hold" grpId="4" nodeType="withEffect">
                                  <p:stCondLst>
                                    <p:cond delay="0"/>
                                  </p:stCondLst>
                                  <p:childTnLst>
                                    <p:animMotion origin="layout" path="M -0.29049 0.02639 L -0.37096 -0.07778 " pathEditMode="relative" rAng="0" ptsTypes="AA">
                                      <p:cBhvr>
                                        <p:cTn id="57" dur="1000" fill="hold"/>
                                        <p:tgtEl>
                                          <p:spTgt spid="11"/>
                                        </p:tgtEl>
                                        <p:attrNameLst>
                                          <p:attrName>ppt_x</p:attrName>
                                          <p:attrName>ppt_y</p:attrName>
                                        </p:attrNameLst>
                                      </p:cBhvr>
                                      <p:rCtr x="-4023" y="-5208"/>
                                    </p:animMotion>
                                  </p:childTnLst>
                                </p:cTn>
                              </p:par>
                            </p:childTnLst>
                          </p:cTn>
                        </p:par>
                      </p:childTnLst>
                    </p:cTn>
                  </p:par>
                  <p:par>
                    <p:cTn id="58" fill="hold">
                      <p:stCondLst>
                        <p:cond delay="indefinite"/>
                      </p:stCondLst>
                      <p:childTnLst>
                        <p:par>
                          <p:cTn id="59" fill="hold">
                            <p:stCondLst>
                              <p:cond delay="0"/>
                            </p:stCondLst>
                            <p:childTnLst>
                              <p:par>
                                <p:cTn id="60" presetID="3" presetClass="exit" presetSubtype="10" fill="hold" grpId="5" nodeType="clickEffect">
                                  <p:stCondLst>
                                    <p:cond delay="0"/>
                                  </p:stCondLst>
                                  <p:childTnLst>
                                    <p:animEffect transition="out" filter="blinds(horizontal)">
                                      <p:cBhvr>
                                        <p:cTn id="61" dur="500"/>
                                        <p:tgtEl>
                                          <p:spTgt spid="11"/>
                                        </p:tgtEl>
                                      </p:cBhvr>
                                    </p:animEffect>
                                    <p:set>
                                      <p:cBhvr>
                                        <p:cTn id="62" dur="1" fill="hold">
                                          <p:stCondLst>
                                            <p:cond delay="499"/>
                                          </p:stCondLst>
                                        </p:cTn>
                                        <p:tgtEl>
                                          <p:spTgt spid="11"/>
                                        </p:tgtEl>
                                        <p:attrNameLst>
                                          <p:attrName>style.visibility</p:attrName>
                                        </p:attrNameLst>
                                      </p:cBhvr>
                                      <p:to>
                                        <p:strVal val="hidden"/>
                                      </p:to>
                                    </p:set>
                                  </p:childTnLst>
                                </p:cTn>
                              </p:par>
                              <p:par>
                                <p:cTn id="63" presetID="3" presetClass="exit" presetSubtype="10" fill="hold" grpId="3" nodeType="withEffect">
                                  <p:stCondLst>
                                    <p:cond delay="0"/>
                                  </p:stCondLst>
                                  <p:childTnLst>
                                    <p:animEffect transition="out" filter="blinds(horizontal)">
                                      <p:cBhvr>
                                        <p:cTn id="64" dur="500"/>
                                        <p:tgtEl>
                                          <p:spTgt spid="10"/>
                                        </p:tgtEl>
                                      </p:cBhvr>
                                    </p:animEffect>
                                    <p:set>
                                      <p:cBhvr>
                                        <p:cTn id="65" dur="1" fill="hold">
                                          <p:stCondLst>
                                            <p:cond delay="499"/>
                                          </p:stCondLst>
                                        </p:cTn>
                                        <p:tgtEl>
                                          <p:spTgt spid="10"/>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63" presetClass="path" presetSubtype="0" accel="50000" decel="50000" fill="hold" grpId="8" nodeType="clickEffect">
                                  <p:stCondLst>
                                    <p:cond delay="0"/>
                                  </p:stCondLst>
                                  <p:childTnLst>
                                    <p:animMotion origin="layout" path="M -0.79544 0.03912 L -0.86549 0.05092 " pathEditMode="relative" rAng="0" ptsTypes="AA">
                                      <p:cBhvr>
                                        <p:cTn id="69" dur="1000" fill="hold"/>
                                        <p:tgtEl>
                                          <p:spTgt spid="6"/>
                                        </p:tgtEl>
                                        <p:attrNameLst>
                                          <p:attrName>ppt_x</p:attrName>
                                          <p:attrName>ppt_y</p:attrName>
                                        </p:attrNameLst>
                                      </p:cBhvr>
                                      <p:rCtr x="-3503" y="579"/>
                                    </p:animMotion>
                                  </p:childTnLst>
                                </p:cTn>
                              </p:par>
                              <p:par>
                                <p:cTn id="70" presetID="3" presetClass="entr" presetSubtype="10" fill="hold" nodeType="withEffect">
                                  <p:stCondLst>
                                    <p:cond delay="0"/>
                                  </p:stCondLst>
                                  <p:childTnLst>
                                    <p:set>
                                      <p:cBhvr>
                                        <p:cTn id="71" dur="1" fill="hold">
                                          <p:stCondLst>
                                            <p:cond delay="0"/>
                                          </p:stCondLst>
                                        </p:cTn>
                                        <p:tgtEl>
                                          <p:spTgt spid="1030"/>
                                        </p:tgtEl>
                                        <p:attrNameLst>
                                          <p:attrName>style.visibility</p:attrName>
                                        </p:attrNameLst>
                                      </p:cBhvr>
                                      <p:to>
                                        <p:strVal val="visible"/>
                                      </p:to>
                                    </p:set>
                                    <p:animEffect transition="in" filter="blinds(horizontal)">
                                      <p:cBhvr>
                                        <p:cTn id="72" dur="1000"/>
                                        <p:tgtEl>
                                          <p:spTgt spid="1030"/>
                                        </p:tgtEl>
                                      </p:cBhvr>
                                    </p:animEffect>
                                  </p:childTnLst>
                                </p:cTn>
                              </p:par>
                            </p:childTnLst>
                          </p:cTn>
                        </p:par>
                      </p:childTnLst>
                    </p:cTn>
                  </p:par>
                  <p:par>
                    <p:cTn id="73" fill="hold">
                      <p:stCondLst>
                        <p:cond delay="indefinite"/>
                      </p:stCondLst>
                      <p:childTnLst>
                        <p:par>
                          <p:cTn id="74" fill="hold">
                            <p:stCondLst>
                              <p:cond delay="0"/>
                            </p:stCondLst>
                            <p:childTnLst>
                              <p:par>
                                <p:cTn id="75" presetID="49" presetClass="path" presetSubtype="0" accel="50000" decel="50000" fill="hold" grpId="9" nodeType="clickEffect">
                                  <p:stCondLst>
                                    <p:cond delay="0"/>
                                  </p:stCondLst>
                                  <p:childTnLst>
                                    <p:animMotion origin="layout" path="M -0.86549 0.05092 L -0.35208 0.33356 " pathEditMode="relative" rAng="0" ptsTypes="AA">
                                      <p:cBhvr>
                                        <p:cTn id="76" dur="1000" fill="hold"/>
                                        <p:tgtEl>
                                          <p:spTgt spid="6"/>
                                        </p:tgtEl>
                                        <p:attrNameLst>
                                          <p:attrName>ppt_x</p:attrName>
                                          <p:attrName>ppt_y</p:attrName>
                                        </p:attrNameLst>
                                      </p:cBhvr>
                                      <p:rCtr x="25664" y="14120"/>
                                    </p:animMotion>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nodeType="clickEffect">
                                  <p:stCondLst>
                                    <p:cond delay="0"/>
                                  </p:stCondLst>
                                  <p:childTnLst>
                                    <p:set>
                                      <p:cBhvr>
                                        <p:cTn id="80" dur="1" fill="hold">
                                          <p:stCondLst>
                                            <p:cond delay="0"/>
                                          </p:stCondLst>
                                        </p:cTn>
                                        <p:tgtEl>
                                          <p:spTgt spid="1032"/>
                                        </p:tgtEl>
                                        <p:attrNameLst>
                                          <p:attrName>style.visibility</p:attrName>
                                        </p:attrNameLst>
                                      </p:cBhvr>
                                      <p:to>
                                        <p:strVal val="visible"/>
                                      </p:to>
                                    </p:set>
                                    <p:animEffect transition="in" filter="blinds(horizontal)">
                                      <p:cBhvr>
                                        <p:cTn id="81" dur="500"/>
                                        <p:tgtEl>
                                          <p:spTgt spid="10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6" grpId="2" animBg="1"/>
      <p:bldP spid="6" grpId="3" animBg="1"/>
      <p:bldP spid="6" grpId="4" animBg="1"/>
      <p:bldP spid="6" grpId="5" animBg="1"/>
      <p:bldP spid="6" grpId="6" animBg="1"/>
      <p:bldP spid="6" grpId="7" animBg="1"/>
      <p:bldP spid="6" grpId="8" animBg="1"/>
      <p:bldP spid="6" grpId="9" animBg="1"/>
      <p:bldP spid="10" grpId="0" animBg="1"/>
      <p:bldP spid="10" grpId="1" animBg="1"/>
      <p:bldP spid="10" grpId="2" animBg="1"/>
      <p:bldP spid="10" grpId="3" animBg="1"/>
      <p:bldP spid="11" grpId="0" animBg="1"/>
      <p:bldP spid="11" grpId="1" animBg="1"/>
      <p:bldP spid="11" grpId="2" animBg="1"/>
      <p:bldP spid="11" grpId="3" animBg="1"/>
      <p:bldP spid="11" grpId="4" animBg="1"/>
      <p:bldP spid="11" grpId="5"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199" y="1550084"/>
            <a:ext cx="10881575" cy="4709048"/>
          </a:xfrm>
        </p:spPr>
        <p:txBody>
          <a:bodyPr>
            <a:normAutofit/>
          </a:bodyPr>
          <a:lstStyle/>
          <a:p>
            <a:r>
              <a:rPr lang="en-US" sz="2400" dirty="0">
                <a:latin typeface="Corbel" panose="020B0503020204020204" pitchFamily="34" charset="0"/>
              </a:rPr>
              <a:t>According to AIIM survey, more than </a:t>
            </a:r>
            <a:r>
              <a:rPr lang="en-US" sz="3600" dirty="0">
                <a:latin typeface="Corbel" panose="020B0503020204020204" pitchFamily="34" charset="0"/>
              </a:rPr>
              <a:t>50%</a:t>
            </a:r>
            <a:r>
              <a:rPr lang="en-US" sz="2400" dirty="0">
                <a:latin typeface="Corbel" panose="020B0503020204020204" pitchFamily="34" charset="0"/>
              </a:rPr>
              <a:t> of the </a:t>
            </a:r>
            <a:r>
              <a:rPr lang="en-US" sz="2400" dirty="0" smtClean="0">
                <a:latin typeface="Corbel" panose="020B0503020204020204" pitchFamily="34" charset="0"/>
              </a:rPr>
              <a:t>processes </a:t>
            </a:r>
            <a:r>
              <a:rPr lang="en-US" sz="2400" dirty="0">
                <a:latin typeface="Corbel" panose="020B0503020204020204" pitchFamily="34" charset="0"/>
              </a:rPr>
              <a:t>are unstructured </a:t>
            </a:r>
          </a:p>
          <a:p>
            <a:r>
              <a:rPr lang="en-US" sz="2400" dirty="0">
                <a:latin typeface="Corbel" panose="020B0503020204020204" pitchFamily="34" charset="0"/>
              </a:rPr>
              <a:t>Unstructured process are </a:t>
            </a:r>
            <a:r>
              <a:rPr lang="en-US" sz="3600" dirty="0">
                <a:latin typeface="Corbel" panose="020B0503020204020204" pitchFamily="34" charset="0"/>
              </a:rPr>
              <a:t>straight jacketed </a:t>
            </a:r>
            <a:r>
              <a:rPr lang="en-US" sz="2400" dirty="0">
                <a:latin typeface="Corbel" panose="020B0503020204020204" pitchFamily="34" charset="0"/>
              </a:rPr>
              <a:t>into structured </a:t>
            </a:r>
            <a:r>
              <a:rPr lang="en-US" sz="2400" dirty="0" smtClean="0">
                <a:latin typeface="Corbel" panose="020B0503020204020204" pitchFamily="34" charset="0"/>
              </a:rPr>
              <a:t>processes </a:t>
            </a:r>
            <a:r>
              <a:rPr lang="en-US" sz="2400" dirty="0">
                <a:latin typeface="Corbel" panose="020B0503020204020204" pitchFamily="34" charset="0"/>
              </a:rPr>
              <a:t>flow</a:t>
            </a:r>
          </a:p>
          <a:p>
            <a:r>
              <a:rPr lang="en-US" sz="2400" dirty="0">
                <a:latin typeface="Corbel" panose="020B0503020204020204" pitchFamily="34" charset="0"/>
              </a:rPr>
              <a:t>Process model doesn’t show the real business </a:t>
            </a:r>
            <a:r>
              <a:rPr lang="en-US" sz="2400" dirty="0" smtClean="0">
                <a:latin typeface="Corbel" panose="020B0503020204020204" pitchFamily="34" charset="0"/>
              </a:rPr>
              <a:t>process</a:t>
            </a:r>
          </a:p>
          <a:p>
            <a:endParaRPr lang="en-US" sz="2400" dirty="0"/>
          </a:p>
          <a:p>
            <a:endParaRPr lang="en-US" sz="2400" dirty="0" smtClean="0"/>
          </a:p>
          <a:p>
            <a:endParaRPr lang="en-US" sz="2400" dirty="0"/>
          </a:p>
          <a:p>
            <a:endParaRPr lang="en-US" sz="2400" dirty="0" smtClean="0"/>
          </a:p>
          <a:p>
            <a:r>
              <a:rPr lang="en-US" sz="2400" dirty="0" smtClean="0">
                <a:latin typeface="Corbel" panose="020B0503020204020204" pitchFamily="34" charset="0"/>
              </a:rPr>
              <a:t>Drivers for modeling unstructured process: </a:t>
            </a:r>
            <a:r>
              <a:rPr lang="en-GB" sz="2100" i="1" dirty="0" smtClean="0">
                <a:latin typeface="Corbel" panose="020B0503020204020204" pitchFamily="34" charset="0"/>
              </a:rPr>
              <a:t>Documentation, Communicate, Redesign</a:t>
            </a:r>
            <a:endParaRPr lang="en-GB" sz="2100" i="1" dirty="0">
              <a:latin typeface="Corbel" panose="020B0503020204020204" pitchFamily="34" charset="0"/>
            </a:endParaRPr>
          </a:p>
          <a:p>
            <a:endParaRPr lang="en-US" sz="2400" dirty="0"/>
          </a:p>
          <a:p>
            <a:endParaRPr lang="en-US" dirty="0"/>
          </a:p>
        </p:txBody>
      </p:sp>
      <p:sp>
        <p:nvSpPr>
          <p:cNvPr id="6" name="Title 1"/>
          <p:cNvSpPr txBox="1">
            <a:spLocks/>
          </p:cNvSpPr>
          <p:nvPr/>
        </p:nvSpPr>
        <p:spPr>
          <a:xfrm>
            <a:off x="0" y="381207"/>
            <a:ext cx="3425779" cy="727365"/>
          </a:xfrm>
          <a:prstGeom prst="rect">
            <a:avLst/>
          </a:prstGeom>
          <a:solidFill>
            <a:schemeClr val="tx1"/>
          </a:solid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00000"/>
              </a:lnSpc>
            </a:pPr>
            <a:r>
              <a:rPr lang="en-GB" sz="3900" dirty="0" smtClean="0">
                <a:solidFill>
                  <a:schemeClr val="bg1"/>
                </a:solidFill>
                <a:latin typeface="Corbel" panose="020B0503020204020204" pitchFamily="34" charset="0"/>
              </a:rPr>
              <a:t>Problem</a:t>
            </a:r>
            <a:endParaRPr lang="en-US" sz="3900" dirty="0">
              <a:solidFill>
                <a:schemeClr val="bg1"/>
              </a:solidFill>
              <a:latin typeface="Corbel" panose="020B0503020204020204" pitchFamily="34" charset="0"/>
            </a:endParaRPr>
          </a:p>
        </p:txBody>
      </p:sp>
      <p:sp>
        <p:nvSpPr>
          <p:cNvPr id="7" name="Rounded Rectangle 6"/>
          <p:cNvSpPr/>
          <p:nvPr/>
        </p:nvSpPr>
        <p:spPr>
          <a:xfrm>
            <a:off x="1712889" y="3702509"/>
            <a:ext cx="7272808" cy="1224136"/>
          </a:xfrm>
          <a:prstGeom prst="roundRect">
            <a:avLst>
              <a:gd name="adj" fmla="val 7132"/>
            </a:avLst>
          </a:prstGeom>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dirty="0" smtClean="0">
                <a:latin typeface="Corbel" panose="020B0503020204020204" pitchFamily="34" charset="0"/>
              </a:rPr>
              <a:t>How can unstructured business processes be modelled in a flexible manner?</a:t>
            </a:r>
            <a:endParaRPr lang="en-GB" sz="2800" dirty="0">
              <a:latin typeface="Corbel" panose="020B0503020204020204" pitchFamily="34" charset="0"/>
            </a:endParaRPr>
          </a:p>
        </p:txBody>
      </p:sp>
      <p:sp>
        <p:nvSpPr>
          <p:cNvPr id="8" name="Slide Number Placeholder 7"/>
          <p:cNvSpPr>
            <a:spLocks noGrp="1"/>
          </p:cNvSpPr>
          <p:nvPr>
            <p:ph type="sldNum" sz="quarter" idx="12"/>
          </p:nvPr>
        </p:nvSpPr>
        <p:spPr/>
        <p:txBody>
          <a:bodyPr/>
          <a:lstStyle/>
          <a:p>
            <a:fld id="{AD155357-0EC8-4929-AE33-1B32B4D567E3}" type="slidenum">
              <a:rPr lang="en-US" smtClean="0"/>
              <a:t>8</a:t>
            </a:fld>
            <a:endParaRPr lang="en-US"/>
          </a:p>
        </p:txBody>
      </p:sp>
    </p:spTree>
    <p:extLst>
      <p:ext uri="{BB962C8B-B14F-4D97-AF65-F5344CB8AC3E}">
        <p14:creationId xmlns:p14="http://schemas.microsoft.com/office/powerpoint/2010/main" val="4146031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7" end="7"/>
                                            </p:txEl>
                                          </p:spTgt>
                                        </p:tgtEl>
                                        <p:attrNameLst>
                                          <p:attrName>style.visibility</p:attrName>
                                        </p:attrNameLst>
                                      </p:cBhvr>
                                      <p:to>
                                        <p:strVal val="visible"/>
                                      </p:to>
                                    </p:set>
                                    <p:animEffect transition="in" filter="fade">
                                      <p:cBhvr>
                                        <p:cTn id="1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982642">
            <a:off x="1187472" y="-3730477"/>
            <a:ext cx="7106002" cy="13651482"/>
          </a:xfrm>
          <a:prstGeom prst="rect">
            <a:avLst/>
          </a:prstGeom>
        </p:spPr>
      </p:pic>
      <p:pic>
        <p:nvPicPr>
          <p:cNvPr id="18" name="Picture 17">
            <a:hlinkClick r:id="" action="ppaction://noaction"/>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8045" y="6148828"/>
            <a:ext cx="1355139" cy="479239"/>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77428" y="2385581"/>
            <a:ext cx="7190655" cy="2596093"/>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89306" y="2745599"/>
            <a:ext cx="7190655" cy="2596094"/>
          </a:xfrm>
          <a:prstGeom prst="rect">
            <a:avLst/>
          </a:prstGeom>
        </p:spPr>
      </p:pic>
      <p:sp>
        <p:nvSpPr>
          <p:cNvPr id="2" name="Oval 1"/>
          <p:cNvSpPr/>
          <p:nvPr/>
        </p:nvSpPr>
        <p:spPr>
          <a:xfrm>
            <a:off x="7751570" y="4766350"/>
            <a:ext cx="206122" cy="206122"/>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10" name="Oval 9"/>
          <p:cNvSpPr/>
          <p:nvPr/>
        </p:nvSpPr>
        <p:spPr>
          <a:xfrm>
            <a:off x="7676557" y="4851640"/>
            <a:ext cx="107579" cy="107579"/>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11" name="Oval 10"/>
          <p:cNvSpPr/>
          <p:nvPr/>
        </p:nvSpPr>
        <p:spPr>
          <a:xfrm>
            <a:off x="7954757" y="3782696"/>
            <a:ext cx="195573" cy="195573"/>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12" name="Oval 11"/>
          <p:cNvSpPr/>
          <p:nvPr/>
        </p:nvSpPr>
        <p:spPr>
          <a:xfrm>
            <a:off x="9089271" y="3620051"/>
            <a:ext cx="142045" cy="142045"/>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13" name="Oval 12"/>
          <p:cNvSpPr/>
          <p:nvPr/>
        </p:nvSpPr>
        <p:spPr>
          <a:xfrm>
            <a:off x="10172609" y="3735026"/>
            <a:ext cx="142045" cy="142045"/>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 </a:t>
            </a:r>
            <a:endParaRPr lang="nl-NL" sz="1350" dirty="0"/>
          </a:p>
        </p:txBody>
      </p:sp>
      <p:sp>
        <p:nvSpPr>
          <p:cNvPr id="14" name="Oval 13"/>
          <p:cNvSpPr/>
          <p:nvPr/>
        </p:nvSpPr>
        <p:spPr>
          <a:xfrm>
            <a:off x="9461289" y="4084715"/>
            <a:ext cx="142045" cy="142045"/>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 </a:t>
            </a:r>
            <a:endParaRPr lang="nl-NL" sz="1350" dirty="0"/>
          </a:p>
        </p:txBody>
      </p:sp>
      <p:sp>
        <p:nvSpPr>
          <p:cNvPr id="15" name="Oval 14"/>
          <p:cNvSpPr/>
          <p:nvPr/>
        </p:nvSpPr>
        <p:spPr>
          <a:xfrm>
            <a:off x="9558520" y="4709595"/>
            <a:ext cx="142045" cy="142045"/>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 </a:t>
            </a:r>
            <a:endParaRPr lang="nl-NL" sz="1350" dirty="0"/>
          </a:p>
        </p:txBody>
      </p:sp>
      <p:sp>
        <p:nvSpPr>
          <p:cNvPr id="16" name="Oval 15"/>
          <p:cNvSpPr/>
          <p:nvPr/>
        </p:nvSpPr>
        <p:spPr>
          <a:xfrm>
            <a:off x="10584633" y="3914069"/>
            <a:ext cx="142045" cy="142045"/>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 </a:t>
            </a:r>
            <a:endParaRPr lang="nl-NL" sz="1350" dirty="0"/>
          </a:p>
        </p:txBody>
      </p:sp>
      <p:sp>
        <p:nvSpPr>
          <p:cNvPr id="17" name="Oval 16"/>
          <p:cNvSpPr/>
          <p:nvPr/>
        </p:nvSpPr>
        <p:spPr>
          <a:xfrm>
            <a:off x="11356362" y="2515762"/>
            <a:ext cx="142045" cy="142045"/>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 </a:t>
            </a:r>
            <a:endParaRPr lang="nl-NL" sz="1350" dirty="0"/>
          </a:p>
        </p:txBody>
      </p:sp>
      <p:sp>
        <p:nvSpPr>
          <p:cNvPr id="22" name="Oval 21">
            <a:hlinkClick r:id="" action="ppaction://noaction"/>
          </p:cNvPr>
          <p:cNvSpPr/>
          <p:nvPr/>
        </p:nvSpPr>
        <p:spPr>
          <a:xfrm>
            <a:off x="345460" y="3378962"/>
            <a:ext cx="643331" cy="643331"/>
          </a:xfrm>
          <a:prstGeom prst="ellipse">
            <a:avLst/>
          </a:prstGeom>
          <a:solidFill>
            <a:schemeClr val="tx1"/>
          </a:solidFill>
          <a:ln w="187325">
            <a:solidFill>
              <a:srgbClr val="52B6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23" name="Rectangle 22"/>
          <p:cNvSpPr/>
          <p:nvPr/>
        </p:nvSpPr>
        <p:spPr>
          <a:xfrm>
            <a:off x="549418" y="3584546"/>
            <a:ext cx="324128" cy="338554"/>
          </a:xfrm>
          <a:prstGeom prst="rect">
            <a:avLst/>
          </a:prstGeom>
        </p:spPr>
        <p:txBody>
          <a:bodyPr wrap="none">
            <a:spAutoFit/>
          </a:bodyPr>
          <a:lstStyle/>
          <a:p>
            <a:r>
              <a:rPr lang="en-US" sz="1600" b="1" dirty="0">
                <a:solidFill>
                  <a:schemeClr val="bg1"/>
                </a:solidFill>
                <a:latin typeface="Arial Narrow" panose="020B0606020202030204" pitchFamily="34" charset="0"/>
              </a:rPr>
              <a:t>2.</a:t>
            </a:r>
          </a:p>
        </p:txBody>
      </p:sp>
      <p:sp>
        <p:nvSpPr>
          <p:cNvPr id="6" name="TextBox 5"/>
          <p:cNvSpPr txBox="1"/>
          <p:nvPr/>
        </p:nvSpPr>
        <p:spPr>
          <a:xfrm>
            <a:off x="1055248" y="3209529"/>
            <a:ext cx="9671430" cy="1477071"/>
          </a:xfrm>
          <a:prstGeom prst="rect">
            <a:avLst/>
          </a:prstGeom>
          <a:noFill/>
        </p:spPr>
        <p:txBody>
          <a:bodyPr wrap="square" rtlCol="0">
            <a:spAutoFit/>
          </a:bodyPr>
          <a:lstStyle/>
          <a:p>
            <a:pPr lvl="0"/>
            <a:r>
              <a:rPr lang="en-US" sz="4499" b="1" dirty="0">
                <a:solidFill>
                  <a:schemeClr val="bg1"/>
                </a:solidFill>
                <a:latin typeface="Arial" panose="020B0604020202020204" pitchFamily="34" charset="0"/>
                <a:cs typeface="Arial" panose="020B0604020202020204" pitchFamily="34" charset="0"/>
              </a:rPr>
              <a:t> </a:t>
            </a:r>
            <a:r>
              <a:rPr lang="en-US" sz="3600" dirty="0">
                <a:solidFill>
                  <a:schemeClr val="bg1"/>
                </a:solidFill>
                <a:latin typeface="Corbel" panose="020B0503020204020204" pitchFamily="34" charset="0"/>
                <a:cs typeface="Arial" panose="020B0604020202020204" pitchFamily="34" charset="0"/>
              </a:rPr>
              <a:t>Modeling capabilities of </a:t>
            </a:r>
            <a:r>
              <a:rPr lang="en-US" sz="3600" dirty="0" smtClean="0">
                <a:solidFill>
                  <a:schemeClr val="bg1"/>
                </a:solidFill>
                <a:latin typeface="Corbel" panose="020B0503020204020204" pitchFamily="34" charset="0"/>
                <a:cs typeface="Arial" panose="020B0604020202020204" pitchFamily="34" charset="0"/>
              </a:rPr>
              <a:t> BPMN </a:t>
            </a:r>
            <a:r>
              <a:rPr lang="en-US" sz="3600" dirty="0">
                <a:solidFill>
                  <a:schemeClr val="bg1"/>
                </a:solidFill>
                <a:latin typeface="Corbel" panose="020B0503020204020204" pitchFamily="34" charset="0"/>
                <a:cs typeface="Arial" panose="020B0604020202020204" pitchFamily="34" charset="0"/>
              </a:rPr>
              <a:t>and CMMN</a:t>
            </a:r>
          </a:p>
          <a:p>
            <a:endParaRPr lang="en-US" sz="4499" b="1" dirty="0">
              <a:solidFill>
                <a:schemeClr val="bg1"/>
              </a:solidFill>
              <a:latin typeface="Corbel" panose="020B0503020204020204" pitchFamily="34" charset="0"/>
              <a:cs typeface="Arial" panose="020B0604020202020204" pitchFamily="34" charset="0"/>
            </a:endParaRPr>
          </a:p>
        </p:txBody>
      </p:sp>
      <p:sp>
        <p:nvSpPr>
          <p:cNvPr id="3" name="Slide Number Placeholder 2"/>
          <p:cNvSpPr>
            <a:spLocks noGrp="1"/>
          </p:cNvSpPr>
          <p:nvPr>
            <p:ph type="sldNum" sz="quarter" idx="12"/>
          </p:nvPr>
        </p:nvSpPr>
        <p:spPr/>
        <p:txBody>
          <a:bodyPr/>
          <a:lstStyle/>
          <a:p>
            <a:fld id="{AD155357-0EC8-4929-AE33-1B32B4D567E3}" type="slidenum">
              <a:rPr lang="en-US" smtClean="0"/>
              <a:t>9</a:t>
            </a:fld>
            <a:endParaRPr lang="en-US"/>
          </a:p>
        </p:txBody>
      </p:sp>
    </p:spTree>
    <p:extLst>
      <p:ext uri="{BB962C8B-B14F-4D97-AF65-F5344CB8AC3E}">
        <p14:creationId xmlns:p14="http://schemas.microsoft.com/office/powerpoint/2010/main" val="4294839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2" presetClass="entr" presetSubtype="12" accel="40000" decel="6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 calcmode="lin" valueType="num">
                                      <p:cBhvr additive="base">
                                        <p:cTn id="10" dur="500" fill="hold"/>
                                        <p:tgtEl>
                                          <p:spTgt spid="2"/>
                                        </p:tgtEl>
                                        <p:attrNameLst>
                                          <p:attrName>ppt_x</p:attrName>
                                        </p:attrNameLst>
                                      </p:cBhvr>
                                      <p:tavLst>
                                        <p:tav tm="0">
                                          <p:val>
                                            <p:strVal val="0-#ppt_w/2"/>
                                          </p:val>
                                        </p:tav>
                                        <p:tav tm="100000">
                                          <p:val>
                                            <p:strVal val="#ppt_x"/>
                                          </p:val>
                                        </p:tav>
                                      </p:tavLst>
                                    </p:anim>
                                    <p:anim calcmode="lin" valueType="num">
                                      <p:cBhvr additive="base">
                                        <p:cTn id="11" dur="500" fill="hold"/>
                                        <p:tgtEl>
                                          <p:spTgt spid="2"/>
                                        </p:tgtEl>
                                        <p:attrNameLst>
                                          <p:attrName>ppt_y</p:attrName>
                                        </p:attrNameLst>
                                      </p:cBhvr>
                                      <p:tavLst>
                                        <p:tav tm="0">
                                          <p:val>
                                            <p:strVal val="1+#ppt_h/2"/>
                                          </p:val>
                                        </p:tav>
                                        <p:tav tm="100000">
                                          <p:val>
                                            <p:strVal val="#ppt_y"/>
                                          </p:val>
                                        </p:tav>
                                      </p:tavLst>
                                    </p:anim>
                                  </p:childTnLst>
                                </p:cTn>
                              </p:par>
                              <p:par>
                                <p:cTn id="12" presetID="2" presetClass="entr" presetSubtype="4" accel="40000" decel="60000" fill="hold" grpId="0" nodeType="withEffect">
                                  <p:stCondLst>
                                    <p:cond delay="100"/>
                                  </p:stCondLst>
                                  <p:childTnLst>
                                    <p:set>
                                      <p:cBhvr>
                                        <p:cTn id="13" dur="1" fill="hold">
                                          <p:stCondLst>
                                            <p:cond delay="0"/>
                                          </p:stCondLst>
                                        </p:cTn>
                                        <p:tgtEl>
                                          <p:spTgt spid="10"/>
                                        </p:tgtEl>
                                        <p:attrNameLst>
                                          <p:attrName>style.visibility</p:attrName>
                                        </p:attrNameLst>
                                      </p:cBhvr>
                                      <p:to>
                                        <p:strVal val="visible"/>
                                      </p:to>
                                    </p:set>
                                    <p:anim calcmode="lin" valueType="num">
                                      <p:cBhvr additive="base">
                                        <p:cTn id="14" dur="500" fill="hold"/>
                                        <p:tgtEl>
                                          <p:spTgt spid="10"/>
                                        </p:tgtEl>
                                        <p:attrNameLst>
                                          <p:attrName>ppt_x</p:attrName>
                                        </p:attrNameLst>
                                      </p:cBhvr>
                                      <p:tavLst>
                                        <p:tav tm="0">
                                          <p:val>
                                            <p:strVal val="#ppt_x"/>
                                          </p:val>
                                        </p:tav>
                                        <p:tav tm="100000">
                                          <p:val>
                                            <p:strVal val="#ppt_x"/>
                                          </p:val>
                                        </p:tav>
                                      </p:tavLst>
                                    </p:anim>
                                    <p:anim calcmode="lin" valueType="num">
                                      <p:cBhvr additive="base">
                                        <p:cTn id="15" dur="500" fill="hold"/>
                                        <p:tgtEl>
                                          <p:spTgt spid="10"/>
                                        </p:tgtEl>
                                        <p:attrNameLst>
                                          <p:attrName>ppt_y</p:attrName>
                                        </p:attrNameLst>
                                      </p:cBhvr>
                                      <p:tavLst>
                                        <p:tav tm="0">
                                          <p:val>
                                            <p:strVal val="1+#ppt_h/2"/>
                                          </p:val>
                                        </p:tav>
                                        <p:tav tm="100000">
                                          <p:val>
                                            <p:strVal val="#ppt_y"/>
                                          </p:val>
                                        </p:tav>
                                      </p:tavLst>
                                    </p:anim>
                                  </p:childTnLst>
                                </p:cTn>
                              </p:par>
                              <p:par>
                                <p:cTn id="16" presetID="2" presetClass="entr" presetSubtype="9" accel="40000" decel="60000" fill="hold" grpId="0" nodeType="withEffect">
                                  <p:stCondLst>
                                    <p:cond delay="200"/>
                                  </p:stCondLst>
                                  <p:childTnLst>
                                    <p:set>
                                      <p:cBhvr>
                                        <p:cTn id="17" dur="1" fill="hold">
                                          <p:stCondLst>
                                            <p:cond delay="0"/>
                                          </p:stCondLst>
                                        </p:cTn>
                                        <p:tgtEl>
                                          <p:spTgt spid="11"/>
                                        </p:tgtEl>
                                        <p:attrNameLst>
                                          <p:attrName>style.visibility</p:attrName>
                                        </p:attrNameLst>
                                      </p:cBhvr>
                                      <p:to>
                                        <p:strVal val="visible"/>
                                      </p:to>
                                    </p:set>
                                    <p:anim calcmode="lin" valueType="num">
                                      <p:cBhvr additive="base">
                                        <p:cTn id="18" dur="500" fill="hold"/>
                                        <p:tgtEl>
                                          <p:spTgt spid="11"/>
                                        </p:tgtEl>
                                        <p:attrNameLst>
                                          <p:attrName>ppt_x</p:attrName>
                                        </p:attrNameLst>
                                      </p:cBhvr>
                                      <p:tavLst>
                                        <p:tav tm="0">
                                          <p:val>
                                            <p:strVal val="0-#ppt_w/2"/>
                                          </p:val>
                                        </p:tav>
                                        <p:tav tm="100000">
                                          <p:val>
                                            <p:strVal val="#ppt_x"/>
                                          </p:val>
                                        </p:tav>
                                      </p:tavLst>
                                    </p:anim>
                                    <p:anim calcmode="lin" valueType="num">
                                      <p:cBhvr additive="base">
                                        <p:cTn id="19" dur="500" fill="hold"/>
                                        <p:tgtEl>
                                          <p:spTgt spid="11"/>
                                        </p:tgtEl>
                                        <p:attrNameLst>
                                          <p:attrName>ppt_y</p:attrName>
                                        </p:attrNameLst>
                                      </p:cBhvr>
                                      <p:tavLst>
                                        <p:tav tm="0">
                                          <p:val>
                                            <p:strVal val="0-#ppt_h/2"/>
                                          </p:val>
                                        </p:tav>
                                        <p:tav tm="100000">
                                          <p:val>
                                            <p:strVal val="#ppt_y"/>
                                          </p:val>
                                        </p:tav>
                                      </p:tavLst>
                                    </p:anim>
                                  </p:childTnLst>
                                </p:cTn>
                              </p:par>
                              <p:par>
                                <p:cTn id="20" presetID="2" presetClass="entr" presetSubtype="1" accel="40000" decel="60000" fill="hold" grpId="0" nodeType="withEffect">
                                  <p:stCondLst>
                                    <p:cond delay="300"/>
                                  </p:stCondLst>
                                  <p:childTnLst>
                                    <p:set>
                                      <p:cBhvr>
                                        <p:cTn id="21" dur="1" fill="hold">
                                          <p:stCondLst>
                                            <p:cond delay="0"/>
                                          </p:stCondLst>
                                        </p:cTn>
                                        <p:tgtEl>
                                          <p:spTgt spid="12"/>
                                        </p:tgtEl>
                                        <p:attrNameLst>
                                          <p:attrName>style.visibility</p:attrName>
                                        </p:attrNameLst>
                                      </p:cBhvr>
                                      <p:to>
                                        <p:strVal val="visible"/>
                                      </p:to>
                                    </p:set>
                                    <p:anim calcmode="lin" valueType="num">
                                      <p:cBhvr additive="base">
                                        <p:cTn id="22" dur="500" fill="hold"/>
                                        <p:tgtEl>
                                          <p:spTgt spid="12"/>
                                        </p:tgtEl>
                                        <p:attrNameLst>
                                          <p:attrName>ppt_x</p:attrName>
                                        </p:attrNameLst>
                                      </p:cBhvr>
                                      <p:tavLst>
                                        <p:tav tm="0">
                                          <p:val>
                                            <p:strVal val="#ppt_x"/>
                                          </p:val>
                                        </p:tav>
                                        <p:tav tm="100000">
                                          <p:val>
                                            <p:strVal val="#ppt_x"/>
                                          </p:val>
                                        </p:tav>
                                      </p:tavLst>
                                    </p:anim>
                                    <p:anim calcmode="lin" valueType="num">
                                      <p:cBhvr additive="base">
                                        <p:cTn id="23" dur="500" fill="hold"/>
                                        <p:tgtEl>
                                          <p:spTgt spid="12"/>
                                        </p:tgtEl>
                                        <p:attrNameLst>
                                          <p:attrName>ppt_y</p:attrName>
                                        </p:attrNameLst>
                                      </p:cBhvr>
                                      <p:tavLst>
                                        <p:tav tm="0">
                                          <p:val>
                                            <p:strVal val="0-#ppt_h/2"/>
                                          </p:val>
                                        </p:tav>
                                        <p:tav tm="100000">
                                          <p:val>
                                            <p:strVal val="#ppt_y"/>
                                          </p:val>
                                        </p:tav>
                                      </p:tavLst>
                                    </p:anim>
                                  </p:childTnLst>
                                </p:cTn>
                              </p:par>
                              <p:par>
                                <p:cTn id="24" presetID="2" presetClass="entr" presetSubtype="3" accel="40000" decel="60000" fill="hold" grpId="0" nodeType="withEffect">
                                  <p:stCondLst>
                                    <p:cond delay="400"/>
                                  </p:stCondLst>
                                  <p:childTnLst>
                                    <p:set>
                                      <p:cBhvr>
                                        <p:cTn id="25" dur="1" fill="hold">
                                          <p:stCondLst>
                                            <p:cond delay="0"/>
                                          </p:stCondLst>
                                        </p:cTn>
                                        <p:tgtEl>
                                          <p:spTgt spid="13"/>
                                        </p:tgtEl>
                                        <p:attrNameLst>
                                          <p:attrName>style.visibility</p:attrName>
                                        </p:attrNameLst>
                                      </p:cBhvr>
                                      <p:to>
                                        <p:strVal val="visible"/>
                                      </p:to>
                                    </p:set>
                                    <p:anim calcmode="lin" valueType="num">
                                      <p:cBhvr additive="base">
                                        <p:cTn id="26" dur="500" fill="hold"/>
                                        <p:tgtEl>
                                          <p:spTgt spid="13"/>
                                        </p:tgtEl>
                                        <p:attrNameLst>
                                          <p:attrName>ppt_x</p:attrName>
                                        </p:attrNameLst>
                                      </p:cBhvr>
                                      <p:tavLst>
                                        <p:tav tm="0">
                                          <p:val>
                                            <p:strVal val="1+#ppt_w/2"/>
                                          </p:val>
                                        </p:tav>
                                        <p:tav tm="100000">
                                          <p:val>
                                            <p:strVal val="#ppt_x"/>
                                          </p:val>
                                        </p:tav>
                                      </p:tavLst>
                                    </p:anim>
                                    <p:anim calcmode="lin" valueType="num">
                                      <p:cBhvr additive="base">
                                        <p:cTn id="27" dur="500" fill="hold"/>
                                        <p:tgtEl>
                                          <p:spTgt spid="13"/>
                                        </p:tgtEl>
                                        <p:attrNameLst>
                                          <p:attrName>ppt_y</p:attrName>
                                        </p:attrNameLst>
                                      </p:cBhvr>
                                      <p:tavLst>
                                        <p:tav tm="0">
                                          <p:val>
                                            <p:strVal val="0-#ppt_h/2"/>
                                          </p:val>
                                        </p:tav>
                                        <p:tav tm="100000">
                                          <p:val>
                                            <p:strVal val="#ppt_y"/>
                                          </p:val>
                                        </p:tav>
                                      </p:tavLst>
                                    </p:anim>
                                  </p:childTnLst>
                                </p:cTn>
                              </p:par>
                              <p:par>
                                <p:cTn id="28" presetID="2" presetClass="entr" presetSubtype="6" accel="40000" decel="60000" fill="hold" grpId="0" nodeType="withEffect">
                                  <p:stCondLst>
                                    <p:cond delay="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500" fill="hold"/>
                                        <p:tgtEl>
                                          <p:spTgt spid="14"/>
                                        </p:tgtEl>
                                        <p:attrNameLst>
                                          <p:attrName>ppt_x</p:attrName>
                                        </p:attrNameLst>
                                      </p:cBhvr>
                                      <p:tavLst>
                                        <p:tav tm="0">
                                          <p:val>
                                            <p:strVal val="1+#ppt_w/2"/>
                                          </p:val>
                                        </p:tav>
                                        <p:tav tm="100000">
                                          <p:val>
                                            <p:strVal val="#ppt_x"/>
                                          </p:val>
                                        </p:tav>
                                      </p:tavLst>
                                    </p:anim>
                                    <p:anim calcmode="lin" valueType="num">
                                      <p:cBhvr additive="base">
                                        <p:cTn id="31" dur="500" fill="hold"/>
                                        <p:tgtEl>
                                          <p:spTgt spid="14"/>
                                        </p:tgtEl>
                                        <p:attrNameLst>
                                          <p:attrName>ppt_y</p:attrName>
                                        </p:attrNameLst>
                                      </p:cBhvr>
                                      <p:tavLst>
                                        <p:tav tm="0">
                                          <p:val>
                                            <p:strVal val="1+#ppt_h/2"/>
                                          </p:val>
                                        </p:tav>
                                        <p:tav tm="100000">
                                          <p:val>
                                            <p:strVal val="#ppt_y"/>
                                          </p:val>
                                        </p:tav>
                                      </p:tavLst>
                                    </p:anim>
                                  </p:childTnLst>
                                </p:cTn>
                              </p:par>
                              <p:par>
                                <p:cTn id="32" presetID="2" presetClass="entr" presetSubtype="12" accel="40000" decel="60000" fill="hold" grpId="0" nodeType="withEffect">
                                  <p:stCondLst>
                                    <p:cond delay="600"/>
                                  </p:stCondLst>
                                  <p:childTnLst>
                                    <p:set>
                                      <p:cBhvr>
                                        <p:cTn id="33" dur="1" fill="hold">
                                          <p:stCondLst>
                                            <p:cond delay="0"/>
                                          </p:stCondLst>
                                        </p:cTn>
                                        <p:tgtEl>
                                          <p:spTgt spid="15"/>
                                        </p:tgtEl>
                                        <p:attrNameLst>
                                          <p:attrName>style.visibility</p:attrName>
                                        </p:attrNameLst>
                                      </p:cBhvr>
                                      <p:to>
                                        <p:strVal val="visible"/>
                                      </p:to>
                                    </p:set>
                                    <p:anim calcmode="lin" valueType="num">
                                      <p:cBhvr additive="base">
                                        <p:cTn id="34" dur="500" fill="hold"/>
                                        <p:tgtEl>
                                          <p:spTgt spid="15"/>
                                        </p:tgtEl>
                                        <p:attrNameLst>
                                          <p:attrName>ppt_x</p:attrName>
                                        </p:attrNameLst>
                                      </p:cBhvr>
                                      <p:tavLst>
                                        <p:tav tm="0">
                                          <p:val>
                                            <p:strVal val="0-#ppt_w/2"/>
                                          </p:val>
                                        </p:tav>
                                        <p:tav tm="100000">
                                          <p:val>
                                            <p:strVal val="#ppt_x"/>
                                          </p:val>
                                        </p:tav>
                                      </p:tavLst>
                                    </p:anim>
                                    <p:anim calcmode="lin" valueType="num">
                                      <p:cBhvr additive="base">
                                        <p:cTn id="35" dur="500" fill="hold"/>
                                        <p:tgtEl>
                                          <p:spTgt spid="15"/>
                                        </p:tgtEl>
                                        <p:attrNameLst>
                                          <p:attrName>ppt_y</p:attrName>
                                        </p:attrNameLst>
                                      </p:cBhvr>
                                      <p:tavLst>
                                        <p:tav tm="0">
                                          <p:val>
                                            <p:strVal val="1+#ppt_h/2"/>
                                          </p:val>
                                        </p:tav>
                                        <p:tav tm="100000">
                                          <p:val>
                                            <p:strVal val="#ppt_y"/>
                                          </p:val>
                                        </p:tav>
                                      </p:tavLst>
                                    </p:anim>
                                  </p:childTnLst>
                                </p:cTn>
                              </p:par>
                              <p:par>
                                <p:cTn id="36" presetID="2" presetClass="entr" presetSubtype="2" accel="40000" decel="60000" fill="hold" grpId="0" nodeType="withEffect">
                                  <p:stCondLst>
                                    <p:cond delay="700"/>
                                  </p:stCondLst>
                                  <p:childTnLst>
                                    <p:set>
                                      <p:cBhvr>
                                        <p:cTn id="37" dur="1" fill="hold">
                                          <p:stCondLst>
                                            <p:cond delay="0"/>
                                          </p:stCondLst>
                                        </p:cTn>
                                        <p:tgtEl>
                                          <p:spTgt spid="16"/>
                                        </p:tgtEl>
                                        <p:attrNameLst>
                                          <p:attrName>style.visibility</p:attrName>
                                        </p:attrNameLst>
                                      </p:cBhvr>
                                      <p:to>
                                        <p:strVal val="visible"/>
                                      </p:to>
                                    </p:set>
                                    <p:anim calcmode="lin" valueType="num">
                                      <p:cBhvr additive="base">
                                        <p:cTn id="38" dur="500" fill="hold"/>
                                        <p:tgtEl>
                                          <p:spTgt spid="16"/>
                                        </p:tgtEl>
                                        <p:attrNameLst>
                                          <p:attrName>ppt_x</p:attrName>
                                        </p:attrNameLst>
                                      </p:cBhvr>
                                      <p:tavLst>
                                        <p:tav tm="0">
                                          <p:val>
                                            <p:strVal val="1+#ppt_w/2"/>
                                          </p:val>
                                        </p:tav>
                                        <p:tav tm="100000">
                                          <p:val>
                                            <p:strVal val="#ppt_x"/>
                                          </p:val>
                                        </p:tav>
                                      </p:tavLst>
                                    </p:anim>
                                    <p:anim calcmode="lin" valueType="num">
                                      <p:cBhvr additive="base">
                                        <p:cTn id="39" dur="500" fill="hold"/>
                                        <p:tgtEl>
                                          <p:spTgt spid="16"/>
                                        </p:tgtEl>
                                        <p:attrNameLst>
                                          <p:attrName>ppt_y</p:attrName>
                                        </p:attrNameLst>
                                      </p:cBhvr>
                                      <p:tavLst>
                                        <p:tav tm="0">
                                          <p:val>
                                            <p:strVal val="#ppt_y"/>
                                          </p:val>
                                        </p:tav>
                                        <p:tav tm="100000">
                                          <p:val>
                                            <p:strVal val="#ppt_y"/>
                                          </p:val>
                                        </p:tav>
                                      </p:tavLst>
                                    </p:anim>
                                  </p:childTnLst>
                                </p:cTn>
                              </p:par>
                              <p:par>
                                <p:cTn id="40" presetID="2" presetClass="entr" presetSubtype="2" accel="40000" decel="60000" fill="hold" grpId="0" nodeType="withEffect">
                                  <p:stCondLst>
                                    <p:cond delay="800"/>
                                  </p:stCondLst>
                                  <p:childTnLst>
                                    <p:set>
                                      <p:cBhvr>
                                        <p:cTn id="41" dur="1" fill="hold">
                                          <p:stCondLst>
                                            <p:cond delay="0"/>
                                          </p:stCondLst>
                                        </p:cTn>
                                        <p:tgtEl>
                                          <p:spTgt spid="17"/>
                                        </p:tgtEl>
                                        <p:attrNameLst>
                                          <p:attrName>style.visibility</p:attrName>
                                        </p:attrNameLst>
                                      </p:cBhvr>
                                      <p:to>
                                        <p:strVal val="visible"/>
                                      </p:to>
                                    </p:set>
                                    <p:anim calcmode="lin" valueType="num">
                                      <p:cBhvr additive="base">
                                        <p:cTn id="42" dur="500" fill="hold"/>
                                        <p:tgtEl>
                                          <p:spTgt spid="17"/>
                                        </p:tgtEl>
                                        <p:attrNameLst>
                                          <p:attrName>ppt_x</p:attrName>
                                        </p:attrNameLst>
                                      </p:cBhvr>
                                      <p:tavLst>
                                        <p:tav tm="0">
                                          <p:val>
                                            <p:strVal val="1+#ppt_w/2"/>
                                          </p:val>
                                        </p:tav>
                                        <p:tav tm="100000">
                                          <p:val>
                                            <p:strVal val="#ppt_x"/>
                                          </p:val>
                                        </p:tav>
                                      </p:tavLst>
                                    </p:anim>
                                    <p:anim calcmode="lin" valueType="num">
                                      <p:cBhvr additive="base">
                                        <p:cTn id="43" dur="500" fill="hold"/>
                                        <p:tgtEl>
                                          <p:spTgt spid="17"/>
                                        </p:tgtEl>
                                        <p:attrNameLst>
                                          <p:attrName>ppt_y</p:attrName>
                                        </p:attrNameLst>
                                      </p:cBhvr>
                                      <p:tavLst>
                                        <p:tav tm="0">
                                          <p:val>
                                            <p:strVal val="#ppt_y"/>
                                          </p:val>
                                        </p:tav>
                                        <p:tav tm="100000">
                                          <p:val>
                                            <p:strVal val="#ppt_y"/>
                                          </p:val>
                                        </p:tav>
                                      </p:tavLst>
                                    </p:anim>
                                  </p:childTnLst>
                                </p:cTn>
                              </p:par>
                              <p:par>
                                <p:cTn id="44" presetID="6" presetClass="entr" presetSubtype="32" fill="hold" nodeType="withEffect">
                                  <p:stCondLst>
                                    <p:cond delay="200"/>
                                  </p:stCondLst>
                                  <p:childTnLst>
                                    <p:set>
                                      <p:cBhvr>
                                        <p:cTn id="45" dur="1" fill="hold">
                                          <p:stCondLst>
                                            <p:cond delay="0"/>
                                          </p:stCondLst>
                                        </p:cTn>
                                        <p:tgtEl>
                                          <p:spTgt spid="9"/>
                                        </p:tgtEl>
                                        <p:attrNameLst>
                                          <p:attrName>style.visibility</p:attrName>
                                        </p:attrNameLst>
                                      </p:cBhvr>
                                      <p:to>
                                        <p:strVal val="visible"/>
                                      </p:to>
                                    </p:set>
                                    <p:animEffect transition="in" filter="circle(out)">
                                      <p:cBhvr>
                                        <p:cTn id="46" dur="1000"/>
                                        <p:tgtEl>
                                          <p:spTgt spid="9"/>
                                        </p:tgtEl>
                                      </p:cBhvr>
                                    </p:animEffect>
                                  </p:childTnLst>
                                </p:cTn>
                              </p:par>
                              <p:par>
                                <p:cTn id="47" presetID="50" presetClass="entr" presetSubtype="0" decel="100000" fill="hold" nodeType="withEffect">
                                  <p:stCondLst>
                                    <p:cond delay="200"/>
                                  </p:stCondLst>
                                  <p:childTnLst>
                                    <p:set>
                                      <p:cBhvr>
                                        <p:cTn id="48" dur="1" fill="hold">
                                          <p:stCondLst>
                                            <p:cond delay="0"/>
                                          </p:stCondLst>
                                        </p:cTn>
                                        <p:tgtEl>
                                          <p:spTgt spid="8"/>
                                        </p:tgtEl>
                                        <p:attrNameLst>
                                          <p:attrName>style.visibility</p:attrName>
                                        </p:attrNameLst>
                                      </p:cBhvr>
                                      <p:to>
                                        <p:strVal val="visible"/>
                                      </p:to>
                                    </p:set>
                                    <p:anim calcmode="lin" valueType="num">
                                      <p:cBhvr>
                                        <p:cTn id="49" dur="1000" fill="hold"/>
                                        <p:tgtEl>
                                          <p:spTgt spid="8"/>
                                        </p:tgtEl>
                                        <p:attrNameLst>
                                          <p:attrName>ppt_w</p:attrName>
                                        </p:attrNameLst>
                                      </p:cBhvr>
                                      <p:tavLst>
                                        <p:tav tm="0">
                                          <p:val>
                                            <p:strVal val="#ppt_w+.3"/>
                                          </p:val>
                                        </p:tav>
                                        <p:tav tm="100000">
                                          <p:val>
                                            <p:strVal val="#ppt_w"/>
                                          </p:val>
                                        </p:tav>
                                      </p:tavLst>
                                    </p:anim>
                                    <p:anim calcmode="lin" valueType="num">
                                      <p:cBhvr>
                                        <p:cTn id="50" dur="1000" fill="hold"/>
                                        <p:tgtEl>
                                          <p:spTgt spid="8"/>
                                        </p:tgtEl>
                                        <p:attrNameLst>
                                          <p:attrName>ppt_h</p:attrName>
                                        </p:attrNameLst>
                                      </p:cBhvr>
                                      <p:tavLst>
                                        <p:tav tm="0">
                                          <p:val>
                                            <p:strVal val="#ppt_h"/>
                                          </p:val>
                                        </p:tav>
                                        <p:tav tm="100000">
                                          <p:val>
                                            <p:strVal val="#ppt_h"/>
                                          </p:val>
                                        </p:tav>
                                      </p:tavLst>
                                    </p:anim>
                                    <p:animEffect transition="in" filter="fade">
                                      <p:cBhvr>
                                        <p:cTn id="51" dur="1000"/>
                                        <p:tgtEl>
                                          <p:spTgt spid="8"/>
                                        </p:tgtEl>
                                      </p:cBhvr>
                                    </p:animEffect>
                                  </p:childTnLst>
                                </p:cTn>
                              </p:par>
                              <p:par>
                                <p:cTn id="52" presetID="53" presetClass="entr" presetSubtype="16" fill="hold" grpId="0" nodeType="withEffect">
                                  <p:stCondLst>
                                    <p:cond delay="300"/>
                                  </p:stCondLst>
                                  <p:childTnLst>
                                    <p:set>
                                      <p:cBhvr>
                                        <p:cTn id="53" dur="1" fill="hold">
                                          <p:stCondLst>
                                            <p:cond delay="0"/>
                                          </p:stCondLst>
                                        </p:cTn>
                                        <p:tgtEl>
                                          <p:spTgt spid="22"/>
                                        </p:tgtEl>
                                        <p:attrNameLst>
                                          <p:attrName>style.visibility</p:attrName>
                                        </p:attrNameLst>
                                      </p:cBhvr>
                                      <p:to>
                                        <p:strVal val="visible"/>
                                      </p:to>
                                    </p:set>
                                    <p:anim calcmode="lin" valueType="num">
                                      <p:cBhvr>
                                        <p:cTn id="54" dur="500" fill="hold"/>
                                        <p:tgtEl>
                                          <p:spTgt spid="22"/>
                                        </p:tgtEl>
                                        <p:attrNameLst>
                                          <p:attrName>ppt_w</p:attrName>
                                        </p:attrNameLst>
                                      </p:cBhvr>
                                      <p:tavLst>
                                        <p:tav tm="0">
                                          <p:val>
                                            <p:fltVal val="0"/>
                                          </p:val>
                                        </p:tav>
                                        <p:tav tm="100000">
                                          <p:val>
                                            <p:strVal val="#ppt_w"/>
                                          </p:val>
                                        </p:tav>
                                      </p:tavLst>
                                    </p:anim>
                                    <p:anim calcmode="lin" valueType="num">
                                      <p:cBhvr>
                                        <p:cTn id="55" dur="500" fill="hold"/>
                                        <p:tgtEl>
                                          <p:spTgt spid="22"/>
                                        </p:tgtEl>
                                        <p:attrNameLst>
                                          <p:attrName>ppt_h</p:attrName>
                                        </p:attrNameLst>
                                      </p:cBhvr>
                                      <p:tavLst>
                                        <p:tav tm="0">
                                          <p:val>
                                            <p:fltVal val="0"/>
                                          </p:val>
                                        </p:tav>
                                        <p:tav tm="100000">
                                          <p:val>
                                            <p:strVal val="#ppt_h"/>
                                          </p:val>
                                        </p:tav>
                                      </p:tavLst>
                                    </p:anim>
                                    <p:animEffect transition="in" filter="fade">
                                      <p:cBhvr>
                                        <p:cTn id="56" dur="500"/>
                                        <p:tgtEl>
                                          <p:spTgt spid="22"/>
                                        </p:tgtEl>
                                      </p:cBhvr>
                                    </p:animEffect>
                                  </p:childTnLst>
                                </p:cTn>
                              </p:par>
                              <p:par>
                                <p:cTn id="57" presetID="10" presetClass="entr" presetSubtype="0" fill="hold" grpId="0" nodeType="withEffect">
                                  <p:stCondLst>
                                    <p:cond delay="50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 grpId="0" animBg="1"/>
      <p:bldP spid="11" grpId="0" animBg="1"/>
      <p:bldP spid="12" grpId="0" animBg="1"/>
      <p:bldP spid="13" grpId="0" animBg="1"/>
      <p:bldP spid="14" grpId="0" animBg="1"/>
      <p:bldP spid="15" grpId="0" animBg="1"/>
      <p:bldP spid="16" grpId="0" animBg="1"/>
      <p:bldP spid="17" grpId="0" animBg="1"/>
      <p:bldP spid="22" grpId="0" animBg="1"/>
      <p:bldP spid="23"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89764" y="1499442"/>
            <a:ext cx="10713345" cy="5114081"/>
          </a:xfrm>
        </p:spPr>
        <p:txBody>
          <a:bodyPr>
            <a:normAutofit/>
          </a:bodyPr>
          <a:lstStyle/>
          <a:p>
            <a:r>
              <a:rPr lang="en-GB" dirty="0">
                <a:latin typeface="Corbel" panose="020B0503020204020204" pitchFamily="34" charset="0"/>
              </a:rPr>
              <a:t>Assess the capabilities of modelling languages </a:t>
            </a:r>
            <a:r>
              <a:rPr lang="en-GB" dirty="0" smtClean="0">
                <a:latin typeface="Corbel" panose="020B0503020204020204" pitchFamily="34" charset="0"/>
              </a:rPr>
              <a:t>to model an unstructured </a:t>
            </a:r>
            <a:r>
              <a:rPr lang="en-GB" dirty="0">
                <a:latin typeface="Corbel" panose="020B0503020204020204" pitchFamily="34" charset="0"/>
              </a:rPr>
              <a:t>business </a:t>
            </a:r>
            <a:r>
              <a:rPr lang="en-GB" dirty="0" smtClean="0">
                <a:latin typeface="Corbel" panose="020B0503020204020204" pitchFamily="34" charset="0"/>
              </a:rPr>
              <a:t>process</a:t>
            </a:r>
            <a:endParaRPr lang="en-GB" dirty="0">
              <a:latin typeface="Corbel" panose="020B0503020204020204" pitchFamily="34" charset="0"/>
            </a:endParaRPr>
          </a:p>
          <a:p>
            <a:pPr lvl="1"/>
            <a:r>
              <a:rPr lang="en-GB" sz="2000" dirty="0">
                <a:latin typeface="Corbel" panose="020B0503020204020204" pitchFamily="34" charset="0"/>
              </a:rPr>
              <a:t>Business Process Model and Notation (BPMN) </a:t>
            </a:r>
          </a:p>
          <a:p>
            <a:pPr lvl="2"/>
            <a:r>
              <a:rPr lang="en-GB" dirty="0">
                <a:latin typeface="Corbel" panose="020B0503020204020204" pitchFamily="34" charset="0"/>
              </a:rPr>
              <a:t>Initially proposed by Business process </a:t>
            </a:r>
            <a:r>
              <a:rPr lang="en-GB" dirty="0" smtClean="0">
                <a:latin typeface="Corbel" panose="020B0503020204020204" pitchFamily="34" charset="0"/>
              </a:rPr>
              <a:t>management </a:t>
            </a:r>
            <a:r>
              <a:rPr lang="en-GB" dirty="0">
                <a:latin typeface="Corbel" panose="020B0503020204020204" pitchFamily="34" charset="0"/>
              </a:rPr>
              <a:t>initiative and later adopted by OMG</a:t>
            </a:r>
          </a:p>
          <a:p>
            <a:pPr lvl="2"/>
            <a:r>
              <a:rPr lang="en-GB" dirty="0">
                <a:latin typeface="Corbel" panose="020B0503020204020204" pitchFamily="34" charset="0"/>
              </a:rPr>
              <a:t>BPMN version 2.0 realised in 2011</a:t>
            </a:r>
          </a:p>
          <a:p>
            <a:pPr lvl="1"/>
            <a:r>
              <a:rPr lang="en-GB" sz="2000" dirty="0">
                <a:latin typeface="Corbel" panose="020B0503020204020204" pitchFamily="34" charset="0"/>
              </a:rPr>
              <a:t>Case Management Model and Notation (CMMN)</a:t>
            </a:r>
          </a:p>
          <a:p>
            <a:pPr lvl="2"/>
            <a:r>
              <a:rPr lang="en-GB" dirty="0">
                <a:latin typeface="Corbel" panose="020B0503020204020204" pitchFamily="34" charset="0"/>
              </a:rPr>
              <a:t>Proposed by OMG specifically for unstructured business processes</a:t>
            </a:r>
          </a:p>
          <a:p>
            <a:pPr lvl="2"/>
            <a:r>
              <a:rPr lang="en-GB" dirty="0">
                <a:latin typeface="Corbel" panose="020B0503020204020204" pitchFamily="34" charset="0"/>
              </a:rPr>
              <a:t>CMMN specification realised in </a:t>
            </a:r>
            <a:r>
              <a:rPr lang="en-GB" dirty="0" smtClean="0">
                <a:latin typeface="Corbel" panose="020B0503020204020204" pitchFamily="34" charset="0"/>
              </a:rPr>
              <a:t>2014</a:t>
            </a:r>
          </a:p>
          <a:p>
            <a:pPr marL="914400" lvl="2" indent="0">
              <a:buNone/>
            </a:pPr>
            <a:endParaRPr lang="en-GB" sz="1800" dirty="0">
              <a:latin typeface="Corbel" panose="020B0503020204020204" pitchFamily="34" charset="0"/>
            </a:endParaRPr>
          </a:p>
          <a:p>
            <a:r>
              <a:rPr lang="en-GB" dirty="0">
                <a:latin typeface="Corbel" panose="020B0503020204020204" pitchFamily="34" charset="0"/>
              </a:rPr>
              <a:t>With a sample admission business process for </a:t>
            </a:r>
            <a:r>
              <a:rPr lang="en-GB" dirty="0" smtClean="0">
                <a:latin typeface="Corbel" panose="020B0503020204020204" pitchFamily="34" charset="0"/>
              </a:rPr>
              <a:t>a student in university</a:t>
            </a:r>
            <a:endParaRPr lang="en-GB" dirty="0">
              <a:latin typeface="Corbel" panose="020B0503020204020204" pitchFamily="34" charset="0"/>
            </a:endParaRPr>
          </a:p>
          <a:p>
            <a:endParaRPr lang="en-GB" dirty="0" smtClean="0"/>
          </a:p>
        </p:txBody>
      </p:sp>
      <p:sp>
        <p:nvSpPr>
          <p:cNvPr id="5" name="Title 1"/>
          <p:cNvSpPr txBox="1">
            <a:spLocks/>
          </p:cNvSpPr>
          <p:nvPr/>
        </p:nvSpPr>
        <p:spPr>
          <a:xfrm>
            <a:off x="0" y="381207"/>
            <a:ext cx="4365938" cy="727365"/>
          </a:xfrm>
          <a:prstGeom prst="rect">
            <a:avLst/>
          </a:prstGeom>
          <a:solidFill>
            <a:schemeClr val="tx1"/>
          </a:solid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00000"/>
              </a:lnSpc>
            </a:pPr>
            <a:r>
              <a:rPr lang="en-GB" sz="3900" dirty="0" smtClean="0">
                <a:solidFill>
                  <a:schemeClr val="bg1"/>
                </a:solidFill>
                <a:latin typeface="Corbel" panose="020B0503020204020204" pitchFamily="34" charset="0"/>
              </a:rPr>
              <a:t>Modelling of UBP</a:t>
            </a:r>
            <a:endParaRPr lang="en-US" sz="3900" dirty="0">
              <a:solidFill>
                <a:schemeClr val="bg1"/>
              </a:solidFill>
              <a:latin typeface="Corbel" panose="020B0503020204020204" pitchFamily="34" charset="0"/>
            </a:endParaRPr>
          </a:p>
        </p:txBody>
      </p:sp>
      <p:sp>
        <p:nvSpPr>
          <p:cNvPr id="2" name="Slide Number Placeholder 1"/>
          <p:cNvSpPr>
            <a:spLocks noGrp="1"/>
          </p:cNvSpPr>
          <p:nvPr>
            <p:ph type="sldNum" sz="quarter" idx="12"/>
          </p:nvPr>
        </p:nvSpPr>
        <p:spPr/>
        <p:txBody>
          <a:bodyPr/>
          <a:lstStyle/>
          <a:p>
            <a:fld id="{AD155357-0EC8-4929-AE33-1B32B4D567E3}" type="slidenum">
              <a:rPr lang="en-US" smtClean="0"/>
              <a:t>10</a:t>
            </a:fld>
            <a:endParaRPr lang="en-US"/>
          </a:p>
        </p:txBody>
      </p:sp>
    </p:spTree>
    <p:extLst>
      <p:ext uri="{BB962C8B-B14F-4D97-AF65-F5344CB8AC3E}">
        <p14:creationId xmlns:p14="http://schemas.microsoft.com/office/powerpoint/2010/main" val="1356386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fade">
                                      <p:cBhvr>
                                        <p:cTn id="29"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7400" y="1487207"/>
            <a:ext cx="9781674" cy="4633000"/>
          </a:xfrm>
          <a:prstGeom prst="rect">
            <a:avLst/>
          </a:prstGeom>
        </p:spPr>
      </p:pic>
      <p:sp>
        <p:nvSpPr>
          <p:cNvPr id="12" name="Pentagon 11"/>
          <p:cNvSpPr/>
          <p:nvPr/>
        </p:nvSpPr>
        <p:spPr>
          <a:xfrm>
            <a:off x="0" y="1809763"/>
            <a:ext cx="1547664" cy="874800"/>
          </a:xfrm>
          <a:prstGeom prst="homePlate">
            <a:avLst>
              <a:gd name="adj" fmla="val 22152"/>
            </a:avLst>
          </a:prstGeom>
          <a:solidFill>
            <a:srgbClr val="0D95BC"/>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dirty="0">
                <a:latin typeface="Corbel" panose="020B0503020204020204" pitchFamily="34" charset="0"/>
              </a:rPr>
              <a:t>Task Ordering</a:t>
            </a:r>
          </a:p>
        </p:txBody>
      </p:sp>
      <p:sp>
        <p:nvSpPr>
          <p:cNvPr id="14" name="Pentagon 13"/>
          <p:cNvSpPr/>
          <p:nvPr/>
        </p:nvSpPr>
        <p:spPr>
          <a:xfrm>
            <a:off x="0" y="2809690"/>
            <a:ext cx="1547664" cy="874800"/>
          </a:xfrm>
          <a:prstGeom prst="homePlate">
            <a:avLst>
              <a:gd name="adj" fmla="val 16583"/>
            </a:avLst>
          </a:prstGeom>
          <a:solidFill>
            <a:srgbClr val="A2B931"/>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dirty="0"/>
              <a:t>Unavailable </a:t>
            </a:r>
            <a:r>
              <a:rPr lang="en-GB" sz="1600" dirty="0"/>
              <a:t>Optional Task</a:t>
            </a:r>
          </a:p>
        </p:txBody>
      </p:sp>
      <p:sp>
        <p:nvSpPr>
          <p:cNvPr id="16" name="Slide Number Placeholder 15"/>
          <p:cNvSpPr>
            <a:spLocks noGrp="1"/>
          </p:cNvSpPr>
          <p:nvPr>
            <p:ph type="sldNum" sz="quarter" idx="12"/>
          </p:nvPr>
        </p:nvSpPr>
        <p:spPr>
          <a:xfrm>
            <a:off x="1524000" y="6477000"/>
            <a:ext cx="533400" cy="381000"/>
          </a:xfrm>
        </p:spPr>
        <p:txBody>
          <a:bodyPr/>
          <a:lstStyle/>
          <a:p>
            <a:endParaRPr lang="en-GB" dirty="0">
              <a:solidFill>
                <a:schemeClr val="tx1"/>
              </a:solidFill>
            </a:endParaRPr>
          </a:p>
        </p:txBody>
      </p:sp>
      <p:sp>
        <p:nvSpPr>
          <p:cNvPr id="20" name="Pentagon 19"/>
          <p:cNvSpPr/>
          <p:nvPr/>
        </p:nvSpPr>
        <p:spPr>
          <a:xfrm>
            <a:off x="-24000" y="3803707"/>
            <a:ext cx="1548000" cy="874800"/>
          </a:xfrm>
          <a:prstGeom prst="homePlate">
            <a:avLst>
              <a:gd name="adj" fmla="val 17379"/>
            </a:avLst>
          </a:prstGeom>
          <a:solidFill>
            <a:srgbClr val="E4594A"/>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dirty="0">
                <a:latin typeface="Corbel" panose="020B0503020204020204" pitchFamily="34" charset="0"/>
              </a:rPr>
              <a:t> Limited Data View</a:t>
            </a:r>
          </a:p>
        </p:txBody>
      </p:sp>
      <p:sp>
        <p:nvSpPr>
          <p:cNvPr id="15" name="Title 1"/>
          <p:cNvSpPr txBox="1">
            <a:spLocks/>
          </p:cNvSpPr>
          <p:nvPr/>
        </p:nvSpPr>
        <p:spPr>
          <a:xfrm>
            <a:off x="-1" y="381207"/>
            <a:ext cx="5602311" cy="727365"/>
          </a:xfrm>
          <a:prstGeom prst="rect">
            <a:avLst/>
          </a:prstGeom>
          <a:solidFill>
            <a:schemeClr val="tx1"/>
          </a:solid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00000"/>
              </a:lnSpc>
            </a:pPr>
            <a:r>
              <a:rPr lang="en-GB" sz="3200" dirty="0" smtClean="0">
                <a:solidFill>
                  <a:schemeClr val="bg1"/>
                </a:solidFill>
                <a:latin typeface="Corbel" panose="020B0503020204020204" pitchFamily="34" charset="0"/>
              </a:rPr>
              <a:t>Modelling of UBP with BPMN</a:t>
            </a:r>
            <a:endParaRPr lang="en-US" sz="3200" dirty="0">
              <a:solidFill>
                <a:schemeClr val="bg1"/>
              </a:solidFill>
              <a:latin typeface="Corbel" panose="020B0503020204020204" pitchFamily="34" charset="0"/>
            </a:endParaRPr>
          </a:p>
        </p:txBody>
      </p:sp>
    </p:spTree>
    <p:extLst>
      <p:ext uri="{BB962C8B-B14F-4D97-AF65-F5344CB8AC3E}">
        <p14:creationId xmlns:p14="http://schemas.microsoft.com/office/powerpoint/2010/main" val="1166550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2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7400" y="1199724"/>
            <a:ext cx="9500995" cy="5467776"/>
          </a:xfrm>
          <a:prstGeom prst="rect">
            <a:avLst/>
          </a:prstGeom>
        </p:spPr>
      </p:pic>
      <p:sp>
        <p:nvSpPr>
          <p:cNvPr id="10" name="Title 1"/>
          <p:cNvSpPr txBox="1">
            <a:spLocks/>
          </p:cNvSpPr>
          <p:nvPr/>
        </p:nvSpPr>
        <p:spPr>
          <a:xfrm>
            <a:off x="0" y="381207"/>
            <a:ext cx="5731100" cy="727365"/>
          </a:xfrm>
          <a:prstGeom prst="rect">
            <a:avLst/>
          </a:prstGeom>
          <a:solidFill>
            <a:schemeClr val="tx1"/>
          </a:solid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00000"/>
              </a:lnSpc>
            </a:pPr>
            <a:r>
              <a:rPr lang="en-GB" sz="3200" dirty="0" smtClean="0">
                <a:solidFill>
                  <a:schemeClr val="bg1"/>
                </a:solidFill>
                <a:latin typeface="Corbel" panose="020B0503020204020204" pitchFamily="34" charset="0"/>
              </a:rPr>
              <a:t>Modelling of UBP with CMMN</a:t>
            </a:r>
            <a:endParaRPr lang="en-US" sz="3200" dirty="0">
              <a:solidFill>
                <a:schemeClr val="bg1"/>
              </a:solidFill>
              <a:latin typeface="Corbel" panose="020B0503020204020204" pitchFamily="34" charset="0"/>
            </a:endParaRPr>
          </a:p>
        </p:txBody>
      </p:sp>
      <p:sp>
        <p:nvSpPr>
          <p:cNvPr id="11" name="Pentagon 10"/>
          <p:cNvSpPr/>
          <p:nvPr/>
        </p:nvSpPr>
        <p:spPr>
          <a:xfrm>
            <a:off x="0" y="1595772"/>
            <a:ext cx="1547664" cy="858815"/>
          </a:xfrm>
          <a:prstGeom prst="homePlate">
            <a:avLst>
              <a:gd name="adj" fmla="val 22152"/>
            </a:avLst>
          </a:prstGeom>
          <a:solidFill>
            <a:srgbClr val="40BAD2"/>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dirty="0">
                <a:latin typeface="Corbel" panose="020B0503020204020204" pitchFamily="34" charset="0"/>
              </a:rPr>
              <a:t> </a:t>
            </a:r>
            <a:r>
              <a:rPr lang="en-GB" dirty="0" smtClean="0">
                <a:latin typeface="Corbel" panose="020B0503020204020204" pitchFamily="34" charset="0"/>
              </a:rPr>
              <a:t>No Sequential Flow</a:t>
            </a:r>
            <a:endParaRPr lang="en-GB" dirty="0">
              <a:latin typeface="Corbel" panose="020B0503020204020204" pitchFamily="34" charset="0"/>
            </a:endParaRPr>
          </a:p>
        </p:txBody>
      </p:sp>
      <p:sp>
        <p:nvSpPr>
          <p:cNvPr id="12" name="Pentagon 11"/>
          <p:cNvSpPr/>
          <p:nvPr/>
        </p:nvSpPr>
        <p:spPr>
          <a:xfrm>
            <a:off x="0" y="2539696"/>
            <a:ext cx="1547664" cy="860400"/>
          </a:xfrm>
          <a:prstGeom prst="homePlate">
            <a:avLst>
              <a:gd name="adj" fmla="val 22152"/>
            </a:avLst>
          </a:prstGeom>
          <a:solidFill>
            <a:srgbClr val="A2B931"/>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dirty="0" smtClean="0">
                <a:latin typeface="Corbel" panose="020B0503020204020204" pitchFamily="34" charset="0"/>
              </a:rPr>
              <a:t>Undefined User Role</a:t>
            </a:r>
            <a:endParaRPr lang="en-GB" dirty="0">
              <a:latin typeface="Corbel" panose="020B0503020204020204" pitchFamily="34" charset="0"/>
            </a:endParaRPr>
          </a:p>
        </p:txBody>
      </p:sp>
      <p:sp>
        <p:nvSpPr>
          <p:cNvPr id="13" name="Pentagon 12"/>
          <p:cNvSpPr/>
          <p:nvPr/>
        </p:nvSpPr>
        <p:spPr>
          <a:xfrm>
            <a:off x="-23664" y="3469664"/>
            <a:ext cx="1547664" cy="860400"/>
          </a:xfrm>
          <a:prstGeom prst="homePlate">
            <a:avLst>
              <a:gd name="adj" fmla="val 22152"/>
            </a:avLst>
          </a:prstGeom>
          <a:solidFill>
            <a:srgbClr val="E4594A"/>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dirty="0" smtClean="0">
                <a:latin typeface="Corbel" panose="020B0503020204020204" pitchFamily="34" charset="0"/>
              </a:rPr>
              <a:t>Task Dependency</a:t>
            </a:r>
            <a:endParaRPr lang="en-GB" dirty="0">
              <a:latin typeface="Corbel" panose="020B0503020204020204" pitchFamily="34" charset="0"/>
            </a:endParaRPr>
          </a:p>
        </p:txBody>
      </p:sp>
      <p:sp>
        <p:nvSpPr>
          <p:cNvPr id="16" name="Folded Corner 15"/>
          <p:cNvSpPr/>
          <p:nvPr/>
        </p:nvSpPr>
        <p:spPr>
          <a:xfrm>
            <a:off x="3998638" y="1433753"/>
            <a:ext cx="1159099" cy="324037"/>
          </a:xfrm>
          <a:prstGeom prst="foldedCorner">
            <a:avLst>
              <a:gd name="adj" fmla="val 44441"/>
            </a:avLst>
          </a:prstGeom>
          <a:solidFill>
            <a:schemeClr val="accent4">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smtClean="0">
                <a:latin typeface="Times New Roman" panose="02020603050405020304" pitchFamily="18" charset="0"/>
                <a:cs typeface="Times New Roman" panose="02020603050405020304" pitchFamily="18" charset="0"/>
              </a:rPr>
              <a:t>Case Folder</a:t>
            </a:r>
            <a:endParaRPr lang="en-US" sz="1400" dirty="0">
              <a:latin typeface="Times New Roman" panose="02020603050405020304" pitchFamily="18" charset="0"/>
              <a:cs typeface="Times New Roman" panose="02020603050405020304" pitchFamily="18" charset="0"/>
            </a:endParaRPr>
          </a:p>
        </p:txBody>
      </p:sp>
      <p:sp>
        <p:nvSpPr>
          <p:cNvPr id="17" name="Folded Corner 16"/>
          <p:cNvSpPr/>
          <p:nvPr/>
        </p:nvSpPr>
        <p:spPr>
          <a:xfrm>
            <a:off x="6461101" y="1989222"/>
            <a:ext cx="1816625" cy="383640"/>
          </a:xfrm>
          <a:prstGeom prst="foldedCorner">
            <a:avLst>
              <a:gd name="adj" fmla="val 44441"/>
            </a:avLst>
          </a:prstGeom>
          <a:solidFill>
            <a:schemeClr val="accent4">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smtClean="0">
                <a:latin typeface="Times New Roman" panose="02020603050405020304" pitchFamily="18" charset="0"/>
                <a:cs typeface="Times New Roman" panose="02020603050405020304" pitchFamily="18" charset="0"/>
              </a:rPr>
              <a:t>Stages</a:t>
            </a:r>
            <a:endParaRPr lang="en-US" sz="1400" dirty="0">
              <a:latin typeface="Times New Roman" panose="02020603050405020304" pitchFamily="18" charset="0"/>
              <a:cs typeface="Times New Roman" panose="02020603050405020304" pitchFamily="18" charset="0"/>
            </a:endParaRPr>
          </a:p>
        </p:txBody>
      </p:sp>
      <p:sp>
        <p:nvSpPr>
          <p:cNvPr id="18" name="Folded Corner 17"/>
          <p:cNvSpPr/>
          <p:nvPr/>
        </p:nvSpPr>
        <p:spPr>
          <a:xfrm>
            <a:off x="6621522" y="3899864"/>
            <a:ext cx="1159099" cy="324037"/>
          </a:xfrm>
          <a:prstGeom prst="foldedCorner">
            <a:avLst>
              <a:gd name="adj" fmla="val 44441"/>
            </a:avLst>
          </a:prstGeom>
          <a:solidFill>
            <a:schemeClr val="accent4">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smtClean="0">
                <a:latin typeface="Times New Roman" panose="02020603050405020304" pitchFamily="18" charset="0"/>
                <a:cs typeface="Times New Roman" panose="02020603050405020304" pitchFamily="18" charset="0"/>
              </a:rPr>
              <a:t>Milestones</a:t>
            </a:r>
            <a:endParaRPr lang="en-US" sz="1400" dirty="0">
              <a:latin typeface="Times New Roman" panose="02020603050405020304" pitchFamily="18" charset="0"/>
              <a:cs typeface="Times New Roman" panose="02020603050405020304" pitchFamily="18" charset="0"/>
            </a:endParaRPr>
          </a:p>
        </p:txBody>
      </p:sp>
      <p:sp>
        <p:nvSpPr>
          <p:cNvPr id="19" name="Folded Corner 18"/>
          <p:cNvSpPr/>
          <p:nvPr/>
        </p:nvSpPr>
        <p:spPr>
          <a:xfrm>
            <a:off x="2081064" y="5112413"/>
            <a:ext cx="1159099" cy="324037"/>
          </a:xfrm>
          <a:prstGeom prst="foldedCorner">
            <a:avLst>
              <a:gd name="adj" fmla="val 44441"/>
            </a:avLst>
          </a:prstGeom>
          <a:solidFill>
            <a:schemeClr val="accent4">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smtClean="0">
                <a:latin typeface="Times New Roman" panose="02020603050405020304" pitchFamily="18" charset="0"/>
                <a:cs typeface="Times New Roman" panose="02020603050405020304" pitchFamily="18" charset="0"/>
              </a:rPr>
              <a:t>Sentries</a:t>
            </a:r>
            <a:endParaRPr lang="en-US" sz="140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AD155357-0EC8-4929-AE33-1B32B4D567E3}" type="slidenum">
              <a:rPr lang="en-US" smtClean="0"/>
              <a:t>12</a:t>
            </a:fld>
            <a:endParaRPr lang="en-US"/>
          </a:p>
        </p:txBody>
      </p:sp>
    </p:spTree>
    <p:extLst>
      <p:ext uri="{BB962C8B-B14F-4D97-AF65-F5344CB8AC3E}">
        <p14:creationId xmlns:p14="http://schemas.microsoft.com/office/powerpoint/2010/main" val="2199263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500"/>
                                        <p:tgtEl>
                                          <p:spTgt spid="1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6" grpId="0" animBg="1"/>
      <p:bldP spid="17" grpId="0" animBg="1"/>
      <p:bldP spid="18" grpId="0" animBg="1"/>
      <p:bldP spid="19"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a:xfrm>
            <a:off x="1524000" y="6477000"/>
            <a:ext cx="533400" cy="381000"/>
          </a:xfrm>
        </p:spPr>
        <p:txBody>
          <a:bodyPr>
            <a:normAutofit/>
          </a:bodyPr>
          <a:lstStyle/>
          <a:p>
            <a:fld id="{EF76E7A1-57C4-4313-9AA8-07B3209B95C7}" type="slidenum">
              <a:rPr lang="en-GB">
                <a:solidFill>
                  <a:schemeClr val="tx1"/>
                </a:solidFill>
              </a:rPr>
              <a:pPr/>
              <a:t>13</a:t>
            </a:fld>
            <a:endParaRPr lang="en-GB" dirty="0">
              <a:solidFill>
                <a:schemeClr val="tx1"/>
              </a:solidFill>
            </a:endParaRPr>
          </a:p>
        </p:txBody>
      </p:sp>
      <p:sp>
        <p:nvSpPr>
          <p:cNvPr id="10" name="Title 1"/>
          <p:cNvSpPr txBox="1">
            <a:spLocks/>
          </p:cNvSpPr>
          <p:nvPr/>
        </p:nvSpPr>
        <p:spPr>
          <a:xfrm>
            <a:off x="0" y="381207"/>
            <a:ext cx="4172756" cy="727365"/>
          </a:xfrm>
          <a:prstGeom prst="rect">
            <a:avLst/>
          </a:prstGeom>
          <a:solidFill>
            <a:schemeClr val="tx1"/>
          </a:solid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00000"/>
              </a:lnSpc>
            </a:pPr>
            <a:r>
              <a:rPr lang="en-GB" sz="3200" dirty="0" smtClean="0">
                <a:solidFill>
                  <a:schemeClr val="bg1"/>
                </a:solidFill>
                <a:latin typeface="Corbel" panose="020B0503020204020204" pitchFamily="34" charset="0"/>
              </a:rPr>
              <a:t>Modelling of UBP</a:t>
            </a:r>
            <a:endParaRPr lang="en-US" sz="3200" dirty="0">
              <a:solidFill>
                <a:schemeClr val="bg1"/>
              </a:solidFill>
              <a:latin typeface="Corbel" panose="020B0503020204020204" pitchFamily="34" charset="0"/>
            </a:endParaRPr>
          </a:p>
        </p:txBody>
      </p:sp>
      <p:sp>
        <p:nvSpPr>
          <p:cNvPr id="3" name="Rectangle 2"/>
          <p:cNvSpPr/>
          <p:nvPr/>
        </p:nvSpPr>
        <p:spPr>
          <a:xfrm>
            <a:off x="839788" y="1081759"/>
            <a:ext cx="2085112" cy="461665"/>
          </a:xfrm>
          <a:prstGeom prst="rect">
            <a:avLst/>
          </a:prstGeom>
        </p:spPr>
        <p:txBody>
          <a:bodyPr wrap="square">
            <a:spAutoFit/>
          </a:bodyPr>
          <a:lstStyle/>
          <a:p>
            <a:r>
              <a:rPr lang="en-GB" sz="2400" b="1" dirty="0"/>
              <a:t>Limitations</a:t>
            </a:r>
            <a:endParaRPr lang="en-US" b="1" dirty="0"/>
          </a:p>
        </p:txBody>
      </p:sp>
      <p:sp>
        <p:nvSpPr>
          <p:cNvPr id="11" name="Text Placeholder 2"/>
          <p:cNvSpPr txBox="1">
            <a:spLocks/>
          </p:cNvSpPr>
          <p:nvPr/>
        </p:nvSpPr>
        <p:spPr>
          <a:xfrm>
            <a:off x="839788" y="1978277"/>
            <a:ext cx="5157787" cy="8239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smtClean="0"/>
              <a:t>BPMN	</a:t>
            </a:r>
            <a:endParaRPr lang="en-GB" dirty="0"/>
          </a:p>
        </p:txBody>
      </p:sp>
      <p:sp>
        <p:nvSpPr>
          <p:cNvPr id="12" name="Content Placeholder 3"/>
          <p:cNvSpPr txBox="1">
            <a:spLocks/>
          </p:cNvSpPr>
          <p:nvPr/>
        </p:nvSpPr>
        <p:spPr>
          <a:xfrm>
            <a:off x="839788" y="2505075"/>
            <a:ext cx="5157787" cy="368458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74320" indent="-274320" fontAlgn="t">
              <a:spcBef>
                <a:spcPts val="600"/>
              </a:spcBef>
              <a:buClr>
                <a:schemeClr val="accent1"/>
              </a:buClr>
              <a:buSzPct val="70000"/>
              <a:buFont typeface="Courier New" pitchFamily="49" charset="0"/>
              <a:buChar char="o"/>
              <a:defRPr/>
            </a:pPr>
            <a:r>
              <a:rPr lang="en-GB" sz="2400" dirty="0" smtClean="0"/>
              <a:t>Unnecessary task dependency </a:t>
            </a:r>
          </a:p>
          <a:p>
            <a:pPr marL="274320" indent="-274320" fontAlgn="t">
              <a:spcBef>
                <a:spcPts val="600"/>
              </a:spcBef>
              <a:buClr>
                <a:schemeClr val="accent1"/>
              </a:buClr>
              <a:buSzPct val="70000"/>
              <a:buFont typeface="Courier New" pitchFamily="49" charset="0"/>
              <a:buChar char="o"/>
              <a:defRPr/>
            </a:pPr>
            <a:r>
              <a:rPr lang="en-GB" sz="2400" dirty="0" smtClean="0"/>
              <a:t>Notation of ad-hoc process is not very expressive</a:t>
            </a:r>
          </a:p>
          <a:p>
            <a:pPr marL="274320" indent="-274320" fontAlgn="t">
              <a:spcBef>
                <a:spcPts val="600"/>
              </a:spcBef>
              <a:buClr>
                <a:schemeClr val="accent1"/>
              </a:buClr>
              <a:buSzPct val="70000"/>
              <a:buFont typeface="Courier New" pitchFamily="49" charset="0"/>
              <a:buChar char="o"/>
              <a:defRPr/>
            </a:pPr>
            <a:r>
              <a:rPr lang="en-GB" sz="2400" dirty="0" smtClean="0"/>
              <a:t>Low (no) support for ad-hoc process execution</a:t>
            </a:r>
          </a:p>
          <a:p>
            <a:pPr marL="274320" indent="-274320" fontAlgn="t">
              <a:spcBef>
                <a:spcPts val="600"/>
              </a:spcBef>
              <a:buClr>
                <a:schemeClr val="accent1"/>
              </a:buClr>
              <a:buSzPct val="70000"/>
              <a:buFont typeface="Courier New" pitchFamily="49" charset="0"/>
              <a:buChar char="o"/>
              <a:defRPr/>
            </a:pPr>
            <a:r>
              <a:rPr lang="en-GB" sz="2400" dirty="0" smtClean="0"/>
              <a:t>Limited view on state of data</a:t>
            </a:r>
          </a:p>
        </p:txBody>
      </p:sp>
      <p:sp>
        <p:nvSpPr>
          <p:cNvPr id="13" name="Text Placeholder 4"/>
          <p:cNvSpPr txBox="1">
            <a:spLocks/>
          </p:cNvSpPr>
          <p:nvPr/>
        </p:nvSpPr>
        <p:spPr>
          <a:xfrm>
            <a:off x="6172200" y="1978277"/>
            <a:ext cx="5183188" cy="8239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smtClean="0"/>
              <a:t>CMMN</a:t>
            </a:r>
            <a:endParaRPr lang="en-GB" dirty="0"/>
          </a:p>
        </p:txBody>
      </p:sp>
      <p:sp>
        <p:nvSpPr>
          <p:cNvPr id="14" name="Content Placeholder 5"/>
          <p:cNvSpPr txBox="1">
            <a:spLocks/>
          </p:cNvSpPr>
          <p:nvPr/>
        </p:nvSpPr>
        <p:spPr>
          <a:xfrm>
            <a:off x="6172200" y="2505075"/>
            <a:ext cx="5183188" cy="368458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74320" indent="-274320" fontAlgn="t">
              <a:spcBef>
                <a:spcPts val="600"/>
              </a:spcBef>
              <a:buClr>
                <a:schemeClr val="accent1"/>
              </a:buClr>
              <a:buSzPct val="70000"/>
              <a:buFont typeface="Courier New" pitchFamily="49" charset="0"/>
              <a:buChar char="o"/>
            </a:pPr>
            <a:r>
              <a:rPr lang="en-GB" sz="2400" dirty="0" smtClean="0"/>
              <a:t>Unavailability of sequence flow hinders the process model readability</a:t>
            </a:r>
          </a:p>
          <a:p>
            <a:pPr marL="274320" indent="-274320" fontAlgn="t">
              <a:spcBef>
                <a:spcPts val="600"/>
              </a:spcBef>
              <a:buClr>
                <a:schemeClr val="accent1"/>
              </a:buClr>
              <a:buSzPct val="70000"/>
              <a:buFont typeface="Courier New" pitchFamily="49" charset="0"/>
              <a:buChar char="o"/>
            </a:pPr>
            <a:r>
              <a:rPr lang="en-GB" sz="2400" dirty="0" smtClean="0"/>
              <a:t>No notation to model user roles and data flow</a:t>
            </a:r>
          </a:p>
          <a:p>
            <a:pPr marL="274320" indent="-274320" fontAlgn="t">
              <a:spcBef>
                <a:spcPts val="600"/>
              </a:spcBef>
              <a:buClr>
                <a:schemeClr val="accent1"/>
              </a:buClr>
              <a:buSzPct val="70000"/>
              <a:buFont typeface="Courier New" pitchFamily="49" charset="0"/>
              <a:buChar char="o"/>
            </a:pPr>
            <a:r>
              <a:rPr lang="en-GB" sz="2400" dirty="0"/>
              <a:t>Limited view on state of data</a:t>
            </a:r>
          </a:p>
          <a:p>
            <a:pPr marL="274320" indent="-274320" fontAlgn="t">
              <a:spcBef>
                <a:spcPts val="600"/>
              </a:spcBef>
              <a:buClr>
                <a:schemeClr val="accent1"/>
              </a:buClr>
              <a:buSzPct val="70000"/>
              <a:buFont typeface="Courier New" pitchFamily="49" charset="0"/>
              <a:buChar char="o"/>
            </a:pPr>
            <a:endParaRPr lang="en-GB" sz="2400" dirty="0" smtClean="0"/>
          </a:p>
          <a:p>
            <a:pPr marL="274320" indent="-274320" fontAlgn="t">
              <a:spcBef>
                <a:spcPts val="600"/>
              </a:spcBef>
              <a:buClr>
                <a:schemeClr val="accent1"/>
              </a:buClr>
              <a:buSzPct val="70000"/>
              <a:buFont typeface="Courier New" pitchFamily="49" charset="0"/>
              <a:buChar char="o"/>
            </a:pPr>
            <a:endParaRPr lang="en-GB" sz="2400" dirty="0" smtClean="0"/>
          </a:p>
          <a:p>
            <a:endParaRPr lang="en-GB" dirty="0"/>
          </a:p>
        </p:txBody>
      </p:sp>
    </p:spTree>
    <p:extLst>
      <p:ext uri="{BB962C8B-B14F-4D97-AF65-F5344CB8AC3E}">
        <p14:creationId xmlns:p14="http://schemas.microsoft.com/office/powerpoint/2010/main" val="16783621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982642">
            <a:off x="1187472" y="-3730477"/>
            <a:ext cx="7106002" cy="13651482"/>
          </a:xfrm>
          <a:prstGeom prst="rect">
            <a:avLst/>
          </a:prstGeom>
        </p:spPr>
      </p:pic>
      <p:sp>
        <p:nvSpPr>
          <p:cNvPr id="6" name="TextBox 5"/>
          <p:cNvSpPr txBox="1"/>
          <p:nvPr/>
        </p:nvSpPr>
        <p:spPr>
          <a:xfrm>
            <a:off x="1081670" y="2451344"/>
            <a:ext cx="9671430" cy="1338700"/>
          </a:xfrm>
          <a:prstGeom prst="rect">
            <a:avLst/>
          </a:prstGeom>
          <a:noFill/>
        </p:spPr>
        <p:txBody>
          <a:bodyPr wrap="square" rtlCol="0">
            <a:spAutoFit/>
          </a:bodyPr>
          <a:lstStyle/>
          <a:p>
            <a:pPr lvl="0"/>
            <a:r>
              <a:rPr lang="en-US" sz="4499" b="1" dirty="0">
                <a:solidFill>
                  <a:schemeClr val="bg1"/>
                </a:solidFill>
                <a:latin typeface="Arial" panose="020B0604020202020204" pitchFamily="34" charset="0"/>
                <a:cs typeface="Arial" panose="020B0604020202020204" pitchFamily="34" charset="0"/>
              </a:rPr>
              <a:t> </a:t>
            </a:r>
            <a:r>
              <a:rPr lang="en-US" sz="3600" dirty="0">
                <a:solidFill>
                  <a:schemeClr val="bg1"/>
                </a:solidFill>
                <a:latin typeface="Corbel" panose="020B0503020204020204" pitchFamily="34" charset="0"/>
                <a:cs typeface="Arial" panose="020B0604020202020204" pitchFamily="34" charset="0"/>
              </a:rPr>
              <a:t>Modeling requirements of </a:t>
            </a:r>
          </a:p>
          <a:p>
            <a:pPr lvl="0"/>
            <a:r>
              <a:rPr lang="en-US" sz="3600" dirty="0">
                <a:solidFill>
                  <a:schemeClr val="bg1"/>
                </a:solidFill>
                <a:latin typeface="Corbel" panose="020B0503020204020204" pitchFamily="34" charset="0"/>
                <a:cs typeface="Arial" panose="020B0604020202020204" pitchFamily="34" charset="0"/>
              </a:rPr>
              <a:t>Unstructured </a:t>
            </a:r>
            <a:r>
              <a:rPr lang="en-US" sz="3600" dirty="0" smtClean="0">
                <a:solidFill>
                  <a:schemeClr val="bg1"/>
                </a:solidFill>
                <a:latin typeface="Corbel" panose="020B0503020204020204" pitchFamily="34" charset="0"/>
                <a:cs typeface="Arial" panose="020B0604020202020204" pitchFamily="34" charset="0"/>
              </a:rPr>
              <a:t>Business </a:t>
            </a:r>
            <a:r>
              <a:rPr lang="en-US" sz="3600" dirty="0">
                <a:solidFill>
                  <a:schemeClr val="bg1"/>
                </a:solidFill>
                <a:latin typeface="Corbel" panose="020B0503020204020204" pitchFamily="34" charset="0"/>
                <a:cs typeface="Arial" panose="020B0604020202020204" pitchFamily="34" charset="0"/>
              </a:rPr>
              <a:t>P</a:t>
            </a:r>
            <a:r>
              <a:rPr lang="en-US" sz="3600" dirty="0" smtClean="0">
                <a:solidFill>
                  <a:schemeClr val="bg1"/>
                </a:solidFill>
                <a:latin typeface="Corbel" panose="020B0503020204020204" pitchFamily="34" charset="0"/>
                <a:cs typeface="Arial" panose="020B0604020202020204" pitchFamily="34" charset="0"/>
              </a:rPr>
              <a:t>rocess</a:t>
            </a:r>
            <a:endParaRPr lang="en-US" sz="3600" dirty="0">
              <a:solidFill>
                <a:schemeClr val="bg1"/>
              </a:solidFill>
              <a:latin typeface="Corbel" panose="020B0503020204020204" pitchFamily="34" charset="0"/>
              <a:cs typeface="Arial" panose="020B0604020202020204" pitchFamily="34" charset="0"/>
            </a:endParaRPr>
          </a:p>
        </p:txBody>
      </p:sp>
      <p:pic>
        <p:nvPicPr>
          <p:cNvPr id="18" name="Picture 17">
            <a:hlinkClick r:id="" action="ppaction://noaction"/>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8045" y="6148828"/>
            <a:ext cx="1355139" cy="479239"/>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77428" y="2385581"/>
            <a:ext cx="7190655" cy="2596093"/>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70286" y="2464049"/>
            <a:ext cx="7190655" cy="2596094"/>
          </a:xfrm>
          <a:prstGeom prst="rect">
            <a:avLst/>
          </a:prstGeom>
        </p:spPr>
      </p:pic>
      <p:sp>
        <p:nvSpPr>
          <p:cNvPr id="2" name="Oval 1"/>
          <p:cNvSpPr/>
          <p:nvPr/>
        </p:nvSpPr>
        <p:spPr>
          <a:xfrm>
            <a:off x="7751570" y="4766350"/>
            <a:ext cx="206122" cy="206122"/>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10" name="Oval 9"/>
          <p:cNvSpPr/>
          <p:nvPr/>
        </p:nvSpPr>
        <p:spPr>
          <a:xfrm>
            <a:off x="7676557" y="4851640"/>
            <a:ext cx="107579" cy="107579"/>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11" name="Oval 10"/>
          <p:cNvSpPr/>
          <p:nvPr/>
        </p:nvSpPr>
        <p:spPr>
          <a:xfrm>
            <a:off x="7954757" y="3782696"/>
            <a:ext cx="195573" cy="195573"/>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12" name="Oval 11"/>
          <p:cNvSpPr/>
          <p:nvPr/>
        </p:nvSpPr>
        <p:spPr>
          <a:xfrm>
            <a:off x="9089271" y="3620051"/>
            <a:ext cx="142045" cy="142045"/>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13" name="Oval 12"/>
          <p:cNvSpPr/>
          <p:nvPr/>
        </p:nvSpPr>
        <p:spPr>
          <a:xfrm>
            <a:off x="10172609" y="3735026"/>
            <a:ext cx="142045" cy="142045"/>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 </a:t>
            </a:r>
            <a:endParaRPr lang="nl-NL" sz="1350" dirty="0"/>
          </a:p>
        </p:txBody>
      </p:sp>
      <p:sp>
        <p:nvSpPr>
          <p:cNvPr id="14" name="Oval 13"/>
          <p:cNvSpPr/>
          <p:nvPr/>
        </p:nvSpPr>
        <p:spPr>
          <a:xfrm>
            <a:off x="9461289" y="4084715"/>
            <a:ext cx="142045" cy="142045"/>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 </a:t>
            </a:r>
            <a:endParaRPr lang="nl-NL" sz="1350" dirty="0"/>
          </a:p>
        </p:txBody>
      </p:sp>
      <p:sp>
        <p:nvSpPr>
          <p:cNvPr id="15" name="Oval 14"/>
          <p:cNvSpPr/>
          <p:nvPr/>
        </p:nvSpPr>
        <p:spPr>
          <a:xfrm>
            <a:off x="9558520" y="4709595"/>
            <a:ext cx="142045" cy="142045"/>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 </a:t>
            </a:r>
            <a:endParaRPr lang="nl-NL" sz="1350" dirty="0"/>
          </a:p>
        </p:txBody>
      </p:sp>
      <p:sp>
        <p:nvSpPr>
          <p:cNvPr id="16" name="Oval 15"/>
          <p:cNvSpPr/>
          <p:nvPr/>
        </p:nvSpPr>
        <p:spPr>
          <a:xfrm>
            <a:off x="10584633" y="3914069"/>
            <a:ext cx="142045" cy="142045"/>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 </a:t>
            </a:r>
            <a:endParaRPr lang="nl-NL" sz="1350" dirty="0"/>
          </a:p>
        </p:txBody>
      </p:sp>
      <p:sp>
        <p:nvSpPr>
          <p:cNvPr id="17" name="Oval 16"/>
          <p:cNvSpPr/>
          <p:nvPr/>
        </p:nvSpPr>
        <p:spPr>
          <a:xfrm>
            <a:off x="11356362" y="2515762"/>
            <a:ext cx="142045" cy="142045"/>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 </a:t>
            </a:r>
            <a:endParaRPr lang="nl-NL" sz="1350" dirty="0"/>
          </a:p>
        </p:txBody>
      </p:sp>
      <p:sp>
        <p:nvSpPr>
          <p:cNvPr id="19" name="Oval 18">
            <a:hlinkClick r:id="" action="ppaction://noaction"/>
          </p:cNvPr>
          <p:cNvSpPr/>
          <p:nvPr/>
        </p:nvSpPr>
        <p:spPr>
          <a:xfrm>
            <a:off x="428178" y="2530381"/>
            <a:ext cx="643331" cy="643331"/>
          </a:xfrm>
          <a:prstGeom prst="ellipse">
            <a:avLst/>
          </a:prstGeom>
          <a:solidFill>
            <a:schemeClr val="tx1"/>
          </a:solidFill>
          <a:ln w="187325">
            <a:solidFill>
              <a:srgbClr val="21B24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20" name="Rectangle 19"/>
          <p:cNvSpPr/>
          <p:nvPr/>
        </p:nvSpPr>
        <p:spPr>
          <a:xfrm>
            <a:off x="650178" y="2702020"/>
            <a:ext cx="320922" cy="338554"/>
          </a:xfrm>
          <a:prstGeom prst="rect">
            <a:avLst/>
          </a:prstGeom>
        </p:spPr>
        <p:txBody>
          <a:bodyPr wrap="none">
            <a:spAutoFit/>
          </a:bodyPr>
          <a:lstStyle/>
          <a:p>
            <a:r>
              <a:rPr lang="en-US" sz="1600" b="1" dirty="0">
                <a:solidFill>
                  <a:schemeClr val="bg1"/>
                </a:solidFill>
                <a:latin typeface="Arial Narrow" panose="020B0606020202030204" pitchFamily="34" charset="0"/>
              </a:rPr>
              <a:t>3</a:t>
            </a:r>
            <a:r>
              <a:rPr lang="en-US" sz="1500" dirty="0">
                <a:solidFill>
                  <a:schemeClr val="bg1"/>
                </a:solidFill>
                <a:latin typeface="Arial Narrow" panose="020B0606020202030204" pitchFamily="34" charset="0"/>
              </a:rPr>
              <a:t>.</a:t>
            </a:r>
          </a:p>
        </p:txBody>
      </p:sp>
      <p:pic>
        <p:nvPicPr>
          <p:cNvPr id="21" name="Picture 20" descr="BIZZ.png"/>
          <p:cNvPicPr>
            <a:picLocks noChangeAspect="1"/>
          </p:cNvPicPr>
          <p:nvPr/>
        </p:nvPicPr>
        <p:blipFill>
          <a:blip r:embed="rId6" cstate="print"/>
          <a:stretch>
            <a:fillRect/>
          </a:stretch>
        </p:blipFill>
        <p:spPr>
          <a:xfrm>
            <a:off x="140678" y="6428896"/>
            <a:ext cx="1920516" cy="360040"/>
          </a:xfrm>
          <a:prstGeom prst="rect">
            <a:avLst/>
          </a:prstGeom>
        </p:spPr>
      </p:pic>
      <p:sp>
        <p:nvSpPr>
          <p:cNvPr id="3" name="Slide Number Placeholder 2"/>
          <p:cNvSpPr>
            <a:spLocks noGrp="1"/>
          </p:cNvSpPr>
          <p:nvPr>
            <p:ph type="sldNum" sz="quarter" idx="12"/>
          </p:nvPr>
        </p:nvSpPr>
        <p:spPr/>
        <p:txBody>
          <a:bodyPr/>
          <a:lstStyle/>
          <a:p>
            <a:fld id="{AD155357-0EC8-4929-AE33-1B32B4D567E3}" type="slidenum">
              <a:rPr lang="en-US" smtClean="0"/>
              <a:t>14</a:t>
            </a:fld>
            <a:endParaRPr lang="en-US"/>
          </a:p>
        </p:txBody>
      </p:sp>
    </p:spTree>
    <p:extLst>
      <p:ext uri="{BB962C8B-B14F-4D97-AF65-F5344CB8AC3E}">
        <p14:creationId xmlns:p14="http://schemas.microsoft.com/office/powerpoint/2010/main" val="819484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2" presetClass="entr" presetSubtype="12" accel="40000" decel="6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 calcmode="lin" valueType="num">
                                      <p:cBhvr additive="base">
                                        <p:cTn id="10" dur="500" fill="hold"/>
                                        <p:tgtEl>
                                          <p:spTgt spid="2"/>
                                        </p:tgtEl>
                                        <p:attrNameLst>
                                          <p:attrName>ppt_x</p:attrName>
                                        </p:attrNameLst>
                                      </p:cBhvr>
                                      <p:tavLst>
                                        <p:tav tm="0">
                                          <p:val>
                                            <p:strVal val="0-#ppt_w/2"/>
                                          </p:val>
                                        </p:tav>
                                        <p:tav tm="100000">
                                          <p:val>
                                            <p:strVal val="#ppt_x"/>
                                          </p:val>
                                        </p:tav>
                                      </p:tavLst>
                                    </p:anim>
                                    <p:anim calcmode="lin" valueType="num">
                                      <p:cBhvr additive="base">
                                        <p:cTn id="11" dur="500" fill="hold"/>
                                        <p:tgtEl>
                                          <p:spTgt spid="2"/>
                                        </p:tgtEl>
                                        <p:attrNameLst>
                                          <p:attrName>ppt_y</p:attrName>
                                        </p:attrNameLst>
                                      </p:cBhvr>
                                      <p:tavLst>
                                        <p:tav tm="0">
                                          <p:val>
                                            <p:strVal val="1+#ppt_h/2"/>
                                          </p:val>
                                        </p:tav>
                                        <p:tav tm="100000">
                                          <p:val>
                                            <p:strVal val="#ppt_y"/>
                                          </p:val>
                                        </p:tav>
                                      </p:tavLst>
                                    </p:anim>
                                  </p:childTnLst>
                                </p:cTn>
                              </p:par>
                              <p:par>
                                <p:cTn id="12" presetID="2" presetClass="entr" presetSubtype="4" accel="40000" decel="60000" fill="hold" grpId="0" nodeType="withEffect">
                                  <p:stCondLst>
                                    <p:cond delay="100"/>
                                  </p:stCondLst>
                                  <p:childTnLst>
                                    <p:set>
                                      <p:cBhvr>
                                        <p:cTn id="13" dur="1" fill="hold">
                                          <p:stCondLst>
                                            <p:cond delay="0"/>
                                          </p:stCondLst>
                                        </p:cTn>
                                        <p:tgtEl>
                                          <p:spTgt spid="10"/>
                                        </p:tgtEl>
                                        <p:attrNameLst>
                                          <p:attrName>style.visibility</p:attrName>
                                        </p:attrNameLst>
                                      </p:cBhvr>
                                      <p:to>
                                        <p:strVal val="visible"/>
                                      </p:to>
                                    </p:set>
                                    <p:anim calcmode="lin" valueType="num">
                                      <p:cBhvr additive="base">
                                        <p:cTn id="14" dur="500" fill="hold"/>
                                        <p:tgtEl>
                                          <p:spTgt spid="10"/>
                                        </p:tgtEl>
                                        <p:attrNameLst>
                                          <p:attrName>ppt_x</p:attrName>
                                        </p:attrNameLst>
                                      </p:cBhvr>
                                      <p:tavLst>
                                        <p:tav tm="0">
                                          <p:val>
                                            <p:strVal val="#ppt_x"/>
                                          </p:val>
                                        </p:tav>
                                        <p:tav tm="100000">
                                          <p:val>
                                            <p:strVal val="#ppt_x"/>
                                          </p:val>
                                        </p:tav>
                                      </p:tavLst>
                                    </p:anim>
                                    <p:anim calcmode="lin" valueType="num">
                                      <p:cBhvr additive="base">
                                        <p:cTn id="15" dur="500" fill="hold"/>
                                        <p:tgtEl>
                                          <p:spTgt spid="10"/>
                                        </p:tgtEl>
                                        <p:attrNameLst>
                                          <p:attrName>ppt_y</p:attrName>
                                        </p:attrNameLst>
                                      </p:cBhvr>
                                      <p:tavLst>
                                        <p:tav tm="0">
                                          <p:val>
                                            <p:strVal val="1+#ppt_h/2"/>
                                          </p:val>
                                        </p:tav>
                                        <p:tav tm="100000">
                                          <p:val>
                                            <p:strVal val="#ppt_y"/>
                                          </p:val>
                                        </p:tav>
                                      </p:tavLst>
                                    </p:anim>
                                  </p:childTnLst>
                                </p:cTn>
                              </p:par>
                              <p:par>
                                <p:cTn id="16" presetID="2" presetClass="entr" presetSubtype="9" accel="40000" decel="60000" fill="hold" grpId="0" nodeType="withEffect">
                                  <p:stCondLst>
                                    <p:cond delay="200"/>
                                  </p:stCondLst>
                                  <p:childTnLst>
                                    <p:set>
                                      <p:cBhvr>
                                        <p:cTn id="17" dur="1" fill="hold">
                                          <p:stCondLst>
                                            <p:cond delay="0"/>
                                          </p:stCondLst>
                                        </p:cTn>
                                        <p:tgtEl>
                                          <p:spTgt spid="11"/>
                                        </p:tgtEl>
                                        <p:attrNameLst>
                                          <p:attrName>style.visibility</p:attrName>
                                        </p:attrNameLst>
                                      </p:cBhvr>
                                      <p:to>
                                        <p:strVal val="visible"/>
                                      </p:to>
                                    </p:set>
                                    <p:anim calcmode="lin" valueType="num">
                                      <p:cBhvr additive="base">
                                        <p:cTn id="18" dur="500" fill="hold"/>
                                        <p:tgtEl>
                                          <p:spTgt spid="11"/>
                                        </p:tgtEl>
                                        <p:attrNameLst>
                                          <p:attrName>ppt_x</p:attrName>
                                        </p:attrNameLst>
                                      </p:cBhvr>
                                      <p:tavLst>
                                        <p:tav tm="0">
                                          <p:val>
                                            <p:strVal val="0-#ppt_w/2"/>
                                          </p:val>
                                        </p:tav>
                                        <p:tav tm="100000">
                                          <p:val>
                                            <p:strVal val="#ppt_x"/>
                                          </p:val>
                                        </p:tav>
                                      </p:tavLst>
                                    </p:anim>
                                    <p:anim calcmode="lin" valueType="num">
                                      <p:cBhvr additive="base">
                                        <p:cTn id="19" dur="500" fill="hold"/>
                                        <p:tgtEl>
                                          <p:spTgt spid="11"/>
                                        </p:tgtEl>
                                        <p:attrNameLst>
                                          <p:attrName>ppt_y</p:attrName>
                                        </p:attrNameLst>
                                      </p:cBhvr>
                                      <p:tavLst>
                                        <p:tav tm="0">
                                          <p:val>
                                            <p:strVal val="0-#ppt_h/2"/>
                                          </p:val>
                                        </p:tav>
                                        <p:tav tm="100000">
                                          <p:val>
                                            <p:strVal val="#ppt_y"/>
                                          </p:val>
                                        </p:tav>
                                      </p:tavLst>
                                    </p:anim>
                                  </p:childTnLst>
                                </p:cTn>
                              </p:par>
                              <p:par>
                                <p:cTn id="20" presetID="2" presetClass="entr" presetSubtype="1" accel="40000" decel="60000" fill="hold" grpId="0" nodeType="withEffect">
                                  <p:stCondLst>
                                    <p:cond delay="300"/>
                                  </p:stCondLst>
                                  <p:childTnLst>
                                    <p:set>
                                      <p:cBhvr>
                                        <p:cTn id="21" dur="1" fill="hold">
                                          <p:stCondLst>
                                            <p:cond delay="0"/>
                                          </p:stCondLst>
                                        </p:cTn>
                                        <p:tgtEl>
                                          <p:spTgt spid="12"/>
                                        </p:tgtEl>
                                        <p:attrNameLst>
                                          <p:attrName>style.visibility</p:attrName>
                                        </p:attrNameLst>
                                      </p:cBhvr>
                                      <p:to>
                                        <p:strVal val="visible"/>
                                      </p:to>
                                    </p:set>
                                    <p:anim calcmode="lin" valueType="num">
                                      <p:cBhvr additive="base">
                                        <p:cTn id="22" dur="500" fill="hold"/>
                                        <p:tgtEl>
                                          <p:spTgt spid="12"/>
                                        </p:tgtEl>
                                        <p:attrNameLst>
                                          <p:attrName>ppt_x</p:attrName>
                                        </p:attrNameLst>
                                      </p:cBhvr>
                                      <p:tavLst>
                                        <p:tav tm="0">
                                          <p:val>
                                            <p:strVal val="#ppt_x"/>
                                          </p:val>
                                        </p:tav>
                                        <p:tav tm="100000">
                                          <p:val>
                                            <p:strVal val="#ppt_x"/>
                                          </p:val>
                                        </p:tav>
                                      </p:tavLst>
                                    </p:anim>
                                    <p:anim calcmode="lin" valueType="num">
                                      <p:cBhvr additive="base">
                                        <p:cTn id="23" dur="500" fill="hold"/>
                                        <p:tgtEl>
                                          <p:spTgt spid="12"/>
                                        </p:tgtEl>
                                        <p:attrNameLst>
                                          <p:attrName>ppt_y</p:attrName>
                                        </p:attrNameLst>
                                      </p:cBhvr>
                                      <p:tavLst>
                                        <p:tav tm="0">
                                          <p:val>
                                            <p:strVal val="0-#ppt_h/2"/>
                                          </p:val>
                                        </p:tav>
                                        <p:tav tm="100000">
                                          <p:val>
                                            <p:strVal val="#ppt_y"/>
                                          </p:val>
                                        </p:tav>
                                      </p:tavLst>
                                    </p:anim>
                                  </p:childTnLst>
                                </p:cTn>
                              </p:par>
                              <p:par>
                                <p:cTn id="24" presetID="2" presetClass="entr" presetSubtype="3" accel="40000" decel="60000" fill="hold" grpId="0" nodeType="withEffect">
                                  <p:stCondLst>
                                    <p:cond delay="400"/>
                                  </p:stCondLst>
                                  <p:childTnLst>
                                    <p:set>
                                      <p:cBhvr>
                                        <p:cTn id="25" dur="1" fill="hold">
                                          <p:stCondLst>
                                            <p:cond delay="0"/>
                                          </p:stCondLst>
                                        </p:cTn>
                                        <p:tgtEl>
                                          <p:spTgt spid="13"/>
                                        </p:tgtEl>
                                        <p:attrNameLst>
                                          <p:attrName>style.visibility</p:attrName>
                                        </p:attrNameLst>
                                      </p:cBhvr>
                                      <p:to>
                                        <p:strVal val="visible"/>
                                      </p:to>
                                    </p:set>
                                    <p:anim calcmode="lin" valueType="num">
                                      <p:cBhvr additive="base">
                                        <p:cTn id="26" dur="500" fill="hold"/>
                                        <p:tgtEl>
                                          <p:spTgt spid="13"/>
                                        </p:tgtEl>
                                        <p:attrNameLst>
                                          <p:attrName>ppt_x</p:attrName>
                                        </p:attrNameLst>
                                      </p:cBhvr>
                                      <p:tavLst>
                                        <p:tav tm="0">
                                          <p:val>
                                            <p:strVal val="1+#ppt_w/2"/>
                                          </p:val>
                                        </p:tav>
                                        <p:tav tm="100000">
                                          <p:val>
                                            <p:strVal val="#ppt_x"/>
                                          </p:val>
                                        </p:tav>
                                      </p:tavLst>
                                    </p:anim>
                                    <p:anim calcmode="lin" valueType="num">
                                      <p:cBhvr additive="base">
                                        <p:cTn id="27" dur="500" fill="hold"/>
                                        <p:tgtEl>
                                          <p:spTgt spid="13"/>
                                        </p:tgtEl>
                                        <p:attrNameLst>
                                          <p:attrName>ppt_y</p:attrName>
                                        </p:attrNameLst>
                                      </p:cBhvr>
                                      <p:tavLst>
                                        <p:tav tm="0">
                                          <p:val>
                                            <p:strVal val="0-#ppt_h/2"/>
                                          </p:val>
                                        </p:tav>
                                        <p:tav tm="100000">
                                          <p:val>
                                            <p:strVal val="#ppt_y"/>
                                          </p:val>
                                        </p:tav>
                                      </p:tavLst>
                                    </p:anim>
                                  </p:childTnLst>
                                </p:cTn>
                              </p:par>
                              <p:par>
                                <p:cTn id="28" presetID="2" presetClass="entr" presetSubtype="6" accel="40000" decel="60000" fill="hold" grpId="0" nodeType="withEffect">
                                  <p:stCondLst>
                                    <p:cond delay="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500" fill="hold"/>
                                        <p:tgtEl>
                                          <p:spTgt spid="14"/>
                                        </p:tgtEl>
                                        <p:attrNameLst>
                                          <p:attrName>ppt_x</p:attrName>
                                        </p:attrNameLst>
                                      </p:cBhvr>
                                      <p:tavLst>
                                        <p:tav tm="0">
                                          <p:val>
                                            <p:strVal val="1+#ppt_w/2"/>
                                          </p:val>
                                        </p:tav>
                                        <p:tav tm="100000">
                                          <p:val>
                                            <p:strVal val="#ppt_x"/>
                                          </p:val>
                                        </p:tav>
                                      </p:tavLst>
                                    </p:anim>
                                    <p:anim calcmode="lin" valueType="num">
                                      <p:cBhvr additive="base">
                                        <p:cTn id="31" dur="500" fill="hold"/>
                                        <p:tgtEl>
                                          <p:spTgt spid="14"/>
                                        </p:tgtEl>
                                        <p:attrNameLst>
                                          <p:attrName>ppt_y</p:attrName>
                                        </p:attrNameLst>
                                      </p:cBhvr>
                                      <p:tavLst>
                                        <p:tav tm="0">
                                          <p:val>
                                            <p:strVal val="1+#ppt_h/2"/>
                                          </p:val>
                                        </p:tav>
                                        <p:tav tm="100000">
                                          <p:val>
                                            <p:strVal val="#ppt_y"/>
                                          </p:val>
                                        </p:tav>
                                      </p:tavLst>
                                    </p:anim>
                                  </p:childTnLst>
                                </p:cTn>
                              </p:par>
                              <p:par>
                                <p:cTn id="32" presetID="2" presetClass="entr" presetSubtype="12" accel="40000" decel="60000" fill="hold" grpId="0" nodeType="withEffect">
                                  <p:stCondLst>
                                    <p:cond delay="600"/>
                                  </p:stCondLst>
                                  <p:childTnLst>
                                    <p:set>
                                      <p:cBhvr>
                                        <p:cTn id="33" dur="1" fill="hold">
                                          <p:stCondLst>
                                            <p:cond delay="0"/>
                                          </p:stCondLst>
                                        </p:cTn>
                                        <p:tgtEl>
                                          <p:spTgt spid="15"/>
                                        </p:tgtEl>
                                        <p:attrNameLst>
                                          <p:attrName>style.visibility</p:attrName>
                                        </p:attrNameLst>
                                      </p:cBhvr>
                                      <p:to>
                                        <p:strVal val="visible"/>
                                      </p:to>
                                    </p:set>
                                    <p:anim calcmode="lin" valueType="num">
                                      <p:cBhvr additive="base">
                                        <p:cTn id="34" dur="500" fill="hold"/>
                                        <p:tgtEl>
                                          <p:spTgt spid="15"/>
                                        </p:tgtEl>
                                        <p:attrNameLst>
                                          <p:attrName>ppt_x</p:attrName>
                                        </p:attrNameLst>
                                      </p:cBhvr>
                                      <p:tavLst>
                                        <p:tav tm="0">
                                          <p:val>
                                            <p:strVal val="0-#ppt_w/2"/>
                                          </p:val>
                                        </p:tav>
                                        <p:tav tm="100000">
                                          <p:val>
                                            <p:strVal val="#ppt_x"/>
                                          </p:val>
                                        </p:tav>
                                      </p:tavLst>
                                    </p:anim>
                                    <p:anim calcmode="lin" valueType="num">
                                      <p:cBhvr additive="base">
                                        <p:cTn id="35" dur="500" fill="hold"/>
                                        <p:tgtEl>
                                          <p:spTgt spid="15"/>
                                        </p:tgtEl>
                                        <p:attrNameLst>
                                          <p:attrName>ppt_y</p:attrName>
                                        </p:attrNameLst>
                                      </p:cBhvr>
                                      <p:tavLst>
                                        <p:tav tm="0">
                                          <p:val>
                                            <p:strVal val="1+#ppt_h/2"/>
                                          </p:val>
                                        </p:tav>
                                        <p:tav tm="100000">
                                          <p:val>
                                            <p:strVal val="#ppt_y"/>
                                          </p:val>
                                        </p:tav>
                                      </p:tavLst>
                                    </p:anim>
                                  </p:childTnLst>
                                </p:cTn>
                              </p:par>
                              <p:par>
                                <p:cTn id="36" presetID="2" presetClass="entr" presetSubtype="2" accel="40000" decel="60000" fill="hold" grpId="0" nodeType="withEffect">
                                  <p:stCondLst>
                                    <p:cond delay="700"/>
                                  </p:stCondLst>
                                  <p:childTnLst>
                                    <p:set>
                                      <p:cBhvr>
                                        <p:cTn id="37" dur="1" fill="hold">
                                          <p:stCondLst>
                                            <p:cond delay="0"/>
                                          </p:stCondLst>
                                        </p:cTn>
                                        <p:tgtEl>
                                          <p:spTgt spid="16"/>
                                        </p:tgtEl>
                                        <p:attrNameLst>
                                          <p:attrName>style.visibility</p:attrName>
                                        </p:attrNameLst>
                                      </p:cBhvr>
                                      <p:to>
                                        <p:strVal val="visible"/>
                                      </p:to>
                                    </p:set>
                                    <p:anim calcmode="lin" valueType="num">
                                      <p:cBhvr additive="base">
                                        <p:cTn id="38" dur="500" fill="hold"/>
                                        <p:tgtEl>
                                          <p:spTgt spid="16"/>
                                        </p:tgtEl>
                                        <p:attrNameLst>
                                          <p:attrName>ppt_x</p:attrName>
                                        </p:attrNameLst>
                                      </p:cBhvr>
                                      <p:tavLst>
                                        <p:tav tm="0">
                                          <p:val>
                                            <p:strVal val="1+#ppt_w/2"/>
                                          </p:val>
                                        </p:tav>
                                        <p:tav tm="100000">
                                          <p:val>
                                            <p:strVal val="#ppt_x"/>
                                          </p:val>
                                        </p:tav>
                                      </p:tavLst>
                                    </p:anim>
                                    <p:anim calcmode="lin" valueType="num">
                                      <p:cBhvr additive="base">
                                        <p:cTn id="39" dur="500" fill="hold"/>
                                        <p:tgtEl>
                                          <p:spTgt spid="16"/>
                                        </p:tgtEl>
                                        <p:attrNameLst>
                                          <p:attrName>ppt_y</p:attrName>
                                        </p:attrNameLst>
                                      </p:cBhvr>
                                      <p:tavLst>
                                        <p:tav tm="0">
                                          <p:val>
                                            <p:strVal val="#ppt_y"/>
                                          </p:val>
                                        </p:tav>
                                        <p:tav tm="100000">
                                          <p:val>
                                            <p:strVal val="#ppt_y"/>
                                          </p:val>
                                        </p:tav>
                                      </p:tavLst>
                                    </p:anim>
                                  </p:childTnLst>
                                </p:cTn>
                              </p:par>
                              <p:par>
                                <p:cTn id="40" presetID="2" presetClass="entr" presetSubtype="2" accel="40000" decel="60000" fill="hold" grpId="0" nodeType="withEffect">
                                  <p:stCondLst>
                                    <p:cond delay="800"/>
                                  </p:stCondLst>
                                  <p:childTnLst>
                                    <p:set>
                                      <p:cBhvr>
                                        <p:cTn id="41" dur="1" fill="hold">
                                          <p:stCondLst>
                                            <p:cond delay="0"/>
                                          </p:stCondLst>
                                        </p:cTn>
                                        <p:tgtEl>
                                          <p:spTgt spid="17"/>
                                        </p:tgtEl>
                                        <p:attrNameLst>
                                          <p:attrName>style.visibility</p:attrName>
                                        </p:attrNameLst>
                                      </p:cBhvr>
                                      <p:to>
                                        <p:strVal val="visible"/>
                                      </p:to>
                                    </p:set>
                                    <p:anim calcmode="lin" valueType="num">
                                      <p:cBhvr additive="base">
                                        <p:cTn id="42" dur="500" fill="hold"/>
                                        <p:tgtEl>
                                          <p:spTgt spid="17"/>
                                        </p:tgtEl>
                                        <p:attrNameLst>
                                          <p:attrName>ppt_x</p:attrName>
                                        </p:attrNameLst>
                                      </p:cBhvr>
                                      <p:tavLst>
                                        <p:tav tm="0">
                                          <p:val>
                                            <p:strVal val="1+#ppt_w/2"/>
                                          </p:val>
                                        </p:tav>
                                        <p:tav tm="100000">
                                          <p:val>
                                            <p:strVal val="#ppt_x"/>
                                          </p:val>
                                        </p:tav>
                                      </p:tavLst>
                                    </p:anim>
                                    <p:anim calcmode="lin" valueType="num">
                                      <p:cBhvr additive="base">
                                        <p:cTn id="43" dur="500" fill="hold"/>
                                        <p:tgtEl>
                                          <p:spTgt spid="17"/>
                                        </p:tgtEl>
                                        <p:attrNameLst>
                                          <p:attrName>ppt_y</p:attrName>
                                        </p:attrNameLst>
                                      </p:cBhvr>
                                      <p:tavLst>
                                        <p:tav tm="0">
                                          <p:val>
                                            <p:strVal val="#ppt_y"/>
                                          </p:val>
                                        </p:tav>
                                        <p:tav tm="100000">
                                          <p:val>
                                            <p:strVal val="#ppt_y"/>
                                          </p:val>
                                        </p:tav>
                                      </p:tavLst>
                                    </p:anim>
                                  </p:childTnLst>
                                </p:cTn>
                              </p:par>
                              <p:par>
                                <p:cTn id="44" presetID="6" presetClass="entr" presetSubtype="32" fill="hold" nodeType="withEffect">
                                  <p:stCondLst>
                                    <p:cond delay="200"/>
                                  </p:stCondLst>
                                  <p:childTnLst>
                                    <p:set>
                                      <p:cBhvr>
                                        <p:cTn id="45" dur="1" fill="hold">
                                          <p:stCondLst>
                                            <p:cond delay="0"/>
                                          </p:stCondLst>
                                        </p:cTn>
                                        <p:tgtEl>
                                          <p:spTgt spid="9"/>
                                        </p:tgtEl>
                                        <p:attrNameLst>
                                          <p:attrName>style.visibility</p:attrName>
                                        </p:attrNameLst>
                                      </p:cBhvr>
                                      <p:to>
                                        <p:strVal val="visible"/>
                                      </p:to>
                                    </p:set>
                                    <p:animEffect transition="in" filter="circle(out)">
                                      <p:cBhvr>
                                        <p:cTn id="46" dur="1000"/>
                                        <p:tgtEl>
                                          <p:spTgt spid="9"/>
                                        </p:tgtEl>
                                      </p:cBhvr>
                                    </p:animEffect>
                                  </p:childTnLst>
                                </p:cTn>
                              </p:par>
                              <p:par>
                                <p:cTn id="47" presetID="50" presetClass="entr" presetSubtype="0" decel="100000" fill="hold" nodeType="withEffect">
                                  <p:stCondLst>
                                    <p:cond delay="200"/>
                                  </p:stCondLst>
                                  <p:childTnLst>
                                    <p:set>
                                      <p:cBhvr>
                                        <p:cTn id="48" dur="1" fill="hold">
                                          <p:stCondLst>
                                            <p:cond delay="0"/>
                                          </p:stCondLst>
                                        </p:cTn>
                                        <p:tgtEl>
                                          <p:spTgt spid="8"/>
                                        </p:tgtEl>
                                        <p:attrNameLst>
                                          <p:attrName>style.visibility</p:attrName>
                                        </p:attrNameLst>
                                      </p:cBhvr>
                                      <p:to>
                                        <p:strVal val="visible"/>
                                      </p:to>
                                    </p:set>
                                    <p:anim calcmode="lin" valueType="num">
                                      <p:cBhvr>
                                        <p:cTn id="49" dur="1000" fill="hold"/>
                                        <p:tgtEl>
                                          <p:spTgt spid="8"/>
                                        </p:tgtEl>
                                        <p:attrNameLst>
                                          <p:attrName>ppt_w</p:attrName>
                                        </p:attrNameLst>
                                      </p:cBhvr>
                                      <p:tavLst>
                                        <p:tav tm="0">
                                          <p:val>
                                            <p:strVal val="#ppt_w+.3"/>
                                          </p:val>
                                        </p:tav>
                                        <p:tav tm="100000">
                                          <p:val>
                                            <p:strVal val="#ppt_w"/>
                                          </p:val>
                                        </p:tav>
                                      </p:tavLst>
                                    </p:anim>
                                    <p:anim calcmode="lin" valueType="num">
                                      <p:cBhvr>
                                        <p:cTn id="50" dur="1000" fill="hold"/>
                                        <p:tgtEl>
                                          <p:spTgt spid="8"/>
                                        </p:tgtEl>
                                        <p:attrNameLst>
                                          <p:attrName>ppt_h</p:attrName>
                                        </p:attrNameLst>
                                      </p:cBhvr>
                                      <p:tavLst>
                                        <p:tav tm="0">
                                          <p:val>
                                            <p:strVal val="#ppt_h"/>
                                          </p:val>
                                        </p:tav>
                                        <p:tav tm="100000">
                                          <p:val>
                                            <p:strVal val="#ppt_h"/>
                                          </p:val>
                                        </p:tav>
                                      </p:tavLst>
                                    </p:anim>
                                    <p:animEffect transition="in" filter="fade">
                                      <p:cBhvr>
                                        <p:cTn id="51" dur="1000"/>
                                        <p:tgtEl>
                                          <p:spTgt spid="8"/>
                                        </p:tgtEl>
                                      </p:cBhvr>
                                    </p:animEffect>
                                  </p:childTnLst>
                                </p:cTn>
                              </p:par>
                              <p:par>
                                <p:cTn id="52" presetID="53" presetClass="entr" presetSubtype="16" fill="hold" grpId="0" nodeType="withEffect">
                                  <p:stCondLst>
                                    <p:cond delay="600"/>
                                  </p:stCondLst>
                                  <p:childTnLst>
                                    <p:set>
                                      <p:cBhvr>
                                        <p:cTn id="53" dur="1" fill="hold">
                                          <p:stCondLst>
                                            <p:cond delay="0"/>
                                          </p:stCondLst>
                                        </p:cTn>
                                        <p:tgtEl>
                                          <p:spTgt spid="19"/>
                                        </p:tgtEl>
                                        <p:attrNameLst>
                                          <p:attrName>style.visibility</p:attrName>
                                        </p:attrNameLst>
                                      </p:cBhvr>
                                      <p:to>
                                        <p:strVal val="visible"/>
                                      </p:to>
                                    </p:set>
                                    <p:anim calcmode="lin" valueType="num">
                                      <p:cBhvr>
                                        <p:cTn id="54" dur="500" fill="hold"/>
                                        <p:tgtEl>
                                          <p:spTgt spid="19"/>
                                        </p:tgtEl>
                                        <p:attrNameLst>
                                          <p:attrName>ppt_w</p:attrName>
                                        </p:attrNameLst>
                                      </p:cBhvr>
                                      <p:tavLst>
                                        <p:tav tm="0">
                                          <p:val>
                                            <p:fltVal val="0"/>
                                          </p:val>
                                        </p:tav>
                                        <p:tav tm="100000">
                                          <p:val>
                                            <p:strVal val="#ppt_w"/>
                                          </p:val>
                                        </p:tav>
                                      </p:tavLst>
                                    </p:anim>
                                    <p:anim calcmode="lin" valueType="num">
                                      <p:cBhvr>
                                        <p:cTn id="55" dur="500" fill="hold"/>
                                        <p:tgtEl>
                                          <p:spTgt spid="19"/>
                                        </p:tgtEl>
                                        <p:attrNameLst>
                                          <p:attrName>ppt_h</p:attrName>
                                        </p:attrNameLst>
                                      </p:cBhvr>
                                      <p:tavLst>
                                        <p:tav tm="0">
                                          <p:val>
                                            <p:fltVal val="0"/>
                                          </p:val>
                                        </p:tav>
                                        <p:tav tm="100000">
                                          <p:val>
                                            <p:strVal val="#ppt_h"/>
                                          </p:val>
                                        </p:tav>
                                      </p:tavLst>
                                    </p:anim>
                                    <p:animEffect transition="in" filter="fade">
                                      <p:cBhvr>
                                        <p:cTn id="56" dur="500"/>
                                        <p:tgtEl>
                                          <p:spTgt spid="19"/>
                                        </p:tgtEl>
                                      </p:cBhvr>
                                    </p:animEffect>
                                  </p:childTnLst>
                                </p:cTn>
                              </p:par>
                              <p:par>
                                <p:cTn id="57" presetID="10" presetClass="entr" presetSubtype="0" fill="hold" grpId="0" nodeType="withEffect">
                                  <p:stCondLst>
                                    <p:cond delay="80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animBg="1"/>
      <p:bldP spid="10" grpId="0" animBg="1"/>
      <p:bldP spid="11" grpId="0" animBg="1"/>
      <p:bldP spid="12" grpId="0" animBg="1"/>
      <p:bldP spid="13" grpId="0" animBg="1"/>
      <p:bldP spid="14" grpId="0" animBg="1"/>
      <p:bldP spid="15" grpId="0" animBg="1"/>
      <p:bldP spid="16" grpId="0" animBg="1"/>
      <p:bldP spid="17" grpId="0" animBg="1"/>
      <p:bldP spid="19" grpId="0" animBg="1"/>
      <p:bldP spid="2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Diagram 12"/>
          <p:cNvGraphicFramePr/>
          <p:nvPr>
            <p:extLst>
              <p:ext uri="{D42A27DB-BD31-4B8C-83A1-F6EECF244321}">
                <p14:modId xmlns:p14="http://schemas.microsoft.com/office/powerpoint/2010/main" val="1195974499"/>
              </p:ext>
            </p:extLst>
          </p:nvPr>
        </p:nvGraphicFramePr>
        <p:xfrm>
          <a:off x="2654968" y="1467841"/>
          <a:ext cx="7056784" cy="50405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23" name="Group 22"/>
          <p:cNvGrpSpPr/>
          <p:nvPr/>
        </p:nvGrpSpPr>
        <p:grpSpPr>
          <a:xfrm>
            <a:off x="12384505" y="1160748"/>
            <a:ext cx="3600400" cy="2304256"/>
            <a:chOff x="827584" y="2996952"/>
            <a:chExt cx="3888432" cy="2448272"/>
          </a:xfrm>
        </p:grpSpPr>
        <p:sp>
          <p:nvSpPr>
            <p:cNvPr id="24" name="Rounded Rectangle 23"/>
            <p:cNvSpPr/>
            <p:nvPr/>
          </p:nvSpPr>
          <p:spPr>
            <a:xfrm>
              <a:off x="827584" y="2996952"/>
              <a:ext cx="3888432" cy="2880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Ordered and Unordered Activities</a:t>
              </a:r>
            </a:p>
          </p:txBody>
        </p:sp>
        <p:sp>
          <p:nvSpPr>
            <p:cNvPr id="25" name="Rounded Rectangle 24"/>
            <p:cNvSpPr/>
            <p:nvPr/>
          </p:nvSpPr>
          <p:spPr>
            <a:xfrm>
              <a:off x="827584" y="3356992"/>
              <a:ext cx="3888432" cy="2880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Optional and Required Activities</a:t>
              </a:r>
            </a:p>
          </p:txBody>
        </p:sp>
        <p:sp>
          <p:nvSpPr>
            <p:cNvPr id="26" name="Rounded Rectangle 25"/>
            <p:cNvSpPr/>
            <p:nvPr/>
          </p:nvSpPr>
          <p:spPr>
            <a:xfrm>
              <a:off x="827584" y="3717032"/>
              <a:ext cx="3888432" cy="2880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Re-execute and Undo Activities</a:t>
              </a:r>
            </a:p>
          </p:txBody>
        </p:sp>
        <p:sp>
          <p:nvSpPr>
            <p:cNvPr id="27" name="Rounded Rectangle 26"/>
            <p:cNvSpPr/>
            <p:nvPr/>
          </p:nvSpPr>
          <p:spPr>
            <a:xfrm>
              <a:off x="827584" y="4077072"/>
              <a:ext cx="3888432" cy="2880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Varying Levels of Granularity</a:t>
              </a:r>
            </a:p>
          </p:txBody>
        </p:sp>
        <p:sp>
          <p:nvSpPr>
            <p:cNvPr id="28" name="Rounded Rectangle 27"/>
            <p:cNvSpPr/>
            <p:nvPr/>
          </p:nvSpPr>
          <p:spPr>
            <a:xfrm>
              <a:off x="827584" y="4437112"/>
              <a:ext cx="3888432" cy="2880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Collaboration Among Activities</a:t>
              </a:r>
            </a:p>
          </p:txBody>
        </p:sp>
        <p:sp>
          <p:nvSpPr>
            <p:cNvPr id="29" name="Rounded Rectangle 28"/>
            <p:cNvSpPr/>
            <p:nvPr/>
          </p:nvSpPr>
          <p:spPr>
            <a:xfrm>
              <a:off x="827584" y="4797152"/>
              <a:ext cx="3888432" cy="2880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Process and Data Alignment</a:t>
              </a:r>
            </a:p>
          </p:txBody>
        </p:sp>
        <p:sp>
          <p:nvSpPr>
            <p:cNvPr id="30" name="Rounded Rectangle 29"/>
            <p:cNvSpPr/>
            <p:nvPr/>
          </p:nvSpPr>
          <p:spPr>
            <a:xfrm>
              <a:off x="827584" y="5157192"/>
              <a:ext cx="3888432" cy="2880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Process/Activity Call</a:t>
              </a:r>
            </a:p>
          </p:txBody>
        </p:sp>
      </p:grpSp>
      <p:grpSp>
        <p:nvGrpSpPr>
          <p:cNvPr id="31" name="Group 30"/>
          <p:cNvGrpSpPr/>
          <p:nvPr/>
        </p:nvGrpSpPr>
        <p:grpSpPr>
          <a:xfrm>
            <a:off x="12384505" y="4581128"/>
            <a:ext cx="2520281" cy="1008112"/>
            <a:chOff x="5652120" y="2564904"/>
            <a:chExt cx="2520281" cy="1008112"/>
          </a:xfrm>
        </p:grpSpPr>
        <p:sp>
          <p:nvSpPr>
            <p:cNvPr id="32" name="Rounded Rectangle 31"/>
            <p:cNvSpPr/>
            <p:nvPr/>
          </p:nvSpPr>
          <p:spPr>
            <a:xfrm>
              <a:off x="5652120" y="2564904"/>
              <a:ext cx="2483768" cy="2880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Data Representation</a:t>
              </a:r>
            </a:p>
          </p:txBody>
        </p:sp>
        <p:sp>
          <p:nvSpPr>
            <p:cNvPr id="33" name="Rounded Rectangle 32"/>
            <p:cNvSpPr/>
            <p:nvPr/>
          </p:nvSpPr>
          <p:spPr>
            <a:xfrm>
              <a:off x="5652121" y="2924944"/>
              <a:ext cx="2520280" cy="2880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Data Versioning</a:t>
              </a:r>
            </a:p>
          </p:txBody>
        </p:sp>
        <p:sp>
          <p:nvSpPr>
            <p:cNvPr id="34" name="Rounded Rectangle 33"/>
            <p:cNvSpPr/>
            <p:nvPr/>
          </p:nvSpPr>
          <p:spPr>
            <a:xfrm>
              <a:off x="5652121" y="3284984"/>
              <a:ext cx="2520280" cy="2880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Data Authorization</a:t>
              </a:r>
            </a:p>
          </p:txBody>
        </p:sp>
      </p:grpSp>
      <p:sp>
        <p:nvSpPr>
          <p:cNvPr id="35" name="Rounded Rectangle 34"/>
          <p:cNvSpPr/>
          <p:nvPr/>
        </p:nvSpPr>
        <p:spPr>
          <a:xfrm>
            <a:off x="-2964814" y="5085184"/>
            <a:ext cx="2767626" cy="2880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Goals Definition</a:t>
            </a:r>
          </a:p>
        </p:txBody>
      </p:sp>
      <p:sp>
        <p:nvSpPr>
          <p:cNvPr id="36" name="Rounded Rectangle 35"/>
          <p:cNvSpPr/>
          <p:nvPr/>
        </p:nvSpPr>
        <p:spPr>
          <a:xfrm>
            <a:off x="-2960132" y="6171873"/>
            <a:ext cx="2767626" cy="2880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Business Rules Definition</a:t>
            </a:r>
          </a:p>
        </p:txBody>
      </p:sp>
      <p:grpSp>
        <p:nvGrpSpPr>
          <p:cNvPr id="37" name="Group 36"/>
          <p:cNvGrpSpPr/>
          <p:nvPr/>
        </p:nvGrpSpPr>
        <p:grpSpPr>
          <a:xfrm>
            <a:off x="-2928810" y="2953534"/>
            <a:ext cx="2736304" cy="609952"/>
            <a:chOff x="1760808" y="2996952"/>
            <a:chExt cx="2955208" cy="648075"/>
          </a:xfrm>
        </p:grpSpPr>
        <p:sp>
          <p:nvSpPr>
            <p:cNvPr id="38" name="Rounded Rectangle 37"/>
            <p:cNvSpPr/>
            <p:nvPr/>
          </p:nvSpPr>
          <p:spPr>
            <a:xfrm>
              <a:off x="1760808" y="2996952"/>
              <a:ext cx="2955208" cy="3060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Role Assignment</a:t>
              </a:r>
            </a:p>
          </p:txBody>
        </p:sp>
        <p:sp>
          <p:nvSpPr>
            <p:cNvPr id="39" name="Rounded Rectangle 38"/>
            <p:cNvSpPr/>
            <p:nvPr/>
          </p:nvSpPr>
          <p:spPr>
            <a:xfrm>
              <a:off x="1760808" y="3379497"/>
              <a:ext cx="2955208" cy="2655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Capture Decisions</a:t>
              </a:r>
            </a:p>
          </p:txBody>
        </p:sp>
      </p:grpSp>
      <p:grpSp>
        <p:nvGrpSpPr>
          <p:cNvPr id="42" name="Group 41"/>
          <p:cNvGrpSpPr/>
          <p:nvPr/>
        </p:nvGrpSpPr>
        <p:grpSpPr>
          <a:xfrm>
            <a:off x="-2964814" y="1107801"/>
            <a:ext cx="2808311" cy="648072"/>
            <a:chOff x="5652120" y="2564904"/>
            <a:chExt cx="2520280" cy="648072"/>
          </a:xfrm>
        </p:grpSpPr>
        <p:sp>
          <p:nvSpPr>
            <p:cNvPr id="43" name="Rounded Rectangle 42"/>
            <p:cNvSpPr/>
            <p:nvPr/>
          </p:nvSpPr>
          <p:spPr>
            <a:xfrm>
              <a:off x="5652120" y="2564904"/>
              <a:ext cx="2483768" cy="2880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Capture Real-time Events</a:t>
              </a:r>
            </a:p>
          </p:txBody>
        </p:sp>
        <p:sp>
          <p:nvSpPr>
            <p:cNvPr id="44" name="Rounded Rectangle 43"/>
            <p:cNvSpPr/>
            <p:nvPr/>
          </p:nvSpPr>
          <p:spPr>
            <a:xfrm>
              <a:off x="5652120" y="2924944"/>
              <a:ext cx="2520280" cy="2880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Capture Conditions</a:t>
              </a:r>
            </a:p>
          </p:txBody>
        </p:sp>
      </p:grpSp>
      <p:sp>
        <p:nvSpPr>
          <p:cNvPr id="40" name="Title 1"/>
          <p:cNvSpPr txBox="1">
            <a:spLocks/>
          </p:cNvSpPr>
          <p:nvPr/>
        </p:nvSpPr>
        <p:spPr>
          <a:xfrm>
            <a:off x="0" y="381207"/>
            <a:ext cx="7019366" cy="727365"/>
          </a:xfrm>
          <a:prstGeom prst="rect">
            <a:avLst/>
          </a:prstGeom>
          <a:solidFill>
            <a:schemeClr val="tx1"/>
          </a:solid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00000"/>
              </a:lnSpc>
            </a:pPr>
            <a:r>
              <a:rPr lang="en-GB" sz="3200" dirty="0" smtClean="0">
                <a:solidFill>
                  <a:schemeClr val="bg1"/>
                </a:solidFill>
                <a:latin typeface="Corbel" panose="020B0503020204020204" pitchFamily="34" charset="0"/>
              </a:rPr>
              <a:t>Representational  Requirements of UBP</a:t>
            </a:r>
            <a:endParaRPr lang="en-US" sz="3200" dirty="0">
              <a:solidFill>
                <a:schemeClr val="bg1"/>
              </a:solidFill>
              <a:latin typeface="Corbel" panose="020B0503020204020204" pitchFamily="34" charset="0"/>
            </a:endParaRPr>
          </a:p>
        </p:txBody>
      </p:sp>
      <p:sp>
        <p:nvSpPr>
          <p:cNvPr id="2" name="Slide Number Placeholder 1"/>
          <p:cNvSpPr>
            <a:spLocks noGrp="1"/>
          </p:cNvSpPr>
          <p:nvPr>
            <p:ph type="sldNum" sz="quarter" idx="12"/>
          </p:nvPr>
        </p:nvSpPr>
        <p:spPr/>
        <p:txBody>
          <a:bodyPr/>
          <a:lstStyle/>
          <a:p>
            <a:fld id="{AD155357-0EC8-4929-AE33-1B32B4D567E3}" type="slidenum">
              <a:rPr lang="en-US" smtClean="0"/>
              <a:t>15</a:t>
            </a:fld>
            <a:endParaRPr lang="en-US"/>
          </a:p>
        </p:txBody>
      </p:sp>
    </p:spTree>
    <p:extLst>
      <p:ext uri="{BB962C8B-B14F-4D97-AF65-F5344CB8AC3E}">
        <p14:creationId xmlns:p14="http://schemas.microsoft.com/office/powerpoint/2010/main" val="3451603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0.14766 0.00347 L -0.31276 0.00324 " pathEditMode="relative" rAng="0" ptsTypes="AA">
                                      <p:cBhvr>
                                        <p:cTn id="6" dur="1000" fill="hold"/>
                                        <p:tgtEl>
                                          <p:spTgt spid="23"/>
                                        </p:tgtEl>
                                        <p:attrNameLst>
                                          <p:attrName>ppt_x</p:attrName>
                                          <p:attrName>ppt_y</p:attrName>
                                        </p:attrNameLst>
                                      </p:cBhvr>
                                      <p:rCtr x="-23021" y="-23"/>
                                    </p:animMotion>
                                  </p:childTnLst>
                                </p:cTn>
                              </p:par>
                              <p:par>
                                <p:cTn id="7" presetID="35" presetClass="path" presetSubtype="0" accel="50000" decel="50000" fill="hold" nodeType="withEffect">
                                  <p:stCondLst>
                                    <p:cond delay="0"/>
                                  </p:stCondLst>
                                  <p:childTnLst>
                                    <p:animMotion origin="layout" path="M 0.13867 0.00138 L -0.30794 0.02106 " pathEditMode="relative" rAng="0" ptsTypes="AA">
                                      <p:cBhvr>
                                        <p:cTn id="8" dur="1000" fill="hold"/>
                                        <p:tgtEl>
                                          <p:spTgt spid="31"/>
                                        </p:tgtEl>
                                        <p:attrNameLst>
                                          <p:attrName>ppt_x</p:attrName>
                                          <p:attrName>ppt_y</p:attrName>
                                        </p:attrNameLst>
                                      </p:cBhvr>
                                      <p:rCtr x="-22331" y="972"/>
                                    </p:animMotion>
                                  </p:childTnLst>
                                </p:cTn>
                              </p:par>
                              <p:par>
                                <p:cTn id="9" presetID="63" presetClass="path" presetSubtype="0" accel="50000" decel="50000" fill="hold" grpId="0" nodeType="withEffect">
                                  <p:stCondLst>
                                    <p:cond delay="0"/>
                                  </p:stCondLst>
                                  <p:childTnLst>
                                    <p:animMotion origin="layout" path="M -3.125E-6 -3.33333E-6 L 0.47136 -0.02083 " pathEditMode="relative" rAng="0" ptsTypes="AA">
                                      <p:cBhvr>
                                        <p:cTn id="10" dur="1000" fill="hold"/>
                                        <p:tgtEl>
                                          <p:spTgt spid="36"/>
                                        </p:tgtEl>
                                        <p:attrNameLst>
                                          <p:attrName>ppt_x</p:attrName>
                                          <p:attrName>ppt_y</p:attrName>
                                        </p:attrNameLst>
                                      </p:cBhvr>
                                      <p:rCtr x="23568" y="-1042"/>
                                    </p:animMotion>
                                  </p:childTnLst>
                                </p:cTn>
                              </p:par>
                              <p:par>
                                <p:cTn id="11" presetID="63" presetClass="path" presetSubtype="0" accel="50000" decel="50000" fill="hold" grpId="0" nodeType="withEffect">
                                  <p:stCondLst>
                                    <p:cond delay="0"/>
                                  </p:stCondLst>
                                  <p:childTnLst>
                                    <p:animMotion origin="layout" path="M -2.5E-6 0 L 0.33268 -0.0419 " pathEditMode="relative" rAng="0" ptsTypes="AA">
                                      <p:cBhvr>
                                        <p:cTn id="12" dur="1000" fill="hold"/>
                                        <p:tgtEl>
                                          <p:spTgt spid="35"/>
                                        </p:tgtEl>
                                        <p:attrNameLst>
                                          <p:attrName>ppt_x</p:attrName>
                                          <p:attrName>ppt_y</p:attrName>
                                        </p:attrNameLst>
                                      </p:cBhvr>
                                      <p:rCtr x="16628" y="-2106"/>
                                    </p:animMotion>
                                  </p:childTnLst>
                                </p:cTn>
                              </p:par>
                              <p:par>
                                <p:cTn id="13" presetID="63" presetClass="path" presetSubtype="0" accel="50000" decel="50000" fill="hold" nodeType="withEffect">
                                  <p:stCondLst>
                                    <p:cond delay="0"/>
                                  </p:stCondLst>
                                  <p:childTnLst>
                                    <p:animMotion origin="layout" path="M 4.79167E-6 0 L 0.33138 -0.0588 " pathEditMode="relative" rAng="0" ptsTypes="AA">
                                      <p:cBhvr>
                                        <p:cTn id="14" dur="1000" fill="hold"/>
                                        <p:tgtEl>
                                          <p:spTgt spid="37"/>
                                        </p:tgtEl>
                                        <p:attrNameLst>
                                          <p:attrName>ppt_x</p:attrName>
                                          <p:attrName>ppt_y</p:attrName>
                                        </p:attrNameLst>
                                      </p:cBhvr>
                                      <p:rCtr x="16563" y="-2940"/>
                                    </p:animMotion>
                                  </p:childTnLst>
                                </p:cTn>
                              </p:par>
                              <p:par>
                                <p:cTn id="15" presetID="63" presetClass="path" presetSubtype="0" accel="50000" decel="50000" fill="hold" nodeType="withEffect">
                                  <p:stCondLst>
                                    <p:cond delay="0"/>
                                  </p:stCondLst>
                                  <p:childTnLst>
                                    <p:animMotion origin="layout" path="M 4.79167E-6 3.7037E-6 L 0.47669 0.00995 " pathEditMode="relative" rAng="0" ptsTypes="AA">
                                      <p:cBhvr>
                                        <p:cTn id="16" dur="1000" fill="hold"/>
                                        <p:tgtEl>
                                          <p:spTgt spid="42"/>
                                        </p:tgtEl>
                                        <p:attrNameLst>
                                          <p:attrName>ppt_x</p:attrName>
                                          <p:attrName>ppt_y</p:attrName>
                                        </p:attrNameLst>
                                      </p:cBhvr>
                                      <p:rCtr x="23828" y="48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997659711"/>
              </p:ext>
            </p:extLst>
          </p:nvPr>
        </p:nvGraphicFramePr>
        <p:xfrm>
          <a:off x="1872650" y="1426880"/>
          <a:ext cx="7848872" cy="30963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0" name="Rectangle 49"/>
          <p:cNvSpPr/>
          <p:nvPr/>
        </p:nvSpPr>
        <p:spPr>
          <a:xfrm>
            <a:off x="3143672" y="5517232"/>
            <a:ext cx="288032" cy="3600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itle 1"/>
          <p:cNvSpPr txBox="1">
            <a:spLocks/>
          </p:cNvSpPr>
          <p:nvPr/>
        </p:nvSpPr>
        <p:spPr>
          <a:xfrm>
            <a:off x="-1" y="381207"/>
            <a:ext cx="10058401" cy="727365"/>
          </a:xfrm>
          <a:prstGeom prst="rect">
            <a:avLst/>
          </a:prstGeom>
          <a:solidFill>
            <a:schemeClr val="tx1"/>
          </a:solid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00000"/>
              </a:lnSpc>
            </a:pPr>
            <a:r>
              <a:rPr lang="en-GB" sz="3200" dirty="0" smtClean="0">
                <a:solidFill>
                  <a:schemeClr val="bg1"/>
                </a:solidFill>
                <a:latin typeface="Corbel" panose="020B0503020204020204" pitchFamily="34" charset="0"/>
              </a:rPr>
              <a:t>Demonstration of Representational  Requirements of UBP</a:t>
            </a:r>
            <a:endParaRPr lang="en-US" sz="3200" dirty="0">
              <a:solidFill>
                <a:schemeClr val="bg1"/>
              </a:solidFill>
              <a:latin typeface="Corbel" panose="020B0503020204020204" pitchFamily="34" charset="0"/>
            </a:endParaRPr>
          </a:p>
        </p:txBody>
      </p:sp>
      <p:sp>
        <p:nvSpPr>
          <p:cNvPr id="2" name="Slide Number Placeholder 1"/>
          <p:cNvSpPr>
            <a:spLocks noGrp="1"/>
          </p:cNvSpPr>
          <p:nvPr>
            <p:ph type="sldNum" sz="quarter" idx="12"/>
          </p:nvPr>
        </p:nvSpPr>
        <p:spPr/>
        <p:txBody>
          <a:bodyPr/>
          <a:lstStyle/>
          <a:p>
            <a:fld id="{AD155357-0EC8-4929-AE33-1B32B4D567E3}" type="slidenum">
              <a:rPr lang="en-US" smtClean="0"/>
              <a:t>16</a:t>
            </a:fld>
            <a:endParaRPr lang="en-US"/>
          </a:p>
        </p:txBody>
      </p:sp>
    </p:spTree>
    <p:extLst>
      <p:ext uri="{BB962C8B-B14F-4D97-AF65-F5344CB8AC3E}">
        <p14:creationId xmlns:p14="http://schemas.microsoft.com/office/powerpoint/2010/main" val="168083703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881148315"/>
              </p:ext>
            </p:extLst>
          </p:nvPr>
        </p:nvGraphicFramePr>
        <p:xfrm>
          <a:off x="1872650" y="1426880"/>
          <a:ext cx="7848872" cy="30963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9" name="Content Placeholder 2"/>
          <p:cNvSpPr txBox="1">
            <a:spLocks/>
          </p:cNvSpPr>
          <p:nvPr/>
        </p:nvSpPr>
        <p:spPr>
          <a:xfrm>
            <a:off x="1847528" y="4149080"/>
            <a:ext cx="7056784" cy="1903512"/>
          </a:xfrm>
          <a:prstGeom prst="rect">
            <a:avLst/>
          </a:prstGeom>
        </p:spPr>
        <p:txBody>
          <a:bodyPr vert="horz">
            <a:normAutofit/>
          </a:bodyPr>
          <a:lstStyle/>
          <a:p>
            <a:pPr marL="320040" indent="-320040">
              <a:spcBef>
                <a:spcPts val="700"/>
              </a:spcBef>
              <a:buClr>
                <a:schemeClr val="accent2"/>
              </a:buClr>
              <a:buSzPct val="60000"/>
              <a:buFont typeface="Wingdings"/>
              <a:buChar char=""/>
              <a:defRPr/>
            </a:pPr>
            <a:r>
              <a:rPr lang="en-GB" sz="2400" dirty="0">
                <a:latin typeface="Corbel" panose="020B0503020204020204" pitchFamily="34" charset="0"/>
              </a:rPr>
              <a:t>Process contains set of related activities </a:t>
            </a:r>
          </a:p>
          <a:p>
            <a:pPr marL="320040" indent="-320040">
              <a:spcBef>
                <a:spcPts val="700"/>
              </a:spcBef>
              <a:buClr>
                <a:schemeClr val="accent2"/>
              </a:buClr>
              <a:buSzPct val="60000"/>
              <a:buFont typeface="Wingdings"/>
              <a:buChar char=""/>
              <a:defRPr/>
            </a:pPr>
            <a:r>
              <a:rPr lang="en-GB" sz="2400" dirty="0">
                <a:latin typeface="Corbel" panose="020B0503020204020204" pitchFamily="34" charset="0"/>
              </a:rPr>
              <a:t>Each process has one associated goal</a:t>
            </a:r>
          </a:p>
          <a:p>
            <a:pPr marL="320040" indent="-320040">
              <a:spcBef>
                <a:spcPts val="700"/>
              </a:spcBef>
              <a:buClr>
                <a:schemeClr val="accent2"/>
              </a:buClr>
              <a:buSzPct val="60000"/>
              <a:buFont typeface="Wingdings"/>
              <a:buChar char=""/>
              <a:defRPr/>
            </a:pPr>
            <a:endParaRPr lang="en-GB" sz="2900" dirty="0"/>
          </a:p>
        </p:txBody>
      </p:sp>
      <p:cxnSp>
        <p:nvCxnSpPr>
          <p:cNvPr id="33" name="Straight Connector 32"/>
          <p:cNvCxnSpPr>
            <a:endCxn id="30" idx="0"/>
          </p:cNvCxnSpPr>
          <p:nvPr/>
        </p:nvCxnSpPr>
        <p:spPr>
          <a:xfrm>
            <a:off x="7896200" y="5301208"/>
            <a:ext cx="0" cy="36004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pic>
        <p:nvPicPr>
          <p:cNvPr id="30" name="Picture 29" descr="laneBPMN.JPG"/>
          <p:cNvPicPr>
            <a:picLocks noChangeAspect="1"/>
          </p:cNvPicPr>
          <p:nvPr/>
        </p:nvPicPr>
        <p:blipFill>
          <a:blip r:embed="rId8" cstate="print"/>
          <a:stretch>
            <a:fillRect/>
          </a:stretch>
        </p:blipFill>
        <p:spPr>
          <a:xfrm>
            <a:off x="6816080" y="5661248"/>
            <a:ext cx="2160240" cy="800100"/>
          </a:xfrm>
          <a:prstGeom prst="rect">
            <a:avLst/>
          </a:prstGeom>
        </p:spPr>
      </p:pic>
      <p:pic>
        <p:nvPicPr>
          <p:cNvPr id="31" name="Picture 30" descr="plusMainGoal.JPG"/>
          <p:cNvPicPr>
            <a:picLocks noChangeAspect="1"/>
          </p:cNvPicPr>
          <p:nvPr/>
        </p:nvPicPr>
        <p:blipFill>
          <a:blip r:embed="rId9" cstate="print"/>
          <a:stretch>
            <a:fillRect/>
          </a:stretch>
        </p:blipFill>
        <p:spPr>
          <a:xfrm>
            <a:off x="7248128" y="4725144"/>
            <a:ext cx="1257300" cy="704850"/>
          </a:xfrm>
          <a:prstGeom prst="rect">
            <a:avLst/>
          </a:prstGeom>
          <a:ln>
            <a:solidFill>
              <a:schemeClr val="bg1"/>
            </a:solidFill>
          </a:ln>
        </p:spPr>
      </p:pic>
      <p:sp>
        <p:nvSpPr>
          <p:cNvPr id="50" name="Rectangle 49"/>
          <p:cNvSpPr/>
          <p:nvPr/>
        </p:nvSpPr>
        <p:spPr>
          <a:xfrm>
            <a:off x="3143672" y="5517232"/>
            <a:ext cx="288032" cy="3600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itle 1"/>
          <p:cNvSpPr txBox="1">
            <a:spLocks/>
          </p:cNvSpPr>
          <p:nvPr/>
        </p:nvSpPr>
        <p:spPr>
          <a:xfrm>
            <a:off x="-1" y="381207"/>
            <a:ext cx="10058401" cy="727365"/>
          </a:xfrm>
          <a:prstGeom prst="rect">
            <a:avLst/>
          </a:prstGeom>
          <a:solidFill>
            <a:schemeClr val="tx1"/>
          </a:solid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00000"/>
              </a:lnSpc>
            </a:pPr>
            <a:r>
              <a:rPr lang="en-GB" sz="3200" dirty="0" smtClean="0">
                <a:solidFill>
                  <a:schemeClr val="bg1"/>
                </a:solidFill>
                <a:latin typeface="Corbel" panose="020B0503020204020204" pitchFamily="34" charset="0"/>
              </a:rPr>
              <a:t>Demonstration of Representational  Requirements of UBP</a:t>
            </a:r>
            <a:endParaRPr lang="en-US" sz="3200" dirty="0">
              <a:solidFill>
                <a:schemeClr val="bg1"/>
              </a:solidFill>
              <a:latin typeface="Corbel" panose="020B0503020204020204" pitchFamily="34" charset="0"/>
            </a:endParaRPr>
          </a:p>
        </p:txBody>
      </p:sp>
      <p:sp>
        <p:nvSpPr>
          <p:cNvPr id="2" name="Slide Number Placeholder 1"/>
          <p:cNvSpPr>
            <a:spLocks noGrp="1"/>
          </p:cNvSpPr>
          <p:nvPr>
            <p:ph type="sldNum" sz="quarter" idx="12"/>
          </p:nvPr>
        </p:nvSpPr>
        <p:spPr/>
        <p:txBody>
          <a:bodyPr/>
          <a:lstStyle/>
          <a:p>
            <a:fld id="{AD155357-0EC8-4929-AE33-1B32B4D567E3}" type="slidenum">
              <a:rPr lang="en-US" smtClean="0"/>
              <a:t>17</a:t>
            </a:fld>
            <a:endParaRPr lang="en-US"/>
          </a:p>
        </p:txBody>
      </p:sp>
    </p:spTree>
    <p:extLst>
      <p:ext uri="{BB962C8B-B14F-4D97-AF65-F5344CB8AC3E}">
        <p14:creationId xmlns:p14="http://schemas.microsoft.com/office/powerpoint/2010/main" val="397915158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945372424"/>
              </p:ext>
            </p:extLst>
          </p:nvPr>
        </p:nvGraphicFramePr>
        <p:xfrm>
          <a:off x="1775521" y="836712"/>
          <a:ext cx="8298631" cy="42511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9" name="Content Placeholder 2"/>
          <p:cNvSpPr txBox="1">
            <a:spLocks/>
          </p:cNvSpPr>
          <p:nvPr/>
        </p:nvSpPr>
        <p:spPr>
          <a:xfrm>
            <a:off x="1847528" y="4149080"/>
            <a:ext cx="7920880" cy="1903512"/>
          </a:xfrm>
          <a:prstGeom prst="rect">
            <a:avLst/>
          </a:prstGeom>
        </p:spPr>
        <p:txBody>
          <a:bodyPr vert="horz">
            <a:normAutofit/>
          </a:bodyPr>
          <a:lstStyle/>
          <a:p>
            <a:pPr marL="320040" indent="-320040">
              <a:spcBef>
                <a:spcPts val="700"/>
              </a:spcBef>
              <a:buClr>
                <a:schemeClr val="accent2"/>
              </a:buClr>
              <a:buSzPct val="60000"/>
              <a:buFont typeface="Wingdings"/>
              <a:buChar char=""/>
              <a:defRPr/>
            </a:pPr>
            <a:r>
              <a:rPr lang="en-GB" sz="2400" dirty="0">
                <a:latin typeface="Corbel" panose="020B0503020204020204" pitchFamily="34" charset="0"/>
              </a:rPr>
              <a:t>Variety of process related activities and sub-process</a:t>
            </a:r>
          </a:p>
          <a:p>
            <a:pPr marL="320040" indent="-320040">
              <a:spcBef>
                <a:spcPts val="700"/>
              </a:spcBef>
              <a:buClr>
                <a:schemeClr val="accent2"/>
              </a:buClr>
              <a:buSzPct val="60000"/>
              <a:buFont typeface="Wingdings"/>
              <a:buChar char=""/>
              <a:defRPr/>
            </a:pPr>
            <a:endParaRPr lang="en-GB" sz="2900" dirty="0">
              <a:latin typeface="Corbel" panose="020B0503020204020204" pitchFamily="34" charset="0"/>
            </a:endParaRPr>
          </a:p>
        </p:txBody>
      </p:sp>
      <p:sp>
        <p:nvSpPr>
          <p:cNvPr id="50" name="Rectangle 49"/>
          <p:cNvSpPr/>
          <p:nvPr/>
        </p:nvSpPr>
        <p:spPr>
          <a:xfrm>
            <a:off x="3143672" y="5517232"/>
            <a:ext cx="288032" cy="3600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p:cNvGrpSpPr/>
          <p:nvPr/>
        </p:nvGrpSpPr>
        <p:grpSpPr>
          <a:xfrm>
            <a:off x="2351584" y="4725145"/>
            <a:ext cx="6120680" cy="1376863"/>
            <a:chOff x="1187624" y="2060848"/>
            <a:chExt cx="6120680" cy="1376863"/>
          </a:xfrm>
        </p:grpSpPr>
        <p:grpSp>
          <p:nvGrpSpPr>
            <p:cNvPr id="13" name="Group 34"/>
            <p:cNvGrpSpPr/>
            <p:nvPr/>
          </p:nvGrpSpPr>
          <p:grpSpPr>
            <a:xfrm>
              <a:off x="1187624" y="2132856"/>
              <a:ext cx="1368152" cy="1130642"/>
              <a:chOff x="2123728" y="2492896"/>
              <a:chExt cx="1368152" cy="1130642"/>
            </a:xfrm>
          </p:grpSpPr>
          <p:pic>
            <p:nvPicPr>
              <p:cNvPr id="23" name="Picture 22" descr="plusUndo.JPG"/>
              <p:cNvPicPr>
                <a:picLocks noChangeAspect="1"/>
              </p:cNvPicPr>
              <p:nvPr/>
            </p:nvPicPr>
            <p:blipFill>
              <a:blip r:embed="rId8" cstate="print"/>
              <a:stretch>
                <a:fillRect/>
              </a:stretch>
            </p:blipFill>
            <p:spPr>
              <a:xfrm>
                <a:off x="2123728" y="2492896"/>
                <a:ext cx="1224136" cy="855579"/>
              </a:xfrm>
              <a:prstGeom prst="rect">
                <a:avLst/>
              </a:prstGeom>
            </p:spPr>
          </p:pic>
          <p:sp>
            <p:nvSpPr>
              <p:cNvPr id="24" name="TextBox 23"/>
              <p:cNvSpPr txBox="1"/>
              <p:nvPr/>
            </p:nvSpPr>
            <p:spPr>
              <a:xfrm>
                <a:off x="2123728" y="3284984"/>
                <a:ext cx="1368152" cy="338554"/>
              </a:xfrm>
              <a:prstGeom prst="rect">
                <a:avLst/>
              </a:prstGeom>
              <a:noFill/>
            </p:spPr>
            <p:txBody>
              <a:bodyPr wrap="square" rtlCol="0">
                <a:spAutoFit/>
              </a:bodyPr>
              <a:lstStyle/>
              <a:p>
                <a:r>
                  <a:rPr lang="en-GB" sz="1600" dirty="0">
                    <a:latin typeface="Corbel" panose="020B0503020204020204" pitchFamily="34" charset="0"/>
                  </a:rPr>
                  <a:t>Undo Activity</a:t>
                </a:r>
              </a:p>
            </p:txBody>
          </p:sp>
        </p:grpSp>
        <p:grpSp>
          <p:nvGrpSpPr>
            <p:cNvPr id="14" name="Group 26"/>
            <p:cNvGrpSpPr/>
            <p:nvPr/>
          </p:nvGrpSpPr>
          <p:grpSpPr>
            <a:xfrm>
              <a:off x="2771800" y="2132856"/>
              <a:ext cx="1440160" cy="1304855"/>
              <a:chOff x="3779912" y="2060848"/>
              <a:chExt cx="1440160" cy="1304855"/>
            </a:xfrm>
          </p:grpSpPr>
          <p:pic>
            <p:nvPicPr>
              <p:cNvPr id="21" name="Picture 20" descr="plusCollaborative.JPG"/>
              <p:cNvPicPr>
                <a:picLocks noChangeAspect="1"/>
              </p:cNvPicPr>
              <p:nvPr/>
            </p:nvPicPr>
            <p:blipFill>
              <a:blip r:embed="rId9" cstate="print"/>
              <a:stretch>
                <a:fillRect/>
              </a:stretch>
            </p:blipFill>
            <p:spPr>
              <a:xfrm>
                <a:off x="3779912" y="2060848"/>
                <a:ext cx="1267341" cy="792088"/>
              </a:xfrm>
              <a:prstGeom prst="rect">
                <a:avLst/>
              </a:prstGeom>
            </p:spPr>
          </p:pic>
          <p:sp>
            <p:nvSpPr>
              <p:cNvPr id="22" name="TextBox 21"/>
              <p:cNvSpPr txBox="1"/>
              <p:nvPr/>
            </p:nvSpPr>
            <p:spPr>
              <a:xfrm>
                <a:off x="3851920" y="2780928"/>
                <a:ext cx="1368152" cy="584775"/>
              </a:xfrm>
              <a:prstGeom prst="rect">
                <a:avLst/>
              </a:prstGeom>
              <a:noFill/>
            </p:spPr>
            <p:txBody>
              <a:bodyPr wrap="square" rtlCol="0">
                <a:spAutoFit/>
              </a:bodyPr>
              <a:lstStyle/>
              <a:p>
                <a:r>
                  <a:rPr lang="en-GB" sz="1600" dirty="0">
                    <a:latin typeface="Corbel" panose="020B0503020204020204" pitchFamily="34" charset="0"/>
                  </a:rPr>
                  <a:t>Collaborative</a:t>
                </a:r>
              </a:p>
              <a:p>
                <a:r>
                  <a:rPr lang="en-GB" sz="1600" dirty="0">
                    <a:latin typeface="Corbel" panose="020B0503020204020204" pitchFamily="34" charset="0"/>
                  </a:rPr>
                  <a:t>Subprocess</a:t>
                </a:r>
              </a:p>
            </p:txBody>
          </p:sp>
        </p:grpSp>
        <p:grpSp>
          <p:nvGrpSpPr>
            <p:cNvPr id="15" name="Group 27"/>
            <p:cNvGrpSpPr/>
            <p:nvPr/>
          </p:nvGrpSpPr>
          <p:grpSpPr>
            <a:xfrm>
              <a:off x="4283968" y="2060848"/>
              <a:ext cx="1800200" cy="1304855"/>
              <a:chOff x="5220072" y="2060848"/>
              <a:chExt cx="1800200" cy="1304855"/>
            </a:xfrm>
          </p:grpSpPr>
          <p:pic>
            <p:nvPicPr>
              <p:cNvPr id="19" name="Picture 18" descr="optionalBPMN.JPG"/>
              <p:cNvPicPr>
                <a:picLocks noChangeAspect="1"/>
              </p:cNvPicPr>
              <p:nvPr/>
            </p:nvPicPr>
            <p:blipFill>
              <a:blip r:embed="rId10" cstate="print"/>
              <a:stretch>
                <a:fillRect/>
              </a:stretch>
            </p:blipFill>
            <p:spPr>
              <a:xfrm>
                <a:off x="5220072" y="2060848"/>
                <a:ext cx="1224136" cy="837566"/>
              </a:xfrm>
              <a:prstGeom prst="rect">
                <a:avLst/>
              </a:prstGeom>
            </p:spPr>
          </p:pic>
          <p:sp>
            <p:nvSpPr>
              <p:cNvPr id="20" name="TextBox 19"/>
              <p:cNvSpPr txBox="1"/>
              <p:nvPr/>
            </p:nvSpPr>
            <p:spPr>
              <a:xfrm>
                <a:off x="5364088" y="2780928"/>
                <a:ext cx="1656184" cy="584775"/>
              </a:xfrm>
              <a:prstGeom prst="rect">
                <a:avLst/>
              </a:prstGeom>
              <a:noFill/>
            </p:spPr>
            <p:txBody>
              <a:bodyPr wrap="square" rtlCol="0">
                <a:spAutoFit/>
              </a:bodyPr>
              <a:lstStyle/>
              <a:p>
                <a:r>
                  <a:rPr lang="en-GB" sz="1600" dirty="0">
                    <a:latin typeface="Corbel" panose="020B0503020204020204" pitchFamily="34" charset="0"/>
                  </a:rPr>
                  <a:t>Optional </a:t>
                </a:r>
              </a:p>
              <a:p>
                <a:r>
                  <a:rPr lang="en-GB" sz="1600" dirty="0">
                    <a:latin typeface="Corbel" panose="020B0503020204020204" pitchFamily="34" charset="0"/>
                  </a:rPr>
                  <a:t>Activity</a:t>
                </a:r>
              </a:p>
            </p:txBody>
          </p:sp>
        </p:grpSp>
        <p:grpSp>
          <p:nvGrpSpPr>
            <p:cNvPr id="16" name="Group 30"/>
            <p:cNvGrpSpPr/>
            <p:nvPr/>
          </p:nvGrpSpPr>
          <p:grpSpPr>
            <a:xfrm>
              <a:off x="5796136" y="2060848"/>
              <a:ext cx="1512168" cy="1376863"/>
              <a:chOff x="2267744" y="3717032"/>
              <a:chExt cx="1512168" cy="1376863"/>
            </a:xfrm>
          </p:grpSpPr>
          <p:pic>
            <p:nvPicPr>
              <p:cNvPr id="17" name="Picture 16" descr="requiredBPMN.JPG"/>
              <p:cNvPicPr>
                <a:picLocks noChangeAspect="1"/>
              </p:cNvPicPr>
              <p:nvPr/>
            </p:nvPicPr>
            <p:blipFill>
              <a:blip r:embed="rId11" cstate="print"/>
              <a:stretch>
                <a:fillRect/>
              </a:stretch>
            </p:blipFill>
            <p:spPr>
              <a:xfrm>
                <a:off x="2267744" y="3717032"/>
                <a:ext cx="1296144" cy="868692"/>
              </a:xfrm>
              <a:prstGeom prst="rect">
                <a:avLst/>
              </a:prstGeom>
            </p:spPr>
          </p:pic>
          <p:sp>
            <p:nvSpPr>
              <p:cNvPr id="18" name="TextBox 17"/>
              <p:cNvSpPr txBox="1"/>
              <p:nvPr/>
            </p:nvSpPr>
            <p:spPr>
              <a:xfrm>
                <a:off x="2411760" y="4509120"/>
                <a:ext cx="1368152" cy="584775"/>
              </a:xfrm>
              <a:prstGeom prst="rect">
                <a:avLst/>
              </a:prstGeom>
              <a:noFill/>
            </p:spPr>
            <p:txBody>
              <a:bodyPr wrap="square" rtlCol="0">
                <a:spAutoFit/>
              </a:bodyPr>
              <a:lstStyle/>
              <a:p>
                <a:r>
                  <a:rPr lang="en-GB" sz="1600" dirty="0">
                    <a:latin typeface="Corbel" panose="020B0503020204020204" pitchFamily="34" charset="0"/>
                  </a:rPr>
                  <a:t>Required Activity</a:t>
                </a:r>
              </a:p>
            </p:txBody>
          </p:sp>
        </p:grpSp>
      </p:grpSp>
      <p:pic>
        <p:nvPicPr>
          <p:cNvPr id="25" name="Picture 24" descr="descisionBPMN.jpg"/>
          <p:cNvPicPr>
            <a:picLocks noChangeAspect="1"/>
          </p:cNvPicPr>
          <p:nvPr/>
        </p:nvPicPr>
        <p:blipFill>
          <a:blip r:embed="rId12" cstate="print"/>
          <a:stretch>
            <a:fillRect/>
          </a:stretch>
        </p:blipFill>
        <p:spPr>
          <a:xfrm>
            <a:off x="8544272" y="4797153"/>
            <a:ext cx="1224136" cy="811927"/>
          </a:xfrm>
          <a:prstGeom prst="rect">
            <a:avLst/>
          </a:prstGeom>
        </p:spPr>
      </p:pic>
      <p:sp>
        <p:nvSpPr>
          <p:cNvPr id="26" name="TextBox 25"/>
          <p:cNvSpPr txBox="1"/>
          <p:nvPr/>
        </p:nvSpPr>
        <p:spPr>
          <a:xfrm>
            <a:off x="8544272" y="5589241"/>
            <a:ext cx="1512168" cy="584775"/>
          </a:xfrm>
          <a:prstGeom prst="rect">
            <a:avLst/>
          </a:prstGeom>
          <a:noFill/>
        </p:spPr>
        <p:txBody>
          <a:bodyPr wrap="square" rtlCol="0">
            <a:spAutoFit/>
          </a:bodyPr>
          <a:lstStyle/>
          <a:p>
            <a:r>
              <a:rPr lang="en-GB" sz="1600" dirty="0">
                <a:latin typeface="Corbel" panose="020B0503020204020204" pitchFamily="34" charset="0"/>
              </a:rPr>
              <a:t>Decision Activity</a:t>
            </a:r>
          </a:p>
        </p:txBody>
      </p:sp>
      <p:sp>
        <p:nvSpPr>
          <p:cNvPr id="3" name="Title 2"/>
          <p:cNvSpPr>
            <a:spLocks noGrp="1"/>
          </p:cNvSpPr>
          <p:nvPr>
            <p:ph type="title"/>
          </p:nvPr>
        </p:nvSpPr>
        <p:spPr/>
        <p:txBody>
          <a:bodyPr/>
          <a:lstStyle/>
          <a:p>
            <a:endParaRPr lang="en-US"/>
          </a:p>
        </p:txBody>
      </p:sp>
      <p:sp>
        <p:nvSpPr>
          <p:cNvPr id="28" name="Title 1"/>
          <p:cNvSpPr txBox="1">
            <a:spLocks/>
          </p:cNvSpPr>
          <p:nvPr/>
        </p:nvSpPr>
        <p:spPr>
          <a:xfrm>
            <a:off x="-1" y="381207"/>
            <a:ext cx="10058401" cy="727365"/>
          </a:xfrm>
          <a:prstGeom prst="rect">
            <a:avLst/>
          </a:prstGeom>
          <a:solidFill>
            <a:schemeClr val="tx1"/>
          </a:solid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00000"/>
              </a:lnSpc>
            </a:pPr>
            <a:r>
              <a:rPr lang="en-GB" sz="3200" dirty="0" smtClean="0">
                <a:solidFill>
                  <a:schemeClr val="bg1"/>
                </a:solidFill>
                <a:latin typeface="Corbel" panose="020B0503020204020204" pitchFamily="34" charset="0"/>
              </a:rPr>
              <a:t>Demonstration of Representational  Requirements of UBP</a:t>
            </a:r>
            <a:endParaRPr lang="en-US" sz="3200" dirty="0">
              <a:solidFill>
                <a:schemeClr val="bg1"/>
              </a:solidFill>
              <a:latin typeface="Corbel" panose="020B0503020204020204" pitchFamily="34" charset="0"/>
            </a:endParaRPr>
          </a:p>
        </p:txBody>
      </p:sp>
      <p:sp>
        <p:nvSpPr>
          <p:cNvPr id="5" name="Rectangle 4"/>
          <p:cNvSpPr/>
          <p:nvPr/>
        </p:nvSpPr>
        <p:spPr>
          <a:xfrm>
            <a:off x="5924836" y="5193197"/>
            <a:ext cx="347175" cy="252028"/>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 name="Oval 1"/>
          <p:cNvSpPr/>
          <p:nvPr/>
        </p:nvSpPr>
        <p:spPr>
          <a:xfrm>
            <a:off x="5924836" y="5217158"/>
            <a:ext cx="231820" cy="262652"/>
          </a:xfrm>
          <a:prstGeom prst="ellipse">
            <a:avLst/>
          </a:prstGeom>
          <a:ln w="15875"/>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a:t>
            </a:r>
            <a:endParaRPr lang="en-US" dirty="0"/>
          </a:p>
        </p:txBody>
      </p:sp>
      <p:sp>
        <p:nvSpPr>
          <p:cNvPr id="6" name="Slide Number Placeholder 5"/>
          <p:cNvSpPr>
            <a:spLocks noGrp="1"/>
          </p:cNvSpPr>
          <p:nvPr>
            <p:ph type="sldNum" sz="quarter" idx="12"/>
          </p:nvPr>
        </p:nvSpPr>
        <p:spPr/>
        <p:txBody>
          <a:bodyPr/>
          <a:lstStyle/>
          <a:p>
            <a:fld id="{AD155357-0EC8-4929-AE33-1B32B4D567E3}" type="slidenum">
              <a:rPr lang="en-US" smtClean="0"/>
              <a:t>18</a:t>
            </a:fld>
            <a:endParaRPr lang="en-US"/>
          </a:p>
        </p:txBody>
      </p:sp>
    </p:spTree>
    <p:extLst>
      <p:ext uri="{BB962C8B-B14F-4D97-AF65-F5344CB8AC3E}">
        <p14:creationId xmlns:p14="http://schemas.microsoft.com/office/powerpoint/2010/main" val="335970699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351849530"/>
              </p:ext>
            </p:extLst>
          </p:nvPr>
        </p:nvGraphicFramePr>
        <p:xfrm>
          <a:off x="1775521" y="836712"/>
          <a:ext cx="8298631" cy="42511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9" name="Content Placeholder 2"/>
          <p:cNvSpPr txBox="1">
            <a:spLocks/>
          </p:cNvSpPr>
          <p:nvPr/>
        </p:nvSpPr>
        <p:spPr>
          <a:xfrm>
            <a:off x="1847528" y="4149080"/>
            <a:ext cx="7920880" cy="1903512"/>
          </a:xfrm>
          <a:prstGeom prst="rect">
            <a:avLst/>
          </a:prstGeom>
        </p:spPr>
        <p:txBody>
          <a:bodyPr vert="horz">
            <a:normAutofit/>
          </a:bodyPr>
          <a:lstStyle/>
          <a:p>
            <a:pPr marL="320040" indent="-320040">
              <a:spcBef>
                <a:spcPts val="700"/>
              </a:spcBef>
              <a:buClr>
                <a:schemeClr val="accent2"/>
              </a:buClr>
              <a:buSzPct val="60000"/>
              <a:buFont typeface="Wingdings"/>
              <a:buChar char=""/>
              <a:defRPr/>
            </a:pPr>
            <a:r>
              <a:rPr lang="en-GB" sz="2400" dirty="0">
                <a:latin typeface="Corbel" panose="020B0503020204020204" pitchFamily="34" charset="0"/>
              </a:rPr>
              <a:t>Goal define the purpose of process</a:t>
            </a:r>
          </a:p>
          <a:p>
            <a:pPr marL="320040" indent="-320040">
              <a:spcBef>
                <a:spcPts val="700"/>
              </a:spcBef>
              <a:buClr>
                <a:schemeClr val="accent2"/>
              </a:buClr>
              <a:buSzPct val="60000"/>
              <a:buFont typeface="Wingdings"/>
              <a:buChar char=""/>
              <a:defRPr/>
            </a:pPr>
            <a:r>
              <a:rPr lang="en-GB" sz="2400" dirty="0">
                <a:latin typeface="Corbel" panose="020B0503020204020204" pitchFamily="34" charset="0"/>
              </a:rPr>
              <a:t>Each process has one goal, while a single goal can be associated to number of sub-processes</a:t>
            </a:r>
          </a:p>
          <a:p>
            <a:pPr marL="320040" indent="-320040">
              <a:spcBef>
                <a:spcPts val="700"/>
              </a:spcBef>
              <a:buClr>
                <a:schemeClr val="accent2"/>
              </a:buClr>
              <a:buSzPct val="60000"/>
              <a:buFont typeface="Wingdings"/>
              <a:buChar char=""/>
              <a:defRPr/>
            </a:pPr>
            <a:endParaRPr lang="en-GB" sz="2900" dirty="0">
              <a:latin typeface="Corbel" panose="020B0503020204020204" pitchFamily="34" charset="0"/>
            </a:endParaRPr>
          </a:p>
        </p:txBody>
      </p:sp>
      <p:grpSp>
        <p:nvGrpSpPr>
          <p:cNvPr id="27" name="Group 26"/>
          <p:cNvGrpSpPr/>
          <p:nvPr/>
        </p:nvGrpSpPr>
        <p:grpSpPr>
          <a:xfrm>
            <a:off x="5807968" y="5589240"/>
            <a:ext cx="1656184" cy="1058634"/>
            <a:chOff x="3851920" y="3861048"/>
            <a:chExt cx="1656184" cy="1058634"/>
          </a:xfrm>
        </p:grpSpPr>
        <p:pic>
          <p:nvPicPr>
            <p:cNvPr id="28" name="Picture 27" descr="plusMainGoal.JPG"/>
            <p:cNvPicPr>
              <a:picLocks noChangeAspect="1"/>
            </p:cNvPicPr>
            <p:nvPr/>
          </p:nvPicPr>
          <p:blipFill>
            <a:blip r:embed="rId8" cstate="print"/>
            <a:stretch>
              <a:fillRect/>
            </a:stretch>
          </p:blipFill>
          <p:spPr>
            <a:xfrm>
              <a:off x="3851920" y="3861048"/>
              <a:ext cx="1257300" cy="704850"/>
            </a:xfrm>
            <a:prstGeom prst="rect">
              <a:avLst/>
            </a:prstGeom>
          </p:spPr>
        </p:pic>
        <p:sp>
          <p:nvSpPr>
            <p:cNvPr id="30" name="TextBox 29"/>
            <p:cNvSpPr txBox="1"/>
            <p:nvPr/>
          </p:nvSpPr>
          <p:spPr>
            <a:xfrm>
              <a:off x="4139952" y="4581128"/>
              <a:ext cx="1368152" cy="338554"/>
            </a:xfrm>
            <a:prstGeom prst="rect">
              <a:avLst/>
            </a:prstGeom>
            <a:noFill/>
          </p:spPr>
          <p:txBody>
            <a:bodyPr wrap="square" rtlCol="0">
              <a:spAutoFit/>
            </a:bodyPr>
            <a:lstStyle/>
            <a:p>
              <a:r>
                <a:rPr lang="en-GB" sz="1600" dirty="0">
                  <a:latin typeface="Corbel" panose="020B0503020204020204" pitchFamily="34" charset="0"/>
                </a:rPr>
                <a:t>Goal</a:t>
              </a:r>
            </a:p>
          </p:txBody>
        </p:sp>
      </p:grpSp>
      <p:sp>
        <p:nvSpPr>
          <p:cNvPr id="3" name="Title 2"/>
          <p:cNvSpPr>
            <a:spLocks noGrp="1"/>
          </p:cNvSpPr>
          <p:nvPr>
            <p:ph type="title"/>
          </p:nvPr>
        </p:nvSpPr>
        <p:spPr/>
        <p:txBody>
          <a:bodyPr/>
          <a:lstStyle/>
          <a:p>
            <a:endParaRPr lang="en-US"/>
          </a:p>
        </p:txBody>
      </p:sp>
      <p:sp>
        <p:nvSpPr>
          <p:cNvPr id="10" name="Title 1"/>
          <p:cNvSpPr txBox="1">
            <a:spLocks/>
          </p:cNvSpPr>
          <p:nvPr/>
        </p:nvSpPr>
        <p:spPr>
          <a:xfrm>
            <a:off x="-1" y="381207"/>
            <a:ext cx="10058401" cy="727365"/>
          </a:xfrm>
          <a:prstGeom prst="rect">
            <a:avLst/>
          </a:prstGeom>
          <a:solidFill>
            <a:schemeClr val="tx1"/>
          </a:solid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00000"/>
              </a:lnSpc>
            </a:pPr>
            <a:r>
              <a:rPr lang="en-GB" sz="3200" dirty="0" smtClean="0">
                <a:solidFill>
                  <a:schemeClr val="bg1"/>
                </a:solidFill>
                <a:latin typeface="Corbel" panose="020B0503020204020204" pitchFamily="34" charset="0"/>
              </a:rPr>
              <a:t>Demonstration of Representational  Requirements of UBP</a:t>
            </a:r>
            <a:endParaRPr lang="en-US" sz="3200" dirty="0">
              <a:solidFill>
                <a:schemeClr val="bg1"/>
              </a:solidFill>
              <a:latin typeface="Corbel" panose="020B0503020204020204" pitchFamily="34" charset="0"/>
            </a:endParaRPr>
          </a:p>
        </p:txBody>
      </p:sp>
      <p:sp>
        <p:nvSpPr>
          <p:cNvPr id="2" name="Slide Number Placeholder 1"/>
          <p:cNvSpPr>
            <a:spLocks noGrp="1"/>
          </p:cNvSpPr>
          <p:nvPr>
            <p:ph type="sldNum" sz="quarter" idx="12"/>
          </p:nvPr>
        </p:nvSpPr>
        <p:spPr/>
        <p:txBody>
          <a:bodyPr/>
          <a:lstStyle/>
          <a:p>
            <a:fld id="{AD155357-0EC8-4929-AE33-1B32B4D567E3}" type="slidenum">
              <a:rPr lang="en-US" smtClean="0"/>
              <a:t>19</a:t>
            </a:fld>
            <a:endParaRPr lang="en-US"/>
          </a:p>
        </p:txBody>
      </p:sp>
    </p:spTree>
    <p:extLst>
      <p:ext uri="{BB962C8B-B14F-4D97-AF65-F5344CB8AC3E}">
        <p14:creationId xmlns:p14="http://schemas.microsoft.com/office/powerpoint/2010/main" val="239158212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337885015"/>
              </p:ext>
            </p:extLst>
          </p:nvPr>
        </p:nvGraphicFramePr>
        <p:xfrm>
          <a:off x="1775521" y="836712"/>
          <a:ext cx="8298631" cy="42511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9" name="Content Placeholder 2"/>
          <p:cNvSpPr txBox="1">
            <a:spLocks/>
          </p:cNvSpPr>
          <p:nvPr/>
        </p:nvSpPr>
        <p:spPr>
          <a:xfrm>
            <a:off x="1847528" y="4149080"/>
            <a:ext cx="7920880" cy="1903512"/>
          </a:xfrm>
          <a:prstGeom prst="rect">
            <a:avLst/>
          </a:prstGeom>
        </p:spPr>
        <p:txBody>
          <a:bodyPr vert="horz">
            <a:normAutofit/>
          </a:bodyPr>
          <a:lstStyle/>
          <a:p>
            <a:pPr marL="320040" indent="-320040">
              <a:spcBef>
                <a:spcPts val="700"/>
              </a:spcBef>
              <a:buClr>
                <a:schemeClr val="accent2"/>
              </a:buClr>
              <a:buSzPct val="60000"/>
              <a:buFont typeface="Wingdings"/>
              <a:buChar char=""/>
              <a:defRPr/>
            </a:pPr>
            <a:r>
              <a:rPr lang="en-GB" sz="2400" dirty="0">
                <a:latin typeface="Corbel" panose="020B0503020204020204" pitchFamily="34" charset="0"/>
              </a:rPr>
              <a:t>Business rule is introduced as data item</a:t>
            </a:r>
          </a:p>
          <a:p>
            <a:pPr marL="320040" indent="-320040">
              <a:spcBef>
                <a:spcPts val="700"/>
              </a:spcBef>
              <a:buClr>
                <a:schemeClr val="accent2"/>
              </a:buClr>
              <a:buSzPct val="60000"/>
              <a:buFont typeface="Wingdings"/>
              <a:buChar char=""/>
              <a:defRPr/>
            </a:pPr>
            <a:endParaRPr lang="en-GB" sz="2900" dirty="0">
              <a:latin typeface="Corbel" panose="020B0503020204020204" pitchFamily="34" charset="0"/>
            </a:endParaRPr>
          </a:p>
        </p:txBody>
      </p:sp>
      <p:pic>
        <p:nvPicPr>
          <p:cNvPr id="11" name="Content Placeholder 7" descr="businessrule.jpg"/>
          <p:cNvPicPr>
            <a:picLocks noChangeAspect="1"/>
          </p:cNvPicPr>
          <p:nvPr/>
        </p:nvPicPr>
        <p:blipFill>
          <a:blip r:embed="rId8" cstate="print"/>
          <a:stretch>
            <a:fillRect/>
          </a:stretch>
        </p:blipFill>
        <p:spPr>
          <a:xfrm>
            <a:off x="5447929" y="4797152"/>
            <a:ext cx="733425" cy="933450"/>
          </a:xfrm>
          <a:prstGeom prst="rect">
            <a:avLst/>
          </a:prstGeom>
        </p:spPr>
      </p:pic>
      <p:sp>
        <p:nvSpPr>
          <p:cNvPr id="12" name="TextBox 11"/>
          <p:cNvSpPr txBox="1"/>
          <p:nvPr/>
        </p:nvSpPr>
        <p:spPr>
          <a:xfrm>
            <a:off x="5375920" y="5661248"/>
            <a:ext cx="1368152" cy="338554"/>
          </a:xfrm>
          <a:prstGeom prst="rect">
            <a:avLst/>
          </a:prstGeom>
          <a:noFill/>
        </p:spPr>
        <p:txBody>
          <a:bodyPr wrap="square" rtlCol="0">
            <a:spAutoFit/>
          </a:bodyPr>
          <a:lstStyle/>
          <a:p>
            <a:r>
              <a:rPr lang="en-GB" sz="1600" dirty="0"/>
              <a:t>Business Rule</a:t>
            </a:r>
          </a:p>
        </p:txBody>
      </p:sp>
      <p:sp>
        <p:nvSpPr>
          <p:cNvPr id="3" name="Title 2"/>
          <p:cNvSpPr>
            <a:spLocks noGrp="1"/>
          </p:cNvSpPr>
          <p:nvPr>
            <p:ph type="title"/>
          </p:nvPr>
        </p:nvSpPr>
        <p:spPr/>
        <p:txBody>
          <a:bodyPr/>
          <a:lstStyle/>
          <a:p>
            <a:endParaRPr lang="en-US"/>
          </a:p>
        </p:txBody>
      </p:sp>
      <p:sp>
        <p:nvSpPr>
          <p:cNvPr id="9" name="Title 1"/>
          <p:cNvSpPr txBox="1">
            <a:spLocks/>
          </p:cNvSpPr>
          <p:nvPr/>
        </p:nvSpPr>
        <p:spPr>
          <a:xfrm>
            <a:off x="-1" y="381207"/>
            <a:ext cx="10058401" cy="727365"/>
          </a:xfrm>
          <a:prstGeom prst="rect">
            <a:avLst/>
          </a:prstGeom>
          <a:solidFill>
            <a:schemeClr val="tx1"/>
          </a:solid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00000"/>
              </a:lnSpc>
            </a:pPr>
            <a:r>
              <a:rPr lang="en-GB" sz="3200" dirty="0" smtClean="0">
                <a:solidFill>
                  <a:schemeClr val="bg1"/>
                </a:solidFill>
                <a:latin typeface="Corbel" panose="020B0503020204020204" pitchFamily="34" charset="0"/>
              </a:rPr>
              <a:t>Demonstration of Representational  Requirements of UBP</a:t>
            </a:r>
            <a:endParaRPr lang="en-US" sz="3200" dirty="0">
              <a:solidFill>
                <a:schemeClr val="bg1"/>
              </a:solidFill>
              <a:latin typeface="Corbel" panose="020B0503020204020204" pitchFamily="34" charset="0"/>
            </a:endParaRPr>
          </a:p>
        </p:txBody>
      </p:sp>
      <p:sp>
        <p:nvSpPr>
          <p:cNvPr id="2" name="Slide Number Placeholder 1"/>
          <p:cNvSpPr>
            <a:spLocks noGrp="1"/>
          </p:cNvSpPr>
          <p:nvPr>
            <p:ph type="sldNum" sz="quarter" idx="12"/>
          </p:nvPr>
        </p:nvSpPr>
        <p:spPr/>
        <p:txBody>
          <a:bodyPr/>
          <a:lstStyle/>
          <a:p>
            <a:fld id="{AD155357-0EC8-4929-AE33-1B32B4D567E3}" type="slidenum">
              <a:rPr lang="en-US" smtClean="0"/>
              <a:t>20</a:t>
            </a:fld>
            <a:endParaRPr lang="en-US"/>
          </a:p>
        </p:txBody>
      </p:sp>
    </p:spTree>
    <p:extLst>
      <p:ext uri="{BB962C8B-B14F-4D97-AF65-F5344CB8AC3E}">
        <p14:creationId xmlns:p14="http://schemas.microsoft.com/office/powerpoint/2010/main" val="218244282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437015874"/>
              </p:ext>
            </p:extLst>
          </p:nvPr>
        </p:nvGraphicFramePr>
        <p:xfrm>
          <a:off x="1775521" y="836712"/>
          <a:ext cx="8298631" cy="42511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9" name="Content Placeholder 2"/>
          <p:cNvSpPr txBox="1">
            <a:spLocks/>
          </p:cNvSpPr>
          <p:nvPr/>
        </p:nvSpPr>
        <p:spPr>
          <a:xfrm>
            <a:off x="1847528" y="4149080"/>
            <a:ext cx="7920880" cy="1903512"/>
          </a:xfrm>
          <a:prstGeom prst="rect">
            <a:avLst/>
          </a:prstGeom>
        </p:spPr>
        <p:txBody>
          <a:bodyPr vert="horz">
            <a:normAutofit/>
          </a:bodyPr>
          <a:lstStyle/>
          <a:p>
            <a:r>
              <a:rPr lang="en-US" sz="2400" dirty="0">
                <a:latin typeface="Corbel" panose="020B0503020204020204" pitchFamily="34" charset="0"/>
              </a:rPr>
              <a:t>User role represents a person or a class of people who are assigned to perform the process execution</a:t>
            </a:r>
            <a:endParaRPr lang="en-GB" sz="2400" dirty="0">
              <a:latin typeface="Corbel" panose="020B0503020204020204" pitchFamily="34" charset="0"/>
            </a:endParaRPr>
          </a:p>
          <a:p>
            <a:pPr marL="320040" indent="-320040">
              <a:spcBef>
                <a:spcPts val="700"/>
              </a:spcBef>
              <a:buClr>
                <a:schemeClr val="accent2"/>
              </a:buClr>
              <a:buSzPct val="60000"/>
              <a:buFont typeface="Wingdings"/>
              <a:buChar char=""/>
              <a:defRPr/>
            </a:pPr>
            <a:endParaRPr lang="en-GB" sz="2900" dirty="0"/>
          </a:p>
        </p:txBody>
      </p:sp>
      <p:grpSp>
        <p:nvGrpSpPr>
          <p:cNvPr id="5" name="Group 4"/>
          <p:cNvGrpSpPr/>
          <p:nvPr/>
        </p:nvGrpSpPr>
        <p:grpSpPr>
          <a:xfrm>
            <a:off x="5555940" y="5168431"/>
            <a:ext cx="1080120" cy="986626"/>
            <a:chOff x="2051720" y="5373216"/>
            <a:chExt cx="1080120" cy="986626"/>
          </a:xfrm>
        </p:grpSpPr>
        <p:sp>
          <p:nvSpPr>
            <p:cNvPr id="15" name="TextBox 14"/>
            <p:cNvSpPr txBox="1"/>
            <p:nvPr/>
          </p:nvSpPr>
          <p:spPr>
            <a:xfrm>
              <a:off x="2267744" y="6021288"/>
              <a:ext cx="576064" cy="338554"/>
            </a:xfrm>
            <a:prstGeom prst="rect">
              <a:avLst/>
            </a:prstGeom>
            <a:noFill/>
          </p:spPr>
          <p:txBody>
            <a:bodyPr wrap="square" rtlCol="0">
              <a:spAutoFit/>
            </a:bodyPr>
            <a:lstStyle/>
            <a:p>
              <a:r>
                <a:rPr lang="en-GB" sz="1600" dirty="0"/>
                <a:t>Role</a:t>
              </a:r>
            </a:p>
          </p:txBody>
        </p:sp>
        <p:pic>
          <p:nvPicPr>
            <p:cNvPr id="17" name="Picture 16" descr="plusRole.JPG"/>
            <p:cNvPicPr>
              <a:picLocks noChangeAspect="1"/>
            </p:cNvPicPr>
            <p:nvPr/>
          </p:nvPicPr>
          <p:blipFill>
            <a:blip r:embed="rId8" cstate="print"/>
            <a:stretch>
              <a:fillRect/>
            </a:stretch>
          </p:blipFill>
          <p:spPr>
            <a:xfrm>
              <a:off x="2051720" y="5373216"/>
              <a:ext cx="1080120" cy="720080"/>
            </a:xfrm>
            <a:prstGeom prst="rect">
              <a:avLst/>
            </a:prstGeom>
          </p:spPr>
        </p:pic>
      </p:grpSp>
      <p:sp>
        <p:nvSpPr>
          <p:cNvPr id="3" name="Title 2"/>
          <p:cNvSpPr>
            <a:spLocks noGrp="1"/>
          </p:cNvSpPr>
          <p:nvPr>
            <p:ph type="title"/>
          </p:nvPr>
        </p:nvSpPr>
        <p:spPr/>
        <p:txBody>
          <a:bodyPr/>
          <a:lstStyle/>
          <a:p>
            <a:endParaRPr lang="en-US"/>
          </a:p>
        </p:txBody>
      </p:sp>
      <p:sp>
        <p:nvSpPr>
          <p:cNvPr id="10" name="Title 1"/>
          <p:cNvSpPr txBox="1">
            <a:spLocks/>
          </p:cNvSpPr>
          <p:nvPr/>
        </p:nvSpPr>
        <p:spPr>
          <a:xfrm>
            <a:off x="-1" y="381207"/>
            <a:ext cx="10058401" cy="727365"/>
          </a:xfrm>
          <a:prstGeom prst="rect">
            <a:avLst/>
          </a:prstGeom>
          <a:solidFill>
            <a:schemeClr val="tx1"/>
          </a:solid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00000"/>
              </a:lnSpc>
            </a:pPr>
            <a:r>
              <a:rPr lang="en-GB" sz="3200" dirty="0" smtClean="0">
                <a:solidFill>
                  <a:schemeClr val="bg1"/>
                </a:solidFill>
                <a:latin typeface="Corbel" panose="020B0503020204020204" pitchFamily="34" charset="0"/>
              </a:rPr>
              <a:t>Demonstration of Representational  Requirements of UBP</a:t>
            </a:r>
            <a:endParaRPr lang="en-US" sz="3200" dirty="0">
              <a:solidFill>
                <a:schemeClr val="bg1"/>
              </a:solidFill>
              <a:latin typeface="Corbel" panose="020B0503020204020204" pitchFamily="34" charset="0"/>
            </a:endParaRPr>
          </a:p>
        </p:txBody>
      </p:sp>
    </p:spTree>
    <p:extLst>
      <p:ext uri="{BB962C8B-B14F-4D97-AF65-F5344CB8AC3E}">
        <p14:creationId xmlns:p14="http://schemas.microsoft.com/office/powerpoint/2010/main" val="157013571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976191" y="1221030"/>
            <a:ext cx="8732787" cy="5414904"/>
          </a:xfrm>
        </p:spPr>
      </p:pic>
      <p:sp>
        <p:nvSpPr>
          <p:cNvPr id="4" name="Slide Number Placeholder 3"/>
          <p:cNvSpPr>
            <a:spLocks noGrp="1"/>
          </p:cNvSpPr>
          <p:nvPr>
            <p:ph type="sldNum" sz="quarter" idx="12"/>
          </p:nvPr>
        </p:nvSpPr>
        <p:spPr/>
        <p:txBody>
          <a:bodyPr/>
          <a:lstStyle/>
          <a:p>
            <a:fld id="{EF76E7A1-57C4-4313-9AA8-07B3209B95C7}" type="slidenum">
              <a:rPr lang="en-GB" smtClean="0"/>
              <a:pPr/>
              <a:t>22</a:t>
            </a:fld>
            <a:endParaRPr lang="en-GB"/>
          </a:p>
        </p:txBody>
      </p:sp>
      <p:sp>
        <p:nvSpPr>
          <p:cNvPr id="12" name="Title 1"/>
          <p:cNvSpPr txBox="1">
            <a:spLocks/>
          </p:cNvSpPr>
          <p:nvPr/>
        </p:nvSpPr>
        <p:spPr>
          <a:xfrm>
            <a:off x="-1" y="381207"/>
            <a:ext cx="10058401" cy="727365"/>
          </a:xfrm>
          <a:prstGeom prst="rect">
            <a:avLst/>
          </a:prstGeom>
          <a:solidFill>
            <a:schemeClr val="tx1"/>
          </a:solid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00000"/>
              </a:lnSpc>
            </a:pPr>
            <a:r>
              <a:rPr lang="en-GB" sz="3200" dirty="0" smtClean="0">
                <a:solidFill>
                  <a:schemeClr val="bg1"/>
                </a:solidFill>
                <a:latin typeface="Corbel" panose="020B0503020204020204" pitchFamily="34" charset="0"/>
              </a:rPr>
              <a:t>Process model of UBP with BPMN extended constructs</a:t>
            </a:r>
            <a:endParaRPr lang="en-US" sz="3200" dirty="0">
              <a:solidFill>
                <a:schemeClr val="bg1"/>
              </a:solidFill>
              <a:latin typeface="Corbel" panose="020B0503020204020204" pitchFamily="34" charset="0"/>
            </a:endParaRPr>
          </a:p>
        </p:txBody>
      </p:sp>
      <p:sp>
        <p:nvSpPr>
          <p:cNvPr id="17" name="Folded Corner 16"/>
          <p:cNvSpPr/>
          <p:nvPr/>
        </p:nvSpPr>
        <p:spPr>
          <a:xfrm>
            <a:off x="106256" y="2263519"/>
            <a:ext cx="1159099" cy="324037"/>
          </a:xfrm>
          <a:prstGeom prst="foldedCorner">
            <a:avLst>
              <a:gd name="adj" fmla="val 44441"/>
            </a:avLst>
          </a:prstGeom>
          <a:solidFill>
            <a:schemeClr val="accent4">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smtClean="0">
                <a:latin typeface="Times New Roman" panose="02020603050405020304" pitchFamily="18" charset="0"/>
                <a:cs typeface="Times New Roman" panose="02020603050405020304" pitchFamily="18" charset="0"/>
              </a:rPr>
              <a:t>Timer event</a:t>
            </a:r>
            <a:endParaRPr lang="en-US" sz="1400" dirty="0">
              <a:latin typeface="Times New Roman" panose="02020603050405020304" pitchFamily="18" charset="0"/>
              <a:cs typeface="Times New Roman" panose="02020603050405020304" pitchFamily="18" charset="0"/>
            </a:endParaRPr>
          </a:p>
        </p:txBody>
      </p:sp>
      <p:sp>
        <p:nvSpPr>
          <p:cNvPr id="13" name="Folded Corner 12"/>
          <p:cNvSpPr/>
          <p:nvPr/>
        </p:nvSpPr>
        <p:spPr>
          <a:xfrm>
            <a:off x="1929206" y="1742408"/>
            <a:ext cx="1159099" cy="324037"/>
          </a:xfrm>
          <a:prstGeom prst="foldedCorner">
            <a:avLst>
              <a:gd name="adj" fmla="val 44441"/>
            </a:avLst>
          </a:prstGeom>
          <a:solidFill>
            <a:schemeClr val="accent4">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smtClean="0">
                <a:latin typeface="Times New Roman" panose="02020603050405020304" pitchFamily="18" charset="0"/>
                <a:cs typeface="Times New Roman" panose="02020603050405020304" pitchFamily="18" charset="0"/>
              </a:rPr>
              <a:t>Sub-process</a:t>
            </a:r>
            <a:endParaRPr lang="en-US" sz="1400" dirty="0">
              <a:latin typeface="Times New Roman" panose="02020603050405020304" pitchFamily="18" charset="0"/>
              <a:cs typeface="Times New Roman" panose="02020603050405020304" pitchFamily="18" charset="0"/>
            </a:endParaRPr>
          </a:p>
        </p:txBody>
      </p:sp>
      <p:sp>
        <p:nvSpPr>
          <p:cNvPr id="14" name="Folded Corner 13"/>
          <p:cNvSpPr/>
          <p:nvPr/>
        </p:nvSpPr>
        <p:spPr>
          <a:xfrm>
            <a:off x="339086" y="5020454"/>
            <a:ext cx="1159099" cy="425003"/>
          </a:xfrm>
          <a:prstGeom prst="foldedCorner">
            <a:avLst>
              <a:gd name="adj" fmla="val 44441"/>
            </a:avLst>
          </a:prstGeom>
          <a:solidFill>
            <a:schemeClr val="accent4">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sz="1400" dirty="0" smtClean="0"/>
          </a:p>
          <a:p>
            <a:pPr algn="ctr"/>
            <a:r>
              <a:rPr lang="en-US" sz="1400" dirty="0" smtClean="0">
                <a:latin typeface="Times New Roman" panose="02020603050405020304" pitchFamily="18" charset="0"/>
                <a:cs typeface="Times New Roman" panose="02020603050405020304" pitchFamily="18" charset="0"/>
              </a:rPr>
              <a:t>Process name</a:t>
            </a:r>
            <a:endParaRPr lang="en-US" sz="1400" dirty="0">
              <a:latin typeface="Times New Roman" panose="02020603050405020304" pitchFamily="18" charset="0"/>
              <a:cs typeface="Times New Roman" panose="02020603050405020304" pitchFamily="18" charset="0"/>
            </a:endParaRPr>
          </a:p>
        </p:txBody>
      </p:sp>
      <p:sp>
        <p:nvSpPr>
          <p:cNvPr id="18" name="Folded Corner 17"/>
          <p:cNvSpPr/>
          <p:nvPr/>
        </p:nvSpPr>
        <p:spPr>
          <a:xfrm>
            <a:off x="1498185" y="5752632"/>
            <a:ext cx="1275919" cy="450666"/>
          </a:xfrm>
          <a:prstGeom prst="foldedCorner">
            <a:avLst>
              <a:gd name="adj" fmla="val 44441"/>
            </a:avLst>
          </a:prstGeom>
          <a:solidFill>
            <a:schemeClr val="accent4">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sz="1400" dirty="0" smtClean="0"/>
          </a:p>
          <a:p>
            <a:pPr algn="ctr"/>
            <a:r>
              <a:rPr lang="en-US" sz="1400" dirty="0" smtClean="0">
                <a:latin typeface="Times New Roman" panose="02020603050405020304" pitchFamily="18" charset="0"/>
                <a:cs typeface="Times New Roman" panose="02020603050405020304" pitchFamily="18" charset="0"/>
              </a:rPr>
              <a:t>Collaboration activity</a:t>
            </a:r>
            <a:endParaRPr lang="en-US" sz="1400" dirty="0">
              <a:latin typeface="Times New Roman" panose="02020603050405020304" pitchFamily="18" charset="0"/>
              <a:cs typeface="Times New Roman" panose="02020603050405020304" pitchFamily="18" charset="0"/>
            </a:endParaRPr>
          </a:p>
        </p:txBody>
      </p:sp>
      <p:sp>
        <p:nvSpPr>
          <p:cNvPr id="19" name="Folded Corner 18"/>
          <p:cNvSpPr/>
          <p:nvPr/>
        </p:nvSpPr>
        <p:spPr>
          <a:xfrm>
            <a:off x="3753280" y="5621418"/>
            <a:ext cx="1275919" cy="450666"/>
          </a:xfrm>
          <a:prstGeom prst="foldedCorner">
            <a:avLst>
              <a:gd name="adj" fmla="val 44441"/>
            </a:avLst>
          </a:prstGeom>
          <a:solidFill>
            <a:schemeClr val="accent4">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sz="1400" dirty="0" smtClean="0"/>
          </a:p>
          <a:p>
            <a:pPr algn="ctr"/>
            <a:r>
              <a:rPr lang="en-US" sz="1400" dirty="0" smtClean="0">
                <a:latin typeface="Times New Roman" panose="02020603050405020304" pitchFamily="18" charset="0"/>
                <a:cs typeface="Times New Roman" panose="02020603050405020304" pitchFamily="18" charset="0"/>
              </a:rPr>
              <a:t>Decision activity</a:t>
            </a:r>
            <a:endParaRPr lang="en-US" sz="1400" dirty="0">
              <a:latin typeface="Times New Roman" panose="02020603050405020304" pitchFamily="18" charset="0"/>
              <a:cs typeface="Times New Roman" panose="02020603050405020304" pitchFamily="18" charset="0"/>
            </a:endParaRPr>
          </a:p>
        </p:txBody>
      </p:sp>
      <p:sp>
        <p:nvSpPr>
          <p:cNvPr id="20" name="Folded Corner 19"/>
          <p:cNvSpPr/>
          <p:nvPr/>
        </p:nvSpPr>
        <p:spPr>
          <a:xfrm>
            <a:off x="7335753" y="6356350"/>
            <a:ext cx="983999" cy="450666"/>
          </a:xfrm>
          <a:prstGeom prst="foldedCorner">
            <a:avLst>
              <a:gd name="adj" fmla="val 44441"/>
            </a:avLst>
          </a:prstGeom>
          <a:solidFill>
            <a:schemeClr val="accent4">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sz="1400" dirty="0" smtClean="0"/>
          </a:p>
          <a:p>
            <a:pPr algn="ctr"/>
            <a:r>
              <a:rPr lang="en-US" sz="1400" dirty="0" smtClean="0">
                <a:latin typeface="Times New Roman" panose="02020603050405020304" pitchFamily="18" charset="0"/>
                <a:cs typeface="Times New Roman" panose="02020603050405020304" pitchFamily="18" charset="0"/>
              </a:rPr>
              <a:t>End event</a:t>
            </a:r>
            <a:endParaRPr lang="en-US" sz="1400" dirty="0">
              <a:latin typeface="Times New Roman" panose="02020603050405020304" pitchFamily="18" charset="0"/>
              <a:cs typeface="Times New Roman" panose="02020603050405020304" pitchFamily="18" charset="0"/>
            </a:endParaRPr>
          </a:p>
        </p:txBody>
      </p:sp>
      <p:sp>
        <p:nvSpPr>
          <p:cNvPr id="21" name="Folded Corner 20"/>
          <p:cNvSpPr/>
          <p:nvPr/>
        </p:nvSpPr>
        <p:spPr>
          <a:xfrm>
            <a:off x="7827752" y="5621418"/>
            <a:ext cx="1050083" cy="450666"/>
          </a:xfrm>
          <a:prstGeom prst="foldedCorner">
            <a:avLst>
              <a:gd name="adj" fmla="val 44441"/>
            </a:avLst>
          </a:prstGeom>
          <a:solidFill>
            <a:schemeClr val="accent4">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sz="1400" dirty="0" smtClean="0"/>
          </a:p>
          <a:p>
            <a:pPr algn="ctr"/>
            <a:r>
              <a:rPr lang="en-US" sz="1200" dirty="0" smtClean="0">
                <a:latin typeface="Times New Roman" panose="02020603050405020304" pitchFamily="18" charset="0"/>
                <a:cs typeface="Times New Roman" panose="02020603050405020304" pitchFamily="18" charset="0"/>
              </a:rPr>
              <a:t>Data file with state</a:t>
            </a:r>
            <a:endParaRPr lang="en-US" sz="1200" dirty="0">
              <a:latin typeface="Times New Roman" panose="02020603050405020304" pitchFamily="18" charset="0"/>
              <a:cs typeface="Times New Roman" panose="02020603050405020304" pitchFamily="18" charset="0"/>
            </a:endParaRPr>
          </a:p>
        </p:txBody>
      </p:sp>
      <p:sp>
        <p:nvSpPr>
          <p:cNvPr id="22" name="Folded Corner 21"/>
          <p:cNvSpPr/>
          <p:nvPr/>
        </p:nvSpPr>
        <p:spPr>
          <a:xfrm>
            <a:off x="5342584" y="3963838"/>
            <a:ext cx="943216" cy="450666"/>
          </a:xfrm>
          <a:prstGeom prst="foldedCorner">
            <a:avLst>
              <a:gd name="adj" fmla="val 44441"/>
            </a:avLst>
          </a:prstGeom>
          <a:solidFill>
            <a:schemeClr val="accent4">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sz="1400" dirty="0" smtClean="0"/>
          </a:p>
          <a:p>
            <a:pPr algn="ctr"/>
            <a:r>
              <a:rPr lang="en-US" sz="1400" dirty="0" smtClean="0">
                <a:latin typeface="Times New Roman" panose="02020603050405020304" pitchFamily="18" charset="0"/>
                <a:cs typeface="Times New Roman" panose="02020603050405020304" pitchFamily="18" charset="0"/>
              </a:rPr>
              <a:t>Goal condition</a:t>
            </a:r>
            <a:endParaRPr lang="en-US" sz="1400" dirty="0">
              <a:latin typeface="Times New Roman" panose="02020603050405020304" pitchFamily="18" charset="0"/>
              <a:cs typeface="Times New Roman" panose="02020603050405020304" pitchFamily="18" charset="0"/>
            </a:endParaRPr>
          </a:p>
        </p:txBody>
      </p:sp>
      <p:sp>
        <p:nvSpPr>
          <p:cNvPr id="23" name="Folded Corner 22"/>
          <p:cNvSpPr/>
          <p:nvPr/>
        </p:nvSpPr>
        <p:spPr>
          <a:xfrm>
            <a:off x="5639497" y="1355058"/>
            <a:ext cx="865487" cy="387350"/>
          </a:xfrm>
          <a:prstGeom prst="foldedCorner">
            <a:avLst>
              <a:gd name="adj" fmla="val 44441"/>
            </a:avLst>
          </a:prstGeom>
          <a:solidFill>
            <a:schemeClr val="accent4">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sz="1400" dirty="0" smtClean="0"/>
          </a:p>
          <a:p>
            <a:pPr algn="ctr"/>
            <a:r>
              <a:rPr lang="en-US" sz="1400" dirty="0" smtClean="0">
                <a:latin typeface="Times New Roman" panose="02020603050405020304" pitchFamily="18" charset="0"/>
                <a:cs typeface="Times New Roman" panose="02020603050405020304" pitchFamily="18" charset="0"/>
              </a:rPr>
              <a:t>Goal </a:t>
            </a:r>
            <a:endParaRPr lang="en-US" sz="1400" dirty="0">
              <a:latin typeface="Times New Roman" panose="02020603050405020304" pitchFamily="18" charset="0"/>
              <a:cs typeface="Times New Roman" panose="02020603050405020304" pitchFamily="18" charset="0"/>
            </a:endParaRPr>
          </a:p>
        </p:txBody>
      </p:sp>
      <p:sp>
        <p:nvSpPr>
          <p:cNvPr id="24" name="Folded Corner 23"/>
          <p:cNvSpPr/>
          <p:nvPr/>
        </p:nvSpPr>
        <p:spPr>
          <a:xfrm>
            <a:off x="8646346" y="3797266"/>
            <a:ext cx="1121309" cy="387350"/>
          </a:xfrm>
          <a:prstGeom prst="foldedCorner">
            <a:avLst>
              <a:gd name="adj" fmla="val 44441"/>
            </a:avLst>
          </a:prstGeom>
          <a:solidFill>
            <a:schemeClr val="accent4">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sz="1400" dirty="0" smtClean="0"/>
          </a:p>
          <a:p>
            <a:pPr algn="ctr"/>
            <a:r>
              <a:rPr lang="en-US" sz="1400" dirty="0" smtClean="0">
                <a:latin typeface="Times New Roman" panose="02020603050405020304" pitchFamily="18" charset="0"/>
                <a:cs typeface="Times New Roman" panose="02020603050405020304" pitchFamily="18" charset="0"/>
              </a:rPr>
              <a:t>User role </a:t>
            </a:r>
            <a:endParaRPr lang="en-US" sz="1400" dirty="0">
              <a:latin typeface="Times New Roman" panose="02020603050405020304" pitchFamily="18" charset="0"/>
              <a:cs typeface="Times New Roman" panose="02020603050405020304" pitchFamily="18" charset="0"/>
            </a:endParaRPr>
          </a:p>
        </p:txBody>
      </p:sp>
      <p:sp>
        <p:nvSpPr>
          <p:cNvPr id="28" name="Pentagon 27"/>
          <p:cNvSpPr/>
          <p:nvPr/>
        </p:nvSpPr>
        <p:spPr>
          <a:xfrm flipH="1">
            <a:off x="10372107" y="1637037"/>
            <a:ext cx="1732547" cy="858815"/>
          </a:xfrm>
          <a:prstGeom prst="homePlate">
            <a:avLst>
              <a:gd name="adj" fmla="val 22152"/>
            </a:avLst>
          </a:prstGeom>
          <a:solidFill>
            <a:srgbClr val="40BAD2"/>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dirty="0"/>
              <a:t> </a:t>
            </a:r>
            <a:r>
              <a:rPr lang="en-GB" dirty="0" smtClean="0"/>
              <a:t>Well defined start &amp; end event</a:t>
            </a:r>
            <a:endParaRPr lang="en-GB" dirty="0"/>
          </a:p>
        </p:txBody>
      </p:sp>
      <p:sp>
        <p:nvSpPr>
          <p:cNvPr id="30" name="Pentagon 29"/>
          <p:cNvSpPr/>
          <p:nvPr/>
        </p:nvSpPr>
        <p:spPr>
          <a:xfrm flipH="1">
            <a:off x="10373054" y="3639622"/>
            <a:ext cx="1731600" cy="858815"/>
          </a:xfrm>
          <a:prstGeom prst="homePlate">
            <a:avLst>
              <a:gd name="adj" fmla="val 22152"/>
            </a:avLst>
          </a:prstGeom>
          <a:solidFill>
            <a:srgbClr val="C1301E"/>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dirty="0"/>
              <a:t> </a:t>
            </a:r>
            <a:r>
              <a:rPr lang="en-GB" dirty="0" smtClean="0"/>
              <a:t>Expressive Activities</a:t>
            </a:r>
            <a:endParaRPr lang="en-GB" dirty="0"/>
          </a:p>
        </p:txBody>
      </p:sp>
      <p:sp>
        <p:nvSpPr>
          <p:cNvPr id="31" name="Pentagon 30"/>
          <p:cNvSpPr/>
          <p:nvPr/>
        </p:nvSpPr>
        <p:spPr>
          <a:xfrm flipH="1">
            <a:off x="10372107" y="2638674"/>
            <a:ext cx="1732547" cy="858815"/>
          </a:xfrm>
          <a:prstGeom prst="homePlate">
            <a:avLst>
              <a:gd name="adj" fmla="val 22152"/>
            </a:avLst>
          </a:prstGeom>
          <a:solidFill>
            <a:srgbClr val="A2B931"/>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dirty="0"/>
              <a:t> </a:t>
            </a:r>
            <a:r>
              <a:rPr lang="en-GB" dirty="0" smtClean="0"/>
              <a:t>Structured and Unstructured Parts</a:t>
            </a:r>
            <a:endParaRPr lang="en-GB" dirty="0"/>
          </a:p>
        </p:txBody>
      </p:sp>
      <p:sp>
        <p:nvSpPr>
          <p:cNvPr id="32" name="Pentagon 31"/>
          <p:cNvSpPr/>
          <p:nvPr/>
        </p:nvSpPr>
        <p:spPr>
          <a:xfrm flipH="1">
            <a:off x="10373054" y="4628579"/>
            <a:ext cx="1731600" cy="858815"/>
          </a:xfrm>
          <a:prstGeom prst="homePlate">
            <a:avLst>
              <a:gd name="adj" fmla="val 22152"/>
            </a:avLst>
          </a:prstGeom>
          <a:solidFill>
            <a:srgbClr val="EDB931"/>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dirty="0"/>
              <a:t> </a:t>
            </a:r>
            <a:r>
              <a:rPr lang="en-GB" dirty="0" smtClean="0"/>
              <a:t>Data Access Levels</a:t>
            </a:r>
            <a:endParaRPr lang="en-GB" dirty="0"/>
          </a:p>
        </p:txBody>
      </p:sp>
      <p:sp>
        <p:nvSpPr>
          <p:cNvPr id="33" name="Pentagon 32"/>
          <p:cNvSpPr/>
          <p:nvPr/>
        </p:nvSpPr>
        <p:spPr>
          <a:xfrm flipH="1">
            <a:off x="10373054" y="5629527"/>
            <a:ext cx="1731600" cy="858815"/>
          </a:xfrm>
          <a:prstGeom prst="homePlate">
            <a:avLst>
              <a:gd name="adj" fmla="val 22152"/>
            </a:avLst>
          </a:prstGeom>
          <a:solidFill>
            <a:srgbClr val="0D95BC"/>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dirty="0"/>
              <a:t> </a:t>
            </a:r>
            <a:r>
              <a:rPr lang="en-GB" dirty="0" smtClean="0"/>
              <a:t>Goal provide process overview</a:t>
            </a:r>
            <a:endParaRPr lang="en-GB" dirty="0"/>
          </a:p>
        </p:txBody>
      </p:sp>
    </p:spTree>
    <p:extLst>
      <p:ext uri="{BB962C8B-B14F-4D97-AF65-F5344CB8AC3E}">
        <p14:creationId xmlns:p14="http://schemas.microsoft.com/office/powerpoint/2010/main" val="7240171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500"/>
                                        <p:tgtEl>
                                          <p:spTgt spid="2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500"/>
                                        <p:tgtEl>
                                          <p:spTgt spid="24"/>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500"/>
                                        <p:tgtEl>
                                          <p:spTgt spid="2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500"/>
                                        <p:tgtEl>
                                          <p:spTgt spid="3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1"/>
                                        </p:tgtEl>
                                        <p:attrNameLst>
                                          <p:attrName>style.visibility</p:attrName>
                                        </p:attrNameLst>
                                      </p:cBhvr>
                                      <p:to>
                                        <p:strVal val="visible"/>
                                      </p:to>
                                    </p:set>
                                    <p:animEffect transition="in" filter="fade">
                                      <p:cBhvr>
                                        <p:cTn id="45" dur="500"/>
                                        <p:tgtEl>
                                          <p:spTgt spid="31"/>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2"/>
                                        </p:tgtEl>
                                        <p:attrNameLst>
                                          <p:attrName>style.visibility</p:attrName>
                                        </p:attrNameLst>
                                      </p:cBhvr>
                                      <p:to>
                                        <p:strVal val="visible"/>
                                      </p:to>
                                    </p:set>
                                    <p:animEffect transition="in" filter="fade">
                                      <p:cBhvr>
                                        <p:cTn id="48" dur="500"/>
                                        <p:tgtEl>
                                          <p:spTgt spid="3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3"/>
                                        </p:tgtEl>
                                        <p:attrNameLst>
                                          <p:attrName>style.visibility</p:attrName>
                                        </p:attrNameLst>
                                      </p:cBhvr>
                                      <p:to>
                                        <p:strVal val="visible"/>
                                      </p:to>
                                    </p:set>
                                    <p:animEffect transition="in" filter="fade">
                                      <p:cBhvr>
                                        <p:cTn id="51"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3" grpId="0" animBg="1"/>
      <p:bldP spid="14" grpId="0" animBg="1"/>
      <p:bldP spid="18" grpId="0" animBg="1"/>
      <p:bldP spid="19" grpId="0" animBg="1"/>
      <p:bldP spid="20" grpId="0" animBg="1"/>
      <p:bldP spid="21" grpId="0" animBg="1"/>
      <p:bldP spid="22" grpId="0" animBg="1"/>
      <p:bldP spid="23" grpId="0" animBg="1"/>
      <p:bldP spid="24" grpId="0" animBg="1"/>
      <p:bldP spid="28" grpId="0" animBg="1"/>
      <p:bldP spid="30" grpId="0" animBg="1"/>
      <p:bldP spid="31" grpId="0" animBg="1"/>
      <p:bldP spid="32" grpId="0" animBg="1"/>
      <p:bldP spid="3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Content Placeholder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28268" y="1218889"/>
            <a:ext cx="8830132" cy="5475264"/>
          </a:xfrm>
          <a:prstGeom prst="rect">
            <a:avLst/>
          </a:prstGeom>
        </p:spPr>
      </p:pic>
      <p:pic>
        <p:nvPicPr>
          <p:cNvPr id="3" name="Content Placeholder 2"/>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708338" y="1189118"/>
            <a:ext cx="9611707" cy="5517831"/>
          </a:xfrm>
        </p:spPr>
      </p:pic>
      <p:sp>
        <p:nvSpPr>
          <p:cNvPr id="4" name="Slide Number Placeholder 3"/>
          <p:cNvSpPr>
            <a:spLocks noGrp="1"/>
          </p:cNvSpPr>
          <p:nvPr>
            <p:ph type="sldNum" sz="quarter" idx="12"/>
          </p:nvPr>
        </p:nvSpPr>
        <p:spPr/>
        <p:txBody>
          <a:bodyPr/>
          <a:lstStyle/>
          <a:p>
            <a:fld id="{EF76E7A1-57C4-4313-9AA8-07B3209B95C7}" type="slidenum">
              <a:rPr lang="en-GB" smtClean="0"/>
              <a:pPr/>
              <a:t>23</a:t>
            </a:fld>
            <a:endParaRPr lang="en-GB"/>
          </a:p>
        </p:txBody>
      </p:sp>
      <p:sp>
        <p:nvSpPr>
          <p:cNvPr id="12" name="Title 1"/>
          <p:cNvSpPr txBox="1">
            <a:spLocks/>
          </p:cNvSpPr>
          <p:nvPr/>
        </p:nvSpPr>
        <p:spPr>
          <a:xfrm>
            <a:off x="-1" y="381207"/>
            <a:ext cx="10058401" cy="727365"/>
          </a:xfrm>
          <a:prstGeom prst="rect">
            <a:avLst/>
          </a:prstGeom>
          <a:solidFill>
            <a:schemeClr val="tx1"/>
          </a:solid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00000"/>
              </a:lnSpc>
            </a:pPr>
            <a:r>
              <a:rPr lang="en-GB" sz="3200" dirty="0" smtClean="0">
                <a:solidFill>
                  <a:schemeClr val="bg1"/>
                </a:solidFill>
                <a:latin typeface="Corbel" panose="020B0503020204020204" pitchFamily="34" charset="0"/>
              </a:rPr>
              <a:t>Process model of UBP with BPMN extended constructs</a:t>
            </a:r>
            <a:endParaRPr lang="en-US" sz="3200" dirty="0">
              <a:solidFill>
                <a:schemeClr val="bg1"/>
              </a:solidFill>
              <a:latin typeface="Corbel" panose="020B0503020204020204" pitchFamily="34" charset="0"/>
            </a:endParaRPr>
          </a:p>
        </p:txBody>
      </p:sp>
      <p:sp>
        <p:nvSpPr>
          <p:cNvPr id="17" name="Folded Corner 16"/>
          <p:cNvSpPr/>
          <p:nvPr/>
        </p:nvSpPr>
        <p:spPr>
          <a:xfrm>
            <a:off x="97668" y="2428808"/>
            <a:ext cx="1159099" cy="324037"/>
          </a:xfrm>
          <a:prstGeom prst="foldedCorner">
            <a:avLst>
              <a:gd name="adj" fmla="val 44441"/>
            </a:avLst>
          </a:prstGeom>
          <a:solidFill>
            <a:schemeClr val="accent4">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smtClean="0">
                <a:latin typeface="Times New Roman" panose="02020603050405020304" pitchFamily="18" charset="0"/>
                <a:cs typeface="Times New Roman" panose="02020603050405020304" pitchFamily="18" charset="0"/>
              </a:rPr>
              <a:t>Timer event</a:t>
            </a:r>
            <a:endParaRPr lang="en-US" sz="1400" dirty="0">
              <a:latin typeface="Times New Roman" panose="02020603050405020304" pitchFamily="18" charset="0"/>
              <a:cs typeface="Times New Roman" panose="02020603050405020304" pitchFamily="18" charset="0"/>
            </a:endParaRPr>
          </a:p>
        </p:txBody>
      </p:sp>
      <p:sp>
        <p:nvSpPr>
          <p:cNvPr id="13" name="Folded Corner 12"/>
          <p:cNvSpPr/>
          <p:nvPr/>
        </p:nvSpPr>
        <p:spPr>
          <a:xfrm>
            <a:off x="1710265" y="1742408"/>
            <a:ext cx="1159099" cy="324037"/>
          </a:xfrm>
          <a:prstGeom prst="foldedCorner">
            <a:avLst>
              <a:gd name="adj" fmla="val 44441"/>
            </a:avLst>
          </a:prstGeom>
          <a:solidFill>
            <a:schemeClr val="accent4">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smtClean="0">
                <a:latin typeface="Times New Roman" panose="02020603050405020304" pitchFamily="18" charset="0"/>
                <a:cs typeface="Times New Roman" panose="02020603050405020304" pitchFamily="18" charset="0"/>
              </a:rPr>
              <a:t>Sub-process</a:t>
            </a:r>
            <a:endParaRPr lang="en-US" sz="1400" dirty="0">
              <a:latin typeface="Times New Roman" panose="02020603050405020304" pitchFamily="18" charset="0"/>
              <a:cs typeface="Times New Roman" panose="02020603050405020304" pitchFamily="18" charset="0"/>
            </a:endParaRPr>
          </a:p>
        </p:txBody>
      </p:sp>
      <p:sp>
        <p:nvSpPr>
          <p:cNvPr id="14" name="Folded Corner 13"/>
          <p:cNvSpPr/>
          <p:nvPr/>
        </p:nvSpPr>
        <p:spPr>
          <a:xfrm>
            <a:off x="339086" y="5020454"/>
            <a:ext cx="1159099" cy="425003"/>
          </a:xfrm>
          <a:prstGeom prst="foldedCorner">
            <a:avLst>
              <a:gd name="adj" fmla="val 44441"/>
            </a:avLst>
          </a:prstGeom>
          <a:solidFill>
            <a:schemeClr val="accent4">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sz="1400" dirty="0" smtClean="0"/>
          </a:p>
          <a:p>
            <a:pPr algn="ctr"/>
            <a:r>
              <a:rPr lang="en-US" sz="1400" dirty="0" smtClean="0">
                <a:latin typeface="Times New Roman" panose="02020603050405020304" pitchFamily="18" charset="0"/>
                <a:cs typeface="Times New Roman" panose="02020603050405020304" pitchFamily="18" charset="0"/>
              </a:rPr>
              <a:t>Process name</a:t>
            </a:r>
            <a:endParaRPr lang="en-US" sz="1400" dirty="0">
              <a:latin typeface="Times New Roman" panose="02020603050405020304" pitchFamily="18" charset="0"/>
              <a:cs typeface="Times New Roman" panose="02020603050405020304" pitchFamily="18" charset="0"/>
            </a:endParaRPr>
          </a:p>
        </p:txBody>
      </p:sp>
      <p:sp>
        <p:nvSpPr>
          <p:cNvPr id="18" name="Folded Corner 17"/>
          <p:cNvSpPr/>
          <p:nvPr/>
        </p:nvSpPr>
        <p:spPr>
          <a:xfrm>
            <a:off x="1369397" y="6128481"/>
            <a:ext cx="1275919" cy="450666"/>
          </a:xfrm>
          <a:prstGeom prst="foldedCorner">
            <a:avLst>
              <a:gd name="adj" fmla="val 44441"/>
            </a:avLst>
          </a:prstGeom>
          <a:solidFill>
            <a:schemeClr val="accent4">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sz="1400" dirty="0" smtClean="0"/>
          </a:p>
          <a:p>
            <a:pPr algn="ctr"/>
            <a:r>
              <a:rPr lang="en-US" sz="1400" dirty="0" smtClean="0">
                <a:latin typeface="Times New Roman" panose="02020603050405020304" pitchFamily="18" charset="0"/>
                <a:cs typeface="Times New Roman" panose="02020603050405020304" pitchFamily="18" charset="0"/>
              </a:rPr>
              <a:t>Collaboration activity</a:t>
            </a:r>
            <a:endParaRPr lang="en-US" sz="1400" dirty="0">
              <a:latin typeface="Times New Roman" panose="02020603050405020304" pitchFamily="18" charset="0"/>
              <a:cs typeface="Times New Roman" panose="02020603050405020304" pitchFamily="18" charset="0"/>
            </a:endParaRPr>
          </a:p>
        </p:txBody>
      </p:sp>
      <p:sp>
        <p:nvSpPr>
          <p:cNvPr id="19" name="Folded Corner 18"/>
          <p:cNvSpPr/>
          <p:nvPr/>
        </p:nvSpPr>
        <p:spPr>
          <a:xfrm>
            <a:off x="3728154" y="6128481"/>
            <a:ext cx="1275919" cy="450666"/>
          </a:xfrm>
          <a:prstGeom prst="foldedCorner">
            <a:avLst>
              <a:gd name="adj" fmla="val 44441"/>
            </a:avLst>
          </a:prstGeom>
          <a:solidFill>
            <a:schemeClr val="accent4">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sz="1400" dirty="0" smtClean="0"/>
          </a:p>
          <a:p>
            <a:pPr algn="ctr"/>
            <a:r>
              <a:rPr lang="en-US" sz="1400" dirty="0" smtClean="0">
                <a:latin typeface="Times New Roman" panose="02020603050405020304" pitchFamily="18" charset="0"/>
                <a:cs typeface="Times New Roman" panose="02020603050405020304" pitchFamily="18" charset="0"/>
              </a:rPr>
              <a:t>Decision activity</a:t>
            </a:r>
            <a:endParaRPr lang="en-US" sz="1400" dirty="0">
              <a:latin typeface="Times New Roman" panose="02020603050405020304" pitchFamily="18" charset="0"/>
              <a:cs typeface="Times New Roman" panose="02020603050405020304" pitchFamily="18" charset="0"/>
            </a:endParaRPr>
          </a:p>
        </p:txBody>
      </p:sp>
      <p:sp>
        <p:nvSpPr>
          <p:cNvPr id="20" name="Folded Corner 19"/>
          <p:cNvSpPr/>
          <p:nvPr/>
        </p:nvSpPr>
        <p:spPr>
          <a:xfrm>
            <a:off x="7860793" y="6453990"/>
            <a:ext cx="983999" cy="450666"/>
          </a:xfrm>
          <a:prstGeom prst="foldedCorner">
            <a:avLst>
              <a:gd name="adj" fmla="val 44441"/>
            </a:avLst>
          </a:prstGeom>
          <a:solidFill>
            <a:schemeClr val="accent4">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sz="1400" dirty="0" smtClean="0"/>
          </a:p>
          <a:p>
            <a:pPr algn="ctr"/>
            <a:r>
              <a:rPr lang="en-US" sz="1400" dirty="0" smtClean="0">
                <a:latin typeface="Times New Roman" panose="02020603050405020304" pitchFamily="18" charset="0"/>
                <a:cs typeface="Times New Roman" panose="02020603050405020304" pitchFamily="18" charset="0"/>
              </a:rPr>
              <a:t>End event</a:t>
            </a:r>
            <a:endParaRPr lang="en-US" sz="1400" dirty="0">
              <a:latin typeface="Times New Roman" panose="02020603050405020304" pitchFamily="18" charset="0"/>
              <a:cs typeface="Times New Roman" panose="02020603050405020304" pitchFamily="18" charset="0"/>
            </a:endParaRPr>
          </a:p>
        </p:txBody>
      </p:sp>
      <p:sp>
        <p:nvSpPr>
          <p:cNvPr id="21" name="Folded Corner 20"/>
          <p:cNvSpPr/>
          <p:nvPr/>
        </p:nvSpPr>
        <p:spPr>
          <a:xfrm>
            <a:off x="8509307" y="5677815"/>
            <a:ext cx="1050083" cy="450666"/>
          </a:xfrm>
          <a:prstGeom prst="foldedCorner">
            <a:avLst>
              <a:gd name="adj" fmla="val 44441"/>
            </a:avLst>
          </a:prstGeom>
          <a:solidFill>
            <a:schemeClr val="accent4">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sz="1400" dirty="0" smtClean="0"/>
          </a:p>
          <a:p>
            <a:pPr algn="ctr"/>
            <a:r>
              <a:rPr lang="en-US" sz="1200" dirty="0" smtClean="0">
                <a:latin typeface="Times New Roman" panose="02020603050405020304" pitchFamily="18" charset="0"/>
                <a:cs typeface="Times New Roman" panose="02020603050405020304" pitchFamily="18" charset="0"/>
              </a:rPr>
              <a:t>Data file with state</a:t>
            </a:r>
            <a:endParaRPr lang="en-US" sz="1200" dirty="0">
              <a:latin typeface="Times New Roman" panose="02020603050405020304" pitchFamily="18" charset="0"/>
              <a:cs typeface="Times New Roman" panose="02020603050405020304" pitchFamily="18" charset="0"/>
            </a:endParaRPr>
          </a:p>
        </p:txBody>
      </p:sp>
      <p:sp>
        <p:nvSpPr>
          <p:cNvPr id="22" name="Folded Corner 21"/>
          <p:cNvSpPr/>
          <p:nvPr/>
        </p:nvSpPr>
        <p:spPr>
          <a:xfrm>
            <a:off x="5316826" y="4176403"/>
            <a:ext cx="943216" cy="450666"/>
          </a:xfrm>
          <a:prstGeom prst="foldedCorner">
            <a:avLst>
              <a:gd name="adj" fmla="val 44441"/>
            </a:avLst>
          </a:prstGeom>
          <a:solidFill>
            <a:schemeClr val="accent4">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sz="1400" dirty="0" smtClean="0"/>
          </a:p>
          <a:p>
            <a:pPr algn="ctr"/>
            <a:r>
              <a:rPr lang="en-US" sz="1400" dirty="0" smtClean="0">
                <a:latin typeface="Times New Roman" panose="02020603050405020304" pitchFamily="18" charset="0"/>
                <a:cs typeface="Times New Roman" panose="02020603050405020304" pitchFamily="18" charset="0"/>
              </a:rPr>
              <a:t>Goal condition</a:t>
            </a:r>
            <a:endParaRPr lang="en-US" sz="1400" dirty="0">
              <a:latin typeface="Times New Roman" panose="02020603050405020304" pitchFamily="18" charset="0"/>
              <a:cs typeface="Times New Roman" panose="02020603050405020304" pitchFamily="18" charset="0"/>
            </a:endParaRPr>
          </a:p>
        </p:txBody>
      </p:sp>
      <p:sp>
        <p:nvSpPr>
          <p:cNvPr id="23" name="Folded Corner 22"/>
          <p:cNvSpPr/>
          <p:nvPr/>
        </p:nvSpPr>
        <p:spPr>
          <a:xfrm>
            <a:off x="5639497" y="1355058"/>
            <a:ext cx="865487" cy="387350"/>
          </a:xfrm>
          <a:prstGeom prst="foldedCorner">
            <a:avLst>
              <a:gd name="adj" fmla="val 44441"/>
            </a:avLst>
          </a:prstGeom>
          <a:solidFill>
            <a:schemeClr val="accent4">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sz="1400" dirty="0" smtClean="0"/>
          </a:p>
          <a:p>
            <a:pPr algn="ctr"/>
            <a:r>
              <a:rPr lang="en-US" sz="1400" dirty="0" smtClean="0">
                <a:latin typeface="Times New Roman" panose="02020603050405020304" pitchFamily="18" charset="0"/>
                <a:cs typeface="Times New Roman" panose="02020603050405020304" pitchFamily="18" charset="0"/>
              </a:rPr>
              <a:t>Goal </a:t>
            </a:r>
            <a:endParaRPr lang="en-US" sz="1400" dirty="0">
              <a:latin typeface="Times New Roman" panose="02020603050405020304" pitchFamily="18" charset="0"/>
              <a:cs typeface="Times New Roman" panose="02020603050405020304" pitchFamily="18" charset="0"/>
            </a:endParaRPr>
          </a:p>
        </p:txBody>
      </p:sp>
      <p:sp>
        <p:nvSpPr>
          <p:cNvPr id="24" name="Folded Corner 23"/>
          <p:cNvSpPr/>
          <p:nvPr/>
        </p:nvSpPr>
        <p:spPr>
          <a:xfrm>
            <a:off x="9154959" y="2313285"/>
            <a:ext cx="1121309" cy="387350"/>
          </a:xfrm>
          <a:prstGeom prst="foldedCorner">
            <a:avLst>
              <a:gd name="adj" fmla="val 44441"/>
            </a:avLst>
          </a:prstGeom>
          <a:solidFill>
            <a:schemeClr val="accent4">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sz="1400" dirty="0" smtClean="0"/>
          </a:p>
          <a:p>
            <a:pPr algn="ctr"/>
            <a:r>
              <a:rPr lang="en-US" sz="1400" dirty="0" smtClean="0">
                <a:latin typeface="Times New Roman" panose="02020603050405020304" pitchFamily="18" charset="0"/>
                <a:cs typeface="Times New Roman" panose="02020603050405020304" pitchFamily="18" charset="0"/>
              </a:rPr>
              <a:t>User role </a:t>
            </a:r>
            <a:endParaRPr lang="en-US" sz="1400" dirty="0">
              <a:latin typeface="Times New Roman" panose="02020603050405020304" pitchFamily="18" charset="0"/>
              <a:cs typeface="Times New Roman" panose="02020603050405020304" pitchFamily="18" charset="0"/>
            </a:endParaRPr>
          </a:p>
        </p:txBody>
      </p:sp>
      <p:sp>
        <p:nvSpPr>
          <p:cNvPr id="28" name="Pentagon 27"/>
          <p:cNvSpPr/>
          <p:nvPr/>
        </p:nvSpPr>
        <p:spPr>
          <a:xfrm flipH="1">
            <a:off x="10372107" y="1637037"/>
            <a:ext cx="1732547" cy="858815"/>
          </a:xfrm>
          <a:prstGeom prst="homePlate">
            <a:avLst>
              <a:gd name="adj" fmla="val 22152"/>
            </a:avLst>
          </a:prstGeom>
          <a:solidFill>
            <a:srgbClr val="40BAD2"/>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dirty="0">
                <a:latin typeface="Corbel" panose="020B0503020204020204" pitchFamily="34" charset="0"/>
              </a:rPr>
              <a:t> </a:t>
            </a:r>
            <a:r>
              <a:rPr lang="en-GB" dirty="0" smtClean="0">
                <a:latin typeface="Corbel" panose="020B0503020204020204" pitchFamily="34" charset="0"/>
              </a:rPr>
              <a:t>Well defined start &amp; end event</a:t>
            </a:r>
            <a:endParaRPr lang="en-GB" dirty="0">
              <a:latin typeface="Corbel" panose="020B0503020204020204" pitchFamily="34" charset="0"/>
            </a:endParaRPr>
          </a:p>
        </p:txBody>
      </p:sp>
      <p:sp>
        <p:nvSpPr>
          <p:cNvPr id="30" name="Pentagon 29"/>
          <p:cNvSpPr/>
          <p:nvPr/>
        </p:nvSpPr>
        <p:spPr>
          <a:xfrm flipH="1">
            <a:off x="10373054" y="3639622"/>
            <a:ext cx="1731600" cy="858815"/>
          </a:xfrm>
          <a:prstGeom prst="homePlate">
            <a:avLst>
              <a:gd name="adj" fmla="val 22152"/>
            </a:avLst>
          </a:prstGeom>
          <a:solidFill>
            <a:srgbClr val="C1301E"/>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dirty="0">
                <a:latin typeface="Corbel" panose="020B0503020204020204" pitchFamily="34" charset="0"/>
              </a:rPr>
              <a:t> </a:t>
            </a:r>
            <a:r>
              <a:rPr lang="en-GB" dirty="0" smtClean="0">
                <a:latin typeface="Corbel" panose="020B0503020204020204" pitchFamily="34" charset="0"/>
              </a:rPr>
              <a:t>Expressive Activities</a:t>
            </a:r>
            <a:endParaRPr lang="en-GB" dirty="0">
              <a:latin typeface="Corbel" panose="020B0503020204020204" pitchFamily="34" charset="0"/>
            </a:endParaRPr>
          </a:p>
        </p:txBody>
      </p:sp>
      <p:sp>
        <p:nvSpPr>
          <p:cNvPr id="31" name="Pentagon 30"/>
          <p:cNvSpPr/>
          <p:nvPr/>
        </p:nvSpPr>
        <p:spPr>
          <a:xfrm flipH="1">
            <a:off x="10372107" y="2638674"/>
            <a:ext cx="1732547" cy="858815"/>
          </a:xfrm>
          <a:prstGeom prst="homePlate">
            <a:avLst>
              <a:gd name="adj" fmla="val 22152"/>
            </a:avLst>
          </a:prstGeom>
          <a:solidFill>
            <a:srgbClr val="A2B931"/>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dirty="0">
                <a:latin typeface="Corbel" panose="020B0503020204020204" pitchFamily="34" charset="0"/>
              </a:rPr>
              <a:t> </a:t>
            </a:r>
            <a:r>
              <a:rPr lang="en-GB" dirty="0" smtClean="0">
                <a:latin typeface="Corbel" panose="020B0503020204020204" pitchFamily="34" charset="0"/>
              </a:rPr>
              <a:t>Structured and Unstructured Parts</a:t>
            </a:r>
            <a:endParaRPr lang="en-GB" dirty="0">
              <a:latin typeface="Corbel" panose="020B0503020204020204" pitchFamily="34" charset="0"/>
            </a:endParaRPr>
          </a:p>
        </p:txBody>
      </p:sp>
      <p:sp>
        <p:nvSpPr>
          <p:cNvPr id="32" name="Pentagon 31"/>
          <p:cNvSpPr/>
          <p:nvPr/>
        </p:nvSpPr>
        <p:spPr>
          <a:xfrm flipH="1">
            <a:off x="10373054" y="4628579"/>
            <a:ext cx="1731600" cy="858815"/>
          </a:xfrm>
          <a:prstGeom prst="homePlate">
            <a:avLst>
              <a:gd name="adj" fmla="val 22152"/>
            </a:avLst>
          </a:prstGeom>
          <a:solidFill>
            <a:srgbClr val="EDB931"/>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dirty="0">
                <a:latin typeface="Corbel" panose="020B0503020204020204" pitchFamily="34" charset="0"/>
              </a:rPr>
              <a:t> </a:t>
            </a:r>
            <a:r>
              <a:rPr lang="en-GB" dirty="0" smtClean="0">
                <a:latin typeface="Corbel" panose="020B0503020204020204" pitchFamily="34" charset="0"/>
              </a:rPr>
              <a:t>Data Access Levels</a:t>
            </a:r>
            <a:endParaRPr lang="en-GB" dirty="0">
              <a:latin typeface="Corbel" panose="020B0503020204020204" pitchFamily="34" charset="0"/>
            </a:endParaRPr>
          </a:p>
        </p:txBody>
      </p:sp>
      <p:sp>
        <p:nvSpPr>
          <p:cNvPr id="33" name="Pentagon 32"/>
          <p:cNvSpPr/>
          <p:nvPr/>
        </p:nvSpPr>
        <p:spPr>
          <a:xfrm flipH="1">
            <a:off x="10373054" y="5629527"/>
            <a:ext cx="1731600" cy="858815"/>
          </a:xfrm>
          <a:prstGeom prst="homePlate">
            <a:avLst>
              <a:gd name="adj" fmla="val 22152"/>
            </a:avLst>
          </a:prstGeom>
          <a:solidFill>
            <a:srgbClr val="0D95BC"/>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dirty="0">
                <a:latin typeface="Corbel" panose="020B0503020204020204" pitchFamily="34" charset="0"/>
              </a:rPr>
              <a:t> </a:t>
            </a:r>
            <a:r>
              <a:rPr lang="en-GB" dirty="0" smtClean="0">
                <a:latin typeface="Corbel" panose="020B0503020204020204" pitchFamily="34" charset="0"/>
              </a:rPr>
              <a:t>Goal provide process overview</a:t>
            </a:r>
            <a:endParaRPr lang="en-GB" dirty="0">
              <a:latin typeface="Corbel" panose="020B0503020204020204" pitchFamily="34" charset="0"/>
            </a:endParaRPr>
          </a:p>
        </p:txBody>
      </p:sp>
    </p:spTree>
    <p:extLst>
      <p:ext uri="{BB962C8B-B14F-4D97-AF65-F5344CB8AC3E}">
        <p14:creationId xmlns:p14="http://schemas.microsoft.com/office/powerpoint/2010/main" val="3138933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500"/>
                                        <p:tgtEl>
                                          <p:spTgt spid="2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500"/>
                                        <p:tgtEl>
                                          <p:spTgt spid="2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00"/>
                                        <p:tgtEl>
                                          <p:spTgt spid="2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fade">
                                      <p:cBhvr>
                                        <p:cTn id="39" dur="500"/>
                                        <p:tgtEl>
                                          <p:spTgt spid="24"/>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8"/>
                                        </p:tgtEl>
                                        <p:attrNameLst>
                                          <p:attrName>style.visibility</p:attrName>
                                        </p:attrNameLst>
                                      </p:cBhvr>
                                      <p:to>
                                        <p:strVal val="visible"/>
                                      </p:to>
                                    </p:set>
                                    <p:animEffect transition="in" filter="fade">
                                      <p:cBhvr>
                                        <p:cTn id="44" dur="500"/>
                                        <p:tgtEl>
                                          <p:spTgt spid="2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500"/>
                                        <p:tgtEl>
                                          <p:spTgt spid="3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fade">
                                      <p:cBhvr>
                                        <p:cTn id="50" dur="500"/>
                                        <p:tgtEl>
                                          <p:spTgt spid="3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500"/>
                                        <p:tgtEl>
                                          <p:spTgt spid="3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3"/>
                                        </p:tgtEl>
                                        <p:attrNameLst>
                                          <p:attrName>style.visibility</p:attrName>
                                        </p:attrNameLst>
                                      </p:cBhvr>
                                      <p:to>
                                        <p:strVal val="visible"/>
                                      </p:to>
                                    </p:set>
                                    <p:animEffect transition="in" filter="fade">
                                      <p:cBhvr>
                                        <p:cTn id="56"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3" grpId="0" animBg="1"/>
      <p:bldP spid="14" grpId="0" animBg="1"/>
      <p:bldP spid="18" grpId="0" animBg="1"/>
      <p:bldP spid="19" grpId="0" animBg="1"/>
      <p:bldP spid="20" grpId="0" animBg="1"/>
      <p:bldP spid="21" grpId="0" animBg="1"/>
      <p:bldP spid="22" grpId="0" animBg="1"/>
      <p:bldP spid="23" grpId="0" animBg="1"/>
      <p:bldP spid="24" grpId="0" animBg="1"/>
      <p:bldP spid="28" grpId="0" animBg="1"/>
      <p:bldP spid="30" grpId="0" animBg="1"/>
      <p:bldP spid="31" grpId="0" animBg="1"/>
      <p:bldP spid="32" grpId="0" animBg="1"/>
      <p:bldP spid="3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982642">
            <a:off x="1187472" y="-3730477"/>
            <a:ext cx="7106002" cy="13651482"/>
          </a:xfrm>
          <a:prstGeom prst="rect">
            <a:avLst/>
          </a:prstGeom>
        </p:spPr>
      </p:pic>
      <p:sp>
        <p:nvSpPr>
          <p:cNvPr id="6" name="TextBox 5"/>
          <p:cNvSpPr txBox="1"/>
          <p:nvPr/>
        </p:nvSpPr>
        <p:spPr>
          <a:xfrm>
            <a:off x="1069488" y="2274958"/>
            <a:ext cx="9671430" cy="2585067"/>
          </a:xfrm>
          <a:prstGeom prst="rect">
            <a:avLst/>
          </a:prstGeom>
          <a:noFill/>
        </p:spPr>
        <p:txBody>
          <a:bodyPr wrap="square" rtlCol="0">
            <a:spAutoFit/>
          </a:bodyPr>
          <a:lstStyle/>
          <a:p>
            <a:r>
              <a:rPr lang="en-US" sz="4499" b="1" dirty="0">
                <a:solidFill>
                  <a:schemeClr val="bg1"/>
                </a:solidFill>
                <a:latin typeface="Arial" panose="020B0604020202020204" pitchFamily="34" charset="0"/>
                <a:cs typeface="Arial" panose="020B0604020202020204" pitchFamily="34" charset="0"/>
              </a:rPr>
              <a:t> </a:t>
            </a:r>
            <a:r>
              <a:rPr lang="en-US" sz="3600" dirty="0">
                <a:solidFill>
                  <a:schemeClr val="bg1"/>
                </a:solidFill>
                <a:latin typeface="Corbel" panose="020B0503020204020204" pitchFamily="34" charset="0"/>
                <a:cs typeface="Arial" panose="020B0604020202020204" pitchFamily="34" charset="0"/>
              </a:rPr>
              <a:t>Validation</a:t>
            </a:r>
          </a:p>
          <a:p>
            <a:endParaRPr lang="en-US" sz="3600" dirty="0">
              <a:solidFill>
                <a:schemeClr val="bg1"/>
              </a:solidFill>
              <a:latin typeface="Corbel" panose="020B0503020204020204" pitchFamily="34" charset="0"/>
              <a:cs typeface="Arial" panose="020B0604020202020204" pitchFamily="34" charset="0"/>
            </a:endParaRPr>
          </a:p>
          <a:p>
            <a:pPr lvl="0"/>
            <a:endParaRPr lang="en-US" sz="3600" dirty="0">
              <a:solidFill>
                <a:schemeClr val="bg1"/>
              </a:solidFill>
              <a:latin typeface="Corbel" panose="020B0503020204020204" pitchFamily="34" charset="0"/>
              <a:cs typeface="Arial" panose="020B0604020202020204" pitchFamily="34" charset="0"/>
            </a:endParaRPr>
          </a:p>
          <a:p>
            <a:endParaRPr lang="en-US" sz="4499" b="1" dirty="0">
              <a:solidFill>
                <a:schemeClr val="bg1"/>
              </a:solidFill>
              <a:latin typeface="Corbel" panose="020B0503020204020204" pitchFamily="34" charset="0"/>
              <a:cs typeface="Arial" panose="020B0604020202020204" pitchFamily="34" charset="0"/>
            </a:endParaRPr>
          </a:p>
        </p:txBody>
      </p:sp>
      <p:pic>
        <p:nvPicPr>
          <p:cNvPr id="18" name="Picture 17">
            <a:hlinkClick r:id="" action="ppaction://noaction"/>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8045" y="6148828"/>
            <a:ext cx="1355139" cy="479239"/>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77428" y="2385581"/>
            <a:ext cx="7190655" cy="2596093"/>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89306" y="2745599"/>
            <a:ext cx="7190655" cy="2596094"/>
          </a:xfrm>
          <a:prstGeom prst="rect">
            <a:avLst/>
          </a:prstGeom>
        </p:spPr>
      </p:pic>
      <p:sp>
        <p:nvSpPr>
          <p:cNvPr id="2" name="Oval 1"/>
          <p:cNvSpPr/>
          <p:nvPr/>
        </p:nvSpPr>
        <p:spPr>
          <a:xfrm>
            <a:off x="7751570" y="4766350"/>
            <a:ext cx="206122" cy="206122"/>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10" name="Oval 9"/>
          <p:cNvSpPr/>
          <p:nvPr/>
        </p:nvSpPr>
        <p:spPr>
          <a:xfrm>
            <a:off x="7676557" y="4851640"/>
            <a:ext cx="107579" cy="107579"/>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11" name="Oval 10"/>
          <p:cNvSpPr/>
          <p:nvPr/>
        </p:nvSpPr>
        <p:spPr>
          <a:xfrm>
            <a:off x="7954757" y="3782696"/>
            <a:ext cx="195573" cy="195573"/>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12" name="Oval 11"/>
          <p:cNvSpPr/>
          <p:nvPr/>
        </p:nvSpPr>
        <p:spPr>
          <a:xfrm>
            <a:off x="9089271" y="3620051"/>
            <a:ext cx="142045" cy="142045"/>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13" name="Oval 12"/>
          <p:cNvSpPr/>
          <p:nvPr/>
        </p:nvSpPr>
        <p:spPr>
          <a:xfrm>
            <a:off x="10172609" y="3735026"/>
            <a:ext cx="142045" cy="142045"/>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 </a:t>
            </a:r>
            <a:endParaRPr lang="nl-NL" sz="1350" dirty="0"/>
          </a:p>
        </p:txBody>
      </p:sp>
      <p:sp>
        <p:nvSpPr>
          <p:cNvPr id="14" name="Oval 13"/>
          <p:cNvSpPr/>
          <p:nvPr/>
        </p:nvSpPr>
        <p:spPr>
          <a:xfrm>
            <a:off x="9461289" y="4084715"/>
            <a:ext cx="142045" cy="142045"/>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 </a:t>
            </a:r>
            <a:endParaRPr lang="nl-NL" sz="1350" dirty="0"/>
          </a:p>
        </p:txBody>
      </p:sp>
      <p:sp>
        <p:nvSpPr>
          <p:cNvPr id="15" name="Oval 14"/>
          <p:cNvSpPr/>
          <p:nvPr/>
        </p:nvSpPr>
        <p:spPr>
          <a:xfrm>
            <a:off x="9558520" y="4709595"/>
            <a:ext cx="142045" cy="142045"/>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 </a:t>
            </a:r>
            <a:endParaRPr lang="nl-NL" sz="1350" dirty="0"/>
          </a:p>
        </p:txBody>
      </p:sp>
      <p:sp>
        <p:nvSpPr>
          <p:cNvPr id="16" name="Oval 15"/>
          <p:cNvSpPr/>
          <p:nvPr/>
        </p:nvSpPr>
        <p:spPr>
          <a:xfrm>
            <a:off x="10584633" y="3914069"/>
            <a:ext cx="142045" cy="142045"/>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 </a:t>
            </a:r>
            <a:endParaRPr lang="nl-NL" sz="1350" dirty="0"/>
          </a:p>
        </p:txBody>
      </p:sp>
      <p:sp>
        <p:nvSpPr>
          <p:cNvPr id="17" name="Oval 16"/>
          <p:cNvSpPr/>
          <p:nvPr/>
        </p:nvSpPr>
        <p:spPr>
          <a:xfrm>
            <a:off x="11356362" y="2515762"/>
            <a:ext cx="142045" cy="142045"/>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 </a:t>
            </a:r>
            <a:endParaRPr lang="nl-NL" sz="1350" dirty="0"/>
          </a:p>
        </p:txBody>
      </p:sp>
      <p:sp>
        <p:nvSpPr>
          <p:cNvPr id="21" name="Oval 20">
            <a:hlinkClick r:id="" action="ppaction://noaction"/>
          </p:cNvPr>
          <p:cNvSpPr/>
          <p:nvPr/>
        </p:nvSpPr>
        <p:spPr>
          <a:xfrm>
            <a:off x="285735" y="2385581"/>
            <a:ext cx="643331" cy="643331"/>
          </a:xfrm>
          <a:prstGeom prst="ellipse">
            <a:avLst/>
          </a:prstGeom>
          <a:solidFill>
            <a:schemeClr val="tx1"/>
          </a:solidFill>
          <a:ln w="187325">
            <a:solidFill>
              <a:srgbClr val="EF00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22" name="Rectangle 21"/>
          <p:cNvSpPr/>
          <p:nvPr/>
        </p:nvSpPr>
        <p:spPr>
          <a:xfrm>
            <a:off x="489693" y="2584866"/>
            <a:ext cx="320922" cy="338554"/>
          </a:xfrm>
          <a:prstGeom prst="rect">
            <a:avLst/>
          </a:prstGeom>
        </p:spPr>
        <p:txBody>
          <a:bodyPr wrap="none">
            <a:spAutoFit/>
          </a:bodyPr>
          <a:lstStyle/>
          <a:p>
            <a:r>
              <a:rPr lang="en-US" sz="1600" b="1" dirty="0">
                <a:solidFill>
                  <a:schemeClr val="bg1"/>
                </a:solidFill>
                <a:latin typeface="Arial Narrow" panose="020B0606020202030204" pitchFamily="34" charset="0"/>
              </a:rPr>
              <a:t>4</a:t>
            </a:r>
            <a:r>
              <a:rPr lang="en-US" sz="1500" dirty="0">
                <a:solidFill>
                  <a:schemeClr val="bg1"/>
                </a:solidFill>
                <a:latin typeface="Arial Narrow" panose="020B0606020202030204" pitchFamily="34" charset="0"/>
              </a:rPr>
              <a:t>.</a:t>
            </a:r>
          </a:p>
        </p:txBody>
      </p:sp>
      <p:pic>
        <p:nvPicPr>
          <p:cNvPr id="19" name="Picture 18" descr="BIZZ.png"/>
          <p:cNvPicPr>
            <a:picLocks noChangeAspect="1"/>
          </p:cNvPicPr>
          <p:nvPr/>
        </p:nvPicPr>
        <p:blipFill>
          <a:blip r:embed="rId6" cstate="print"/>
          <a:stretch>
            <a:fillRect/>
          </a:stretch>
        </p:blipFill>
        <p:spPr>
          <a:xfrm>
            <a:off x="140678" y="6428896"/>
            <a:ext cx="1920516" cy="360040"/>
          </a:xfrm>
          <a:prstGeom prst="rect">
            <a:avLst/>
          </a:prstGeom>
        </p:spPr>
      </p:pic>
      <p:sp>
        <p:nvSpPr>
          <p:cNvPr id="3" name="Slide Number Placeholder 2"/>
          <p:cNvSpPr>
            <a:spLocks noGrp="1"/>
          </p:cNvSpPr>
          <p:nvPr>
            <p:ph type="sldNum" sz="quarter" idx="12"/>
          </p:nvPr>
        </p:nvSpPr>
        <p:spPr/>
        <p:txBody>
          <a:bodyPr/>
          <a:lstStyle/>
          <a:p>
            <a:fld id="{AD155357-0EC8-4929-AE33-1B32B4D567E3}" type="slidenum">
              <a:rPr lang="en-US" smtClean="0"/>
              <a:t>24</a:t>
            </a:fld>
            <a:endParaRPr lang="en-US"/>
          </a:p>
        </p:txBody>
      </p:sp>
    </p:spTree>
    <p:extLst>
      <p:ext uri="{BB962C8B-B14F-4D97-AF65-F5344CB8AC3E}">
        <p14:creationId xmlns:p14="http://schemas.microsoft.com/office/powerpoint/2010/main" val="4111769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2" presetClass="entr" presetSubtype="12" accel="40000" decel="6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 calcmode="lin" valueType="num">
                                      <p:cBhvr additive="base">
                                        <p:cTn id="10" dur="500" fill="hold"/>
                                        <p:tgtEl>
                                          <p:spTgt spid="2"/>
                                        </p:tgtEl>
                                        <p:attrNameLst>
                                          <p:attrName>ppt_x</p:attrName>
                                        </p:attrNameLst>
                                      </p:cBhvr>
                                      <p:tavLst>
                                        <p:tav tm="0">
                                          <p:val>
                                            <p:strVal val="0-#ppt_w/2"/>
                                          </p:val>
                                        </p:tav>
                                        <p:tav tm="100000">
                                          <p:val>
                                            <p:strVal val="#ppt_x"/>
                                          </p:val>
                                        </p:tav>
                                      </p:tavLst>
                                    </p:anim>
                                    <p:anim calcmode="lin" valueType="num">
                                      <p:cBhvr additive="base">
                                        <p:cTn id="11" dur="500" fill="hold"/>
                                        <p:tgtEl>
                                          <p:spTgt spid="2"/>
                                        </p:tgtEl>
                                        <p:attrNameLst>
                                          <p:attrName>ppt_y</p:attrName>
                                        </p:attrNameLst>
                                      </p:cBhvr>
                                      <p:tavLst>
                                        <p:tav tm="0">
                                          <p:val>
                                            <p:strVal val="1+#ppt_h/2"/>
                                          </p:val>
                                        </p:tav>
                                        <p:tav tm="100000">
                                          <p:val>
                                            <p:strVal val="#ppt_y"/>
                                          </p:val>
                                        </p:tav>
                                      </p:tavLst>
                                    </p:anim>
                                  </p:childTnLst>
                                </p:cTn>
                              </p:par>
                              <p:par>
                                <p:cTn id="12" presetID="2" presetClass="entr" presetSubtype="4" accel="40000" decel="60000" fill="hold" grpId="0" nodeType="withEffect">
                                  <p:stCondLst>
                                    <p:cond delay="100"/>
                                  </p:stCondLst>
                                  <p:childTnLst>
                                    <p:set>
                                      <p:cBhvr>
                                        <p:cTn id="13" dur="1" fill="hold">
                                          <p:stCondLst>
                                            <p:cond delay="0"/>
                                          </p:stCondLst>
                                        </p:cTn>
                                        <p:tgtEl>
                                          <p:spTgt spid="10"/>
                                        </p:tgtEl>
                                        <p:attrNameLst>
                                          <p:attrName>style.visibility</p:attrName>
                                        </p:attrNameLst>
                                      </p:cBhvr>
                                      <p:to>
                                        <p:strVal val="visible"/>
                                      </p:to>
                                    </p:set>
                                    <p:anim calcmode="lin" valueType="num">
                                      <p:cBhvr additive="base">
                                        <p:cTn id="14" dur="500" fill="hold"/>
                                        <p:tgtEl>
                                          <p:spTgt spid="10"/>
                                        </p:tgtEl>
                                        <p:attrNameLst>
                                          <p:attrName>ppt_x</p:attrName>
                                        </p:attrNameLst>
                                      </p:cBhvr>
                                      <p:tavLst>
                                        <p:tav tm="0">
                                          <p:val>
                                            <p:strVal val="#ppt_x"/>
                                          </p:val>
                                        </p:tav>
                                        <p:tav tm="100000">
                                          <p:val>
                                            <p:strVal val="#ppt_x"/>
                                          </p:val>
                                        </p:tav>
                                      </p:tavLst>
                                    </p:anim>
                                    <p:anim calcmode="lin" valueType="num">
                                      <p:cBhvr additive="base">
                                        <p:cTn id="15" dur="500" fill="hold"/>
                                        <p:tgtEl>
                                          <p:spTgt spid="10"/>
                                        </p:tgtEl>
                                        <p:attrNameLst>
                                          <p:attrName>ppt_y</p:attrName>
                                        </p:attrNameLst>
                                      </p:cBhvr>
                                      <p:tavLst>
                                        <p:tav tm="0">
                                          <p:val>
                                            <p:strVal val="1+#ppt_h/2"/>
                                          </p:val>
                                        </p:tav>
                                        <p:tav tm="100000">
                                          <p:val>
                                            <p:strVal val="#ppt_y"/>
                                          </p:val>
                                        </p:tav>
                                      </p:tavLst>
                                    </p:anim>
                                  </p:childTnLst>
                                </p:cTn>
                              </p:par>
                              <p:par>
                                <p:cTn id="16" presetID="2" presetClass="entr" presetSubtype="9" accel="40000" decel="60000" fill="hold" grpId="0" nodeType="withEffect">
                                  <p:stCondLst>
                                    <p:cond delay="200"/>
                                  </p:stCondLst>
                                  <p:childTnLst>
                                    <p:set>
                                      <p:cBhvr>
                                        <p:cTn id="17" dur="1" fill="hold">
                                          <p:stCondLst>
                                            <p:cond delay="0"/>
                                          </p:stCondLst>
                                        </p:cTn>
                                        <p:tgtEl>
                                          <p:spTgt spid="11"/>
                                        </p:tgtEl>
                                        <p:attrNameLst>
                                          <p:attrName>style.visibility</p:attrName>
                                        </p:attrNameLst>
                                      </p:cBhvr>
                                      <p:to>
                                        <p:strVal val="visible"/>
                                      </p:to>
                                    </p:set>
                                    <p:anim calcmode="lin" valueType="num">
                                      <p:cBhvr additive="base">
                                        <p:cTn id="18" dur="500" fill="hold"/>
                                        <p:tgtEl>
                                          <p:spTgt spid="11"/>
                                        </p:tgtEl>
                                        <p:attrNameLst>
                                          <p:attrName>ppt_x</p:attrName>
                                        </p:attrNameLst>
                                      </p:cBhvr>
                                      <p:tavLst>
                                        <p:tav tm="0">
                                          <p:val>
                                            <p:strVal val="0-#ppt_w/2"/>
                                          </p:val>
                                        </p:tav>
                                        <p:tav tm="100000">
                                          <p:val>
                                            <p:strVal val="#ppt_x"/>
                                          </p:val>
                                        </p:tav>
                                      </p:tavLst>
                                    </p:anim>
                                    <p:anim calcmode="lin" valueType="num">
                                      <p:cBhvr additive="base">
                                        <p:cTn id="19" dur="500" fill="hold"/>
                                        <p:tgtEl>
                                          <p:spTgt spid="11"/>
                                        </p:tgtEl>
                                        <p:attrNameLst>
                                          <p:attrName>ppt_y</p:attrName>
                                        </p:attrNameLst>
                                      </p:cBhvr>
                                      <p:tavLst>
                                        <p:tav tm="0">
                                          <p:val>
                                            <p:strVal val="0-#ppt_h/2"/>
                                          </p:val>
                                        </p:tav>
                                        <p:tav tm="100000">
                                          <p:val>
                                            <p:strVal val="#ppt_y"/>
                                          </p:val>
                                        </p:tav>
                                      </p:tavLst>
                                    </p:anim>
                                  </p:childTnLst>
                                </p:cTn>
                              </p:par>
                              <p:par>
                                <p:cTn id="20" presetID="2" presetClass="entr" presetSubtype="1" accel="40000" decel="60000" fill="hold" grpId="0" nodeType="withEffect">
                                  <p:stCondLst>
                                    <p:cond delay="300"/>
                                  </p:stCondLst>
                                  <p:childTnLst>
                                    <p:set>
                                      <p:cBhvr>
                                        <p:cTn id="21" dur="1" fill="hold">
                                          <p:stCondLst>
                                            <p:cond delay="0"/>
                                          </p:stCondLst>
                                        </p:cTn>
                                        <p:tgtEl>
                                          <p:spTgt spid="12"/>
                                        </p:tgtEl>
                                        <p:attrNameLst>
                                          <p:attrName>style.visibility</p:attrName>
                                        </p:attrNameLst>
                                      </p:cBhvr>
                                      <p:to>
                                        <p:strVal val="visible"/>
                                      </p:to>
                                    </p:set>
                                    <p:anim calcmode="lin" valueType="num">
                                      <p:cBhvr additive="base">
                                        <p:cTn id="22" dur="500" fill="hold"/>
                                        <p:tgtEl>
                                          <p:spTgt spid="12"/>
                                        </p:tgtEl>
                                        <p:attrNameLst>
                                          <p:attrName>ppt_x</p:attrName>
                                        </p:attrNameLst>
                                      </p:cBhvr>
                                      <p:tavLst>
                                        <p:tav tm="0">
                                          <p:val>
                                            <p:strVal val="#ppt_x"/>
                                          </p:val>
                                        </p:tav>
                                        <p:tav tm="100000">
                                          <p:val>
                                            <p:strVal val="#ppt_x"/>
                                          </p:val>
                                        </p:tav>
                                      </p:tavLst>
                                    </p:anim>
                                    <p:anim calcmode="lin" valueType="num">
                                      <p:cBhvr additive="base">
                                        <p:cTn id="23" dur="500" fill="hold"/>
                                        <p:tgtEl>
                                          <p:spTgt spid="12"/>
                                        </p:tgtEl>
                                        <p:attrNameLst>
                                          <p:attrName>ppt_y</p:attrName>
                                        </p:attrNameLst>
                                      </p:cBhvr>
                                      <p:tavLst>
                                        <p:tav tm="0">
                                          <p:val>
                                            <p:strVal val="0-#ppt_h/2"/>
                                          </p:val>
                                        </p:tav>
                                        <p:tav tm="100000">
                                          <p:val>
                                            <p:strVal val="#ppt_y"/>
                                          </p:val>
                                        </p:tav>
                                      </p:tavLst>
                                    </p:anim>
                                  </p:childTnLst>
                                </p:cTn>
                              </p:par>
                              <p:par>
                                <p:cTn id="24" presetID="2" presetClass="entr" presetSubtype="3" accel="40000" decel="60000" fill="hold" grpId="0" nodeType="withEffect">
                                  <p:stCondLst>
                                    <p:cond delay="400"/>
                                  </p:stCondLst>
                                  <p:childTnLst>
                                    <p:set>
                                      <p:cBhvr>
                                        <p:cTn id="25" dur="1" fill="hold">
                                          <p:stCondLst>
                                            <p:cond delay="0"/>
                                          </p:stCondLst>
                                        </p:cTn>
                                        <p:tgtEl>
                                          <p:spTgt spid="13"/>
                                        </p:tgtEl>
                                        <p:attrNameLst>
                                          <p:attrName>style.visibility</p:attrName>
                                        </p:attrNameLst>
                                      </p:cBhvr>
                                      <p:to>
                                        <p:strVal val="visible"/>
                                      </p:to>
                                    </p:set>
                                    <p:anim calcmode="lin" valueType="num">
                                      <p:cBhvr additive="base">
                                        <p:cTn id="26" dur="500" fill="hold"/>
                                        <p:tgtEl>
                                          <p:spTgt spid="13"/>
                                        </p:tgtEl>
                                        <p:attrNameLst>
                                          <p:attrName>ppt_x</p:attrName>
                                        </p:attrNameLst>
                                      </p:cBhvr>
                                      <p:tavLst>
                                        <p:tav tm="0">
                                          <p:val>
                                            <p:strVal val="1+#ppt_w/2"/>
                                          </p:val>
                                        </p:tav>
                                        <p:tav tm="100000">
                                          <p:val>
                                            <p:strVal val="#ppt_x"/>
                                          </p:val>
                                        </p:tav>
                                      </p:tavLst>
                                    </p:anim>
                                    <p:anim calcmode="lin" valueType="num">
                                      <p:cBhvr additive="base">
                                        <p:cTn id="27" dur="500" fill="hold"/>
                                        <p:tgtEl>
                                          <p:spTgt spid="13"/>
                                        </p:tgtEl>
                                        <p:attrNameLst>
                                          <p:attrName>ppt_y</p:attrName>
                                        </p:attrNameLst>
                                      </p:cBhvr>
                                      <p:tavLst>
                                        <p:tav tm="0">
                                          <p:val>
                                            <p:strVal val="0-#ppt_h/2"/>
                                          </p:val>
                                        </p:tav>
                                        <p:tav tm="100000">
                                          <p:val>
                                            <p:strVal val="#ppt_y"/>
                                          </p:val>
                                        </p:tav>
                                      </p:tavLst>
                                    </p:anim>
                                  </p:childTnLst>
                                </p:cTn>
                              </p:par>
                              <p:par>
                                <p:cTn id="28" presetID="2" presetClass="entr" presetSubtype="6" accel="40000" decel="60000" fill="hold" grpId="0" nodeType="withEffect">
                                  <p:stCondLst>
                                    <p:cond delay="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500" fill="hold"/>
                                        <p:tgtEl>
                                          <p:spTgt spid="14"/>
                                        </p:tgtEl>
                                        <p:attrNameLst>
                                          <p:attrName>ppt_x</p:attrName>
                                        </p:attrNameLst>
                                      </p:cBhvr>
                                      <p:tavLst>
                                        <p:tav tm="0">
                                          <p:val>
                                            <p:strVal val="1+#ppt_w/2"/>
                                          </p:val>
                                        </p:tav>
                                        <p:tav tm="100000">
                                          <p:val>
                                            <p:strVal val="#ppt_x"/>
                                          </p:val>
                                        </p:tav>
                                      </p:tavLst>
                                    </p:anim>
                                    <p:anim calcmode="lin" valueType="num">
                                      <p:cBhvr additive="base">
                                        <p:cTn id="31" dur="500" fill="hold"/>
                                        <p:tgtEl>
                                          <p:spTgt spid="14"/>
                                        </p:tgtEl>
                                        <p:attrNameLst>
                                          <p:attrName>ppt_y</p:attrName>
                                        </p:attrNameLst>
                                      </p:cBhvr>
                                      <p:tavLst>
                                        <p:tav tm="0">
                                          <p:val>
                                            <p:strVal val="1+#ppt_h/2"/>
                                          </p:val>
                                        </p:tav>
                                        <p:tav tm="100000">
                                          <p:val>
                                            <p:strVal val="#ppt_y"/>
                                          </p:val>
                                        </p:tav>
                                      </p:tavLst>
                                    </p:anim>
                                  </p:childTnLst>
                                </p:cTn>
                              </p:par>
                              <p:par>
                                <p:cTn id="32" presetID="2" presetClass="entr" presetSubtype="12" accel="40000" decel="60000" fill="hold" grpId="0" nodeType="withEffect">
                                  <p:stCondLst>
                                    <p:cond delay="600"/>
                                  </p:stCondLst>
                                  <p:childTnLst>
                                    <p:set>
                                      <p:cBhvr>
                                        <p:cTn id="33" dur="1" fill="hold">
                                          <p:stCondLst>
                                            <p:cond delay="0"/>
                                          </p:stCondLst>
                                        </p:cTn>
                                        <p:tgtEl>
                                          <p:spTgt spid="15"/>
                                        </p:tgtEl>
                                        <p:attrNameLst>
                                          <p:attrName>style.visibility</p:attrName>
                                        </p:attrNameLst>
                                      </p:cBhvr>
                                      <p:to>
                                        <p:strVal val="visible"/>
                                      </p:to>
                                    </p:set>
                                    <p:anim calcmode="lin" valueType="num">
                                      <p:cBhvr additive="base">
                                        <p:cTn id="34" dur="500" fill="hold"/>
                                        <p:tgtEl>
                                          <p:spTgt spid="15"/>
                                        </p:tgtEl>
                                        <p:attrNameLst>
                                          <p:attrName>ppt_x</p:attrName>
                                        </p:attrNameLst>
                                      </p:cBhvr>
                                      <p:tavLst>
                                        <p:tav tm="0">
                                          <p:val>
                                            <p:strVal val="0-#ppt_w/2"/>
                                          </p:val>
                                        </p:tav>
                                        <p:tav tm="100000">
                                          <p:val>
                                            <p:strVal val="#ppt_x"/>
                                          </p:val>
                                        </p:tav>
                                      </p:tavLst>
                                    </p:anim>
                                    <p:anim calcmode="lin" valueType="num">
                                      <p:cBhvr additive="base">
                                        <p:cTn id="35" dur="500" fill="hold"/>
                                        <p:tgtEl>
                                          <p:spTgt spid="15"/>
                                        </p:tgtEl>
                                        <p:attrNameLst>
                                          <p:attrName>ppt_y</p:attrName>
                                        </p:attrNameLst>
                                      </p:cBhvr>
                                      <p:tavLst>
                                        <p:tav tm="0">
                                          <p:val>
                                            <p:strVal val="1+#ppt_h/2"/>
                                          </p:val>
                                        </p:tav>
                                        <p:tav tm="100000">
                                          <p:val>
                                            <p:strVal val="#ppt_y"/>
                                          </p:val>
                                        </p:tav>
                                      </p:tavLst>
                                    </p:anim>
                                  </p:childTnLst>
                                </p:cTn>
                              </p:par>
                              <p:par>
                                <p:cTn id="36" presetID="2" presetClass="entr" presetSubtype="2" accel="40000" decel="60000" fill="hold" grpId="0" nodeType="withEffect">
                                  <p:stCondLst>
                                    <p:cond delay="700"/>
                                  </p:stCondLst>
                                  <p:childTnLst>
                                    <p:set>
                                      <p:cBhvr>
                                        <p:cTn id="37" dur="1" fill="hold">
                                          <p:stCondLst>
                                            <p:cond delay="0"/>
                                          </p:stCondLst>
                                        </p:cTn>
                                        <p:tgtEl>
                                          <p:spTgt spid="16"/>
                                        </p:tgtEl>
                                        <p:attrNameLst>
                                          <p:attrName>style.visibility</p:attrName>
                                        </p:attrNameLst>
                                      </p:cBhvr>
                                      <p:to>
                                        <p:strVal val="visible"/>
                                      </p:to>
                                    </p:set>
                                    <p:anim calcmode="lin" valueType="num">
                                      <p:cBhvr additive="base">
                                        <p:cTn id="38" dur="500" fill="hold"/>
                                        <p:tgtEl>
                                          <p:spTgt spid="16"/>
                                        </p:tgtEl>
                                        <p:attrNameLst>
                                          <p:attrName>ppt_x</p:attrName>
                                        </p:attrNameLst>
                                      </p:cBhvr>
                                      <p:tavLst>
                                        <p:tav tm="0">
                                          <p:val>
                                            <p:strVal val="1+#ppt_w/2"/>
                                          </p:val>
                                        </p:tav>
                                        <p:tav tm="100000">
                                          <p:val>
                                            <p:strVal val="#ppt_x"/>
                                          </p:val>
                                        </p:tav>
                                      </p:tavLst>
                                    </p:anim>
                                    <p:anim calcmode="lin" valueType="num">
                                      <p:cBhvr additive="base">
                                        <p:cTn id="39" dur="500" fill="hold"/>
                                        <p:tgtEl>
                                          <p:spTgt spid="16"/>
                                        </p:tgtEl>
                                        <p:attrNameLst>
                                          <p:attrName>ppt_y</p:attrName>
                                        </p:attrNameLst>
                                      </p:cBhvr>
                                      <p:tavLst>
                                        <p:tav tm="0">
                                          <p:val>
                                            <p:strVal val="#ppt_y"/>
                                          </p:val>
                                        </p:tav>
                                        <p:tav tm="100000">
                                          <p:val>
                                            <p:strVal val="#ppt_y"/>
                                          </p:val>
                                        </p:tav>
                                      </p:tavLst>
                                    </p:anim>
                                  </p:childTnLst>
                                </p:cTn>
                              </p:par>
                              <p:par>
                                <p:cTn id="40" presetID="2" presetClass="entr" presetSubtype="2" accel="40000" decel="60000" fill="hold" grpId="0" nodeType="withEffect">
                                  <p:stCondLst>
                                    <p:cond delay="800"/>
                                  </p:stCondLst>
                                  <p:childTnLst>
                                    <p:set>
                                      <p:cBhvr>
                                        <p:cTn id="41" dur="1" fill="hold">
                                          <p:stCondLst>
                                            <p:cond delay="0"/>
                                          </p:stCondLst>
                                        </p:cTn>
                                        <p:tgtEl>
                                          <p:spTgt spid="17"/>
                                        </p:tgtEl>
                                        <p:attrNameLst>
                                          <p:attrName>style.visibility</p:attrName>
                                        </p:attrNameLst>
                                      </p:cBhvr>
                                      <p:to>
                                        <p:strVal val="visible"/>
                                      </p:to>
                                    </p:set>
                                    <p:anim calcmode="lin" valueType="num">
                                      <p:cBhvr additive="base">
                                        <p:cTn id="42" dur="500" fill="hold"/>
                                        <p:tgtEl>
                                          <p:spTgt spid="17"/>
                                        </p:tgtEl>
                                        <p:attrNameLst>
                                          <p:attrName>ppt_x</p:attrName>
                                        </p:attrNameLst>
                                      </p:cBhvr>
                                      <p:tavLst>
                                        <p:tav tm="0">
                                          <p:val>
                                            <p:strVal val="1+#ppt_w/2"/>
                                          </p:val>
                                        </p:tav>
                                        <p:tav tm="100000">
                                          <p:val>
                                            <p:strVal val="#ppt_x"/>
                                          </p:val>
                                        </p:tav>
                                      </p:tavLst>
                                    </p:anim>
                                    <p:anim calcmode="lin" valueType="num">
                                      <p:cBhvr additive="base">
                                        <p:cTn id="43" dur="500" fill="hold"/>
                                        <p:tgtEl>
                                          <p:spTgt spid="17"/>
                                        </p:tgtEl>
                                        <p:attrNameLst>
                                          <p:attrName>ppt_y</p:attrName>
                                        </p:attrNameLst>
                                      </p:cBhvr>
                                      <p:tavLst>
                                        <p:tav tm="0">
                                          <p:val>
                                            <p:strVal val="#ppt_y"/>
                                          </p:val>
                                        </p:tav>
                                        <p:tav tm="100000">
                                          <p:val>
                                            <p:strVal val="#ppt_y"/>
                                          </p:val>
                                        </p:tav>
                                      </p:tavLst>
                                    </p:anim>
                                  </p:childTnLst>
                                </p:cTn>
                              </p:par>
                              <p:par>
                                <p:cTn id="44" presetID="6" presetClass="entr" presetSubtype="32" fill="hold" nodeType="withEffect">
                                  <p:stCondLst>
                                    <p:cond delay="200"/>
                                  </p:stCondLst>
                                  <p:childTnLst>
                                    <p:set>
                                      <p:cBhvr>
                                        <p:cTn id="45" dur="1" fill="hold">
                                          <p:stCondLst>
                                            <p:cond delay="0"/>
                                          </p:stCondLst>
                                        </p:cTn>
                                        <p:tgtEl>
                                          <p:spTgt spid="9"/>
                                        </p:tgtEl>
                                        <p:attrNameLst>
                                          <p:attrName>style.visibility</p:attrName>
                                        </p:attrNameLst>
                                      </p:cBhvr>
                                      <p:to>
                                        <p:strVal val="visible"/>
                                      </p:to>
                                    </p:set>
                                    <p:animEffect transition="in" filter="circle(out)">
                                      <p:cBhvr>
                                        <p:cTn id="46" dur="1000"/>
                                        <p:tgtEl>
                                          <p:spTgt spid="9"/>
                                        </p:tgtEl>
                                      </p:cBhvr>
                                    </p:animEffect>
                                  </p:childTnLst>
                                </p:cTn>
                              </p:par>
                              <p:par>
                                <p:cTn id="47" presetID="50" presetClass="entr" presetSubtype="0" decel="100000" fill="hold" nodeType="withEffect">
                                  <p:stCondLst>
                                    <p:cond delay="200"/>
                                  </p:stCondLst>
                                  <p:childTnLst>
                                    <p:set>
                                      <p:cBhvr>
                                        <p:cTn id="48" dur="1" fill="hold">
                                          <p:stCondLst>
                                            <p:cond delay="0"/>
                                          </p:stCondLst>
                                        </p:cTn>
                                        <p:tgtEl>
                                          <p:spTgt spid="8"/>
                                        </p:tgtEl>
                                        <p:attrNameLst>
                                          <p:attrName>style.visibility</p:attrName>
                                        </p:attrNameLst>
                                      </p:cBhvr>
                                      <p:to>
                                        <p:strVal val="visible"/>
                                      </p:to>
                                    </p:set>
                                    <p:anim calcmode="lin" valueType="num">
                                      <p:cBhvr>
                                        <p:cTn id="49" dur="1000" fill="hold"/>
                                        <p:tgtEl>
                                          <p:spTgt spid="8"/>
                                        </p:tgtEl>
                                        <p:attrNameLst>
                                          <p:attrName>ppt_w</p:attrName>
                                        </p:attrNameLst>
                                      </p:cBhvr>
                                      <p:tavLst>
                                        <p:tav tm="0">
                                          <p:val>
                                            <p:strVal val="#ppt_w+.3"/>
                                          </p:val>
                                        </p:tav>
                                        <p:tav tm="100000">
                                          <p:val>
                                            <p:strVal val="#ppt_w"/>
                                          </p:val>
                                        </p:tav>
                                      </p:tavLst>
                                    </p:anim>
                                    <p:anim calcmode="lin" valueType="num">
                                      <p:cBhvr>
                                        <p:cTn id="50" dur="1000" fill="hold"/>
                                        <p:tgtEl>
                                          <p:spTgt spid="8"/>
                                        </p:tgtEl>
                                        <p:attrNameLst>
                                          <p:attrName>ppt_h</p:attrName>
                                        </p:attrNameLst>
                                      </p:cBhvr>
                                      <p:tavLst>
                                        <p:tav tm="0">
                                          <p:val>
                                            <p:strVal val="#ppt_h"/>
                                          </p:val>
                                        </p:tav>
                                        <p:tav tm="100000">
                                          <p:val>
                                            <p:strVal val="#ppt_h"/>
                                          </p:val>
                                        </p:tav>
                                      </p:tavLst>
                                    </p:anim>
                                    <p:animEffect transition="in" filter="fade">
                                      <p:cBhvr>
                                        <p:cTn id="51" dur="1000"/>
                                        <p:tgtEl>
                                          <p:spTgt spid="8"/>
                                        </p:tgtEl>
                                      </p:cBhvr>
                                    </p:animEffect>
                                  </p:childTnLst>
                                </p:cTn>
                              </p:par>
                              <p:par>
                                <p:cTn id="52" presetID="53" presetClass="entr" presetSubtype="16" fill="hold" grpId="0" nodeType="withEffect">
                                  <p:stCondLst>
                                    <p:cond delay="900"/>
                                  </p:stCondLst>
                                  <p:childTnLst>
                                    <p:set>
                                      <p:cBhvr>
                                        <p:cTn id="53" dur="1" fill="hold">
                                          <p:stCondLst>
                                            <p:cond delay="0"/>
                                          </p:stCondLst>
                                        </p:cTn>
                                        <p:tgtEl>
                                          <p:spTgt spid="21"/>
                                        </p:tgtEl>
                                        <p:attrNameLst>
                                          <p:attrName>style.visibility</p:attrName>
                                        </p:attrNameLst>
                                      </p:cBhvr>
                                      <p:to>
                                        <p:strVal val="visible"/>
                                      </p:to>
                                    </p:set>
                                    <p:anim calcmode="lin" valueType="num">
                                      <p:cBhvr>
                                        <p:cTn id="54" dur="500" fill="hold"/>
                                        <p:tgtEl>
                                          <p:spTgt spid="21"/>
                                        </p:tgtEl>
                                        <p:attrNameLst>
                                          <p:attrName>ppt_w</p:attrName>
                                        </p:attrNameLst>
                                      </p:cBhvr>
                                      <p:tavLst>
                                        <p:tav tm="0">
                                          <p:val>
                                            <p:fltVal val="0"/>
                                          </p:val>
                                        </p:tav>
                                        <p:tav tm="100000">
                                          <p:val>
                                            <p:strVal val="#ppt_w"/>
                                          </p:val>
                                        </p:tav>
                                      </p:tavLst>
                                    </p:anim>
                                    <p:anim calcmode="lin" valueType="num">
                                      <p:cBhvr>
                                        <p:cTn id="55" dur="500" fill="hold"/>
                                        <p:tgtEl>
                                          <p:spTgt spid="21"/>
                                        </p:tgtEl>
                                        <p:attrNameLst>
                                          <p:attrName>ppt_h</p:attrName>
                                        </p:attrNameLst>
                                      </p:cBhvr>
                                      <p:tavLst>
                                        <p:tav tm="0">
                                          <p:val>
                                            <p:fltVal val="0"/>
                                          </p:val>
                                        </p:tav>
                                        <p:tav tm="100000">
                                          <p:val>
                                            <p:strVal val="#ppt_h"/>
                                          </p:val>
                                        </p:tav>
                                      </p:tavLst>
                                    </p:anim>
                                    <p:animEffect transition="in" filter="fade">
                                      <p:cBhvr>
                                        <p:cTn id="56" dur="500"/>
                                        <p:tgtEl>
                                          <p:spTgt spid="21"/>
                                        </p:tgtEl>
                                      </p:cBhvr>
                                    </p:animEffect>
                                  </p:childTnLst>
                                </p:cTn>
                              </p:par>
                              <p:par>
                                <p:cTn id="57" presetID="10" presetClass="entr" presetSubtype="0" fill="hold" grpId="0" nodeType="withEffect">
                                  <p:stCondLst>
                                    <p:cond delay="110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animBg="1"/>
      <p:bldP spid="10" grpId="0" animBg="1"/>
      <p:bldP spid="11" grpId="0" animBg="1"/>
      <p:bldP spid="12" grpId="0" animBg="1"/>
      <p:bldP spid="13" grpId="0" animBg="1"/>
      <p:bldP spid="14" grpId="0" animBg="1"/>
      <p:bldP spid="15" grpId="0" animBg="1"/>
      <p:bldP spid="16" grpId="0" animBg="1"/>
      <p:bldP spid="17" grpId="0" animBg="1"/>
      <p:bldP spid="21" grpId="0" animBg="1"/>
      <p:bldP spid="2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GB" dirty="0" smtClean="0">
                <a:latin typeface="Corbel" panose="020B0503020204020204" pitchFamily="34" charset="0"/>
              </a:rPr>
              <a:t>Conducted Interviews with three BPM consultants of </a:t>
            </a:r>
            <a:r>
              <a:rPr lang="en-GB" dirty="0" err="1" smtClean="0">
                <a:latin typeface="Corbel" panose="020B0503020204020204" pitchFamily="34" charset="0"/>
              </a:rPr>
              <a:t>BiZZdesign</a:t>
            </a:r>
            <a:endParaRPr lang="en-GB" dirty="0" smtClean="0">
              <a:latin typeface="Corbel" panose="020B0503020204020204" pitchFamily="34" charset="0"/>
            </a:endParaRPr>
          </a:p>
          <a:p>
            <a:pPr lvl="1"/>
            <a:r>
              <a:rPr lang="en-GB" dirty="0" smtClean="0">
                <a:latin typeface="Corbel" panose="020B0503020204020204" pitchFamily="34" charset="0"/>
              </a:rPr>
              <a:t>The proposed requirements represented by BPMN extended constructs are found to be very useful</a:t>
            </a:r>
          </a:p>
          <a:p>
            <a:pPr lvl="2">
              <a:buFont typeface="Wingdings" panose="05000000000000000000" pitchFamily="2" charset="2"/>
              <a:buChar char="ü"/>
            </a:pPr>
            <a:r>
              <a:rPr lang="en-GB" dirty="0">
                <a:latin typeface="Corbel" panose="020B0503020204020204" pitchFamily="34" charset="0"/>
              </a:rPr>
              <a:t>C</a:t>
            </a:r>
            <a:r>
              <a:rPr lang="en-GB" dirty="0" smtClean="0">
                <a:latin typeface="Corbel" panose="020B0503020204020204" pitchFamily="34" charset="0"/>
              </a:rPr>
              <a:t>ollaborative sub-process</a:t>
            </a:r>
          </a:p>
          <a:p>
            <a:pPr lvl="2">
              <a:buFont typeface="Wingdings" panose="05000000000000000000" pitchFamily="2" charset="2"/>
              <a:buChar char="ü"/>
            </a:pPr>
            <a:r>
              <a:rPr lang="en-GB" dirty="0" smtClean="0">
                <a:latin typeface="Corbel" panose="020B0503020204020204" pitchFamily="34" charset="0"/>
              </a:rPr>
              <a:t>Required activities</a:t>
            </a:r>
          </a:p>
          <a:p>
            <a:pPr lvl="2">
              <a:buFont typeface="Wingdings" panose="05000000000000000000" pitchFamily="2" charset="2"/>
              <a:buChar char="ü"/>
            </a:pPr>
            <a:r>
              <a:rPr lang="en-GB" dirty="0">
                <a:latin typeface="Corbel" panose="020B0503020204020204" pitchFamily="34" charset="0"/>
              </a:rPr>
              <a:t>Optional activities</a:t>
            </a:r>
          </a:p>
          <a:p>
            <a:pPr lvl="2">
              <a:buFont typeface="Wingdings" panose="05000000000000000000" pitchFamily="2" charset="2"/>
              <a:buChar char="ü"/>
            </a:pPr>
            <a:r>
              <a:rPr lang="en-GB" dirty="0" smtClean="0">
                <a:latin typeface="Corbel" panose="020B0503020204020204" pitchFamily="34" charset="0"/>
              </a:rPr>
              <a:t>Re-execute activities</a:t>
            </a:r>
          </a:p>
          <a:p>
            <a:pPr lvl="1"/>
            <a:r>
              <a:rPr lang="en-GB" dirty="0" smtClean="0">
                <a:latin typeface="Corbel" panose="020B0503020204020204" pitchFamily="34" charset="0"/>
              </a:rPr>
              <a:t>Process model are easy to read and communicate as compared to CMMN model</a:t>
            </a:r>
          </a:p>
          <a:p>
            <a:pPr lvl="1"/>
            <a:r>
              <a:rPr lang="en-GB" dirty="0" smtClean="0">
                <a:latin typeface="Corbel" panose="020B0503020204020204" pitchFamily="34" charset="0"/>
              </a:rPr>
              <a:t>Visualization of data access is very powerful</a:t>
            </a:r>
            <a:endParaRPr lang="en-GB" dirty="0">
              <a:latin typeface="Corbel" panose="020B0503020204020204" pitchFamily="34" charset="0"/>
            </a:endParaRPr>
          </a:p>
        </p:txBody>
      </p:sp>
      <p:sp>
        <p:nvSpPr>
          <p:cNvPr id="5" name="Title 1"/>
          <p:cNvSpPr txBox="1">
            <a:spLocks/>
          </p:cNvSpPr>
          <p:nvPr/>
        </p:nvSpPr>
        <p:spPr>
          <a:xfrm>
            <a:off x="1" y="264817"/>
            <a:ext cx="3048000" cy="727365"/>
          </a:xfrm>
          <a:prstGeom prst="rect">
            <a:avLst/>
          </a:prstGeom>
          <a:solidFill>
            <a:schemeClr val="tx1"/>
          </a:solid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00000"/>
              </a:lnSpc>
            </a:pPr>
            <a:r>
              <a:rPr lang="en-GB" sz="3200" dirty="0" smtClean="0">
                <a:solidFill>
                  <a:schemeClr val="bg1"/>
                </a:solidFill>
                <a:latin typeface="Corbel" panose="020B0503020204020204" pitchFamily="34" charset="0"/>
              </a:rPr>
              <a:t>Validation</a:t>
            </a:r>
            <a:endParaRPr lang="en-US" sz="3200" dirty="0">
              <a:solidFill>
                <a:schemeClr val="bg1"/>
              </a:solidFill>
              <a:latin typeface="Corbel" panose="020B0503020204020204" pitchFamily="34" charset="0"/>
            </a:endParaRPr>
          </a:p>
        </p:txBody>
      </p:sp>
      <p:sp>
        <p:nvSpPr>
          <p:cNvPr id="7" name="Rectangle 6"/>
          <p:cNvSpPr/>
          <p:nvPr/>
        </p:nvSpPr>
        <p:spPr>
          <a:xfrm>
            <a:off x="838200" y="979630"/>
            <a:ext cx="2085112" cy="461665"/>
          </a:xfrm>
          <a:prstGeom prst="rect">
            <a:avLst/>
          </a:prstGeom>
        </p:spPr>
        <p:txBody>
          <a:bodyPr wrap="square">
            <a:spAutoFit/>
          </a:bodyPr>
          <a:lstStyle/>
          <a:p>
            <a:r>
              <a:rPr lang="en-GB" sz="2400" b="1" dirty="0" smtClean="0">
                <a:latin typeface="Corbel" panose="020B0503020204020204" pitchFamily="34" charset="0"/>
              </a:rPr>
              <a:t>Comments</a:t>
            </a:r>
            <a:endParaRPr lang="en-US" b="1" dirty="0">
              <a:latin typeface="Corbel" panose="020B0503020204020204" pitchFamily="34" charset="0"/>
            </a:endParaRPr>
          </a:p>
        </p:txBody>
      </p:sp>
      <p:sp>
        <p:nvSpPr>
          <p:cNvPr id="2" name="Slide Number Placeholder 1"/>
          <p:cNvSpPr>
            <a:spLocks noGrp="1"/>
          </p:cNvSpPr>
          <p:nvPr>
            <p:ph type="sldNum" sz="quarter" idx="12"/>
          </p:nvPr>
        </p:nvSpPr>
        <p:spPr/>
        <p:txBody>
          <a:bodyPr/>
          <a:lstStyle/>
          <a:p>
            <a:fld id="{AD155357-0EC8-4929-AE33-1B32B4D567E3}" type="slidenum">
              <a:rPr lang="en-US" smtClean="0"/>
              <a:t>25</a:t>
            </a:fld>
            <a:endParaRPr lang="en-US"/>
          </a:p>
        </p:txBody>
      </p:sp>
    </p:spTree>
    <p:extLst>
      <p:ext uri="{BB962C8B-B14F-4D97-AF65-F5344CB8AC3E}">
        <p14:creationId xmlns:p14="http://schemas.microsoft.com/office/powerpoint/2010/main" val="135227047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GB" dirty="0" smtClean="0">
                <a:latin typeface="Corbel" panose="020B0503020204020204" pitchFamily="34" charset="0"/>
              </a:rPr>
              <a:t>Recommended changes in extended BPMN Construct</a:t>
            </a:r>
          </a:p>
          <a:p>
            <a:pPr lvl="1"/>
            <a:r>
              <a:rPr lang="en-GB" dirty="0" smtClean="0">
                <a:latin typeface="Corbel" panose="020B0503020204020204" pitchFamily="34" charset="0"/>
              </a:rPr>
              <a:t>Eliminate Required or Optional task</a:t>
            </a:r>
          </a:p>
          <a:p>
            <a:pPr lvl="1"/>
            <a:r>
              <a:rPr lang="en-GB" dirty="0" smtClean="0">
                <a:latin typeface="Corbel" panose="020B0503020204020204" pitchFamily="34" charset="0"/>
              </a:rPr>
              <a:t>Business rules representation might overcrowd the process model</a:t>
            </a:r>
          </a:p>
          <a:p>
            <a:pPr lvl="1"/>
            <a:r>
              <a:rPr lang="en-GB" dirty="0" smtClean="0">
                <a:latin typeface="Corbel" panose="020B0503020204020204" pitchFamily="34" charset="0"/>
              </a:rPr>
              <a:t>Modify the notations to improve readability</a:t>
            </a:r>
          </a:p>
          <a:p>
            <a:r>
              <a:rPr lang="en-GB" dirty="0" smtClean="0">
                <a:latin typeface="Corbel" panose="020B0503020204020204" pitchFamily="34" charset="0"/>
              </a:rPr>
              <a:t>Assist on use of Concepts</a:t>
            </a:r>
          </a:p>
          <a:p>
            <a:r>
              <a:rPr lang="en-GB" dirty="0" smtClean="0">
                <a:latin typeface="Corbel" panose="020B0503020204020204" pitchFamily="34" charset="0"/>
              </a:rPr>
              <a:t>Introduce BPMN Extended construct as a Modeling Level</a:t>
            </a:r>
          </a:p>
          <a:p>
            <a:endParaRPr lang="en-GB" dirty="0"/>
          </a:p>
        </p:txBody>
      </p:sp>
      <p:sp>
        <p:nvSpPr>
          <p:cNvPr id="5" name="Title 1"/>
          <p:cNvSpPr txBox="1">
            <a:spLocks/>
          </p:cNvSpPr>
          <p:nvPr/>
        </p:nvSpPr>
        <p:spPr>
          <a:xfrm>
            <a:off x="1" y="264817"/>
            <a:ext cx="3048000" cy="727365"/>
          </a:xfrm>
          <a:prstGeom prst="rect">
            <a:avLst/>
          </a:prstGeom>
          <a:solidFill>
            <a:schemeClr val="tx1"/>
          </a:solid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00000"/>
              </a:lnSpc>
            </a:pPr>
            <a:r>
              <a:rPr lang="en-GB" sz="3200" dirty="0" smtClean="0">
                <a:solidFill>
                  <a:schemeClr val="bg1"/>
                </a:solidFill>
                <a:latin typeface="Corbel" panose="020B0503020204020204" pitchFamily="34" charset="0"/>
              </a:rPr>
              <a:t>Validation</a:t>
            </a:r>
            <a:endParaRPr lang="en-US" sz="3200" dirty="0">
              <a:solidFill>
                <a:schemeClr val="bg1"/>
              </a:solidFill>
              <a:latin typeface="Corbel" panose="020B0503020204020204" pitchFamily="34" charset="0"/>
            </a:endParaRPr>
          </a:p>
        </p:txBody>
      </p:sp>
      <p:sp>
        <p:nvSpPr>
          <p:cNvPr id="7" name="Rectangle 6"/>
          <p:cNvSpPr/>
          <p:nvPr/>
        </p:nvSpPr>
        <p:spPr>
          <a:xfrm>
            <a:off x="838200" y="979630"/>
            <a:ext cx="2085112" cy="461665"/>
          </a:xfrm>
          <a:prstGeom prst="rect">
            <a:avLst/>
          </a:prstGeom>
        </p:spPr>
        <p:txBody>
          <a:bodyPr wrap="square">
            <a:spAutoFit/>
          </a:bodyPr>
          <a:lstStyle/>
          <a:p>
            <a:r>
              <a:rPr lang="en-GB" sz="2400" b="1" dirty="0" smtClean="0">
                <a:latin typeface="Corbel" panose="020B0503020204020204" pitchFamily="34" charset="0"/>
              </a:rPr>
              <a:t>Suggestions</a:t>
            </a:r>
            <a:endParaRPr lang="en-US" b="1" dirty="0">
              <a:latin typeface="Corbel" panose="020B0503020204020204" pitchFamily="34" charset="0"/>
            </a:endParaRPr>
          </a:p>
        </p:txBody>
      </p:sp>
      <p:sp>
        <p:nvSpPr>
          <p:cNvPr id="2" name="Slide Number Placeholder 1"/>
          <p:cNvSpPr>
            <a:spLocks noGrp="1"/>
          </p:cNvSpPr>
          <p:nvPr>
            <p:ph type="sldNum" sz="quarter" idx="12"/>
          </p:nvPr>
        </p:nvSpPr>
        <p:spPr/>
        <p:txBody>
          <a:bodyPr/>
          <a:lstStyle/>
          <a:p>
            <a:fld id="{AD155357-0EC8-4929-AE33-1B32B4D567E3}" type="slidenum">
              <a:rPr lang="en-US" smtClean="0"/>
              <a:t>26</a:t>
            </a:fld>
            <a:endParaRPr lang="en-US"/>
          </a:p>
        </p:txBody>
      </p:sp>
    </p:spTree>
    <p:extLst>
      <p:ext uri="{BB962C8B-B14F-4D97-AF65-F5344CB8AC3E}">
        <p14:creationId xmlns:p14="http://schemas.microsoft.com/office/powerpoint/2010/main" val="209969237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982642">
            <a:off x="1187472" y="-3730477"/>
            <a:ext cx="7106002" cy="13651482"/>
          </a:xfrm>
          <a:prstGeom prst="rect">
            <a:avLst/>
          </a:prstGeom>
        </p:spPr>
      </p:pic>
      <p:sp>
        <p:nvSpPr>
          <p:cNvPr id="6" name="TextBox 5"/>
          <p:cNvSpPr txBox="1"/>
          <p:nvPr/>
        </p:nvSpPr>
        <p:spPr>
          <a:xfrm>
            <a:off x="1081670" y="2451344"/>
            <a:ext cx="9671430" cy="784702"/>
          </a:xfrm>
          <a:prstGeom prst="rect">
            <a:avLst/>
          </a:prstGeom>
          <a:noFill/>
        </p:spPr>
        <p:txBody>
          <a:bodyPr wrap="square" rtlCol="0">
            <a:spAutoFit/>
          </a:bodyPr>
          <a:lstStyle/>
          <a:p>
            <a:pPr lvl="0"/>
            <a:r>
              <a:rPr lang="en-US" sz="4499" b="1" dirty="0">
                <a:solidFill>
                  <a:schemeClr val="bg1"/>
                </a:solidFill>
                <a:latin typeface="Arial" panose="020B0604020202020204" pitchFamily="34" charset="0"/>
                <a:cs typeface="Arial" panose="020B0604020202020204" pitchFamily="34" charset="0"/>
              </a:rPr>
              <a:t> </a:t>
            </a:r>
            <a:r>
              <a:rPr lang="en-US" sz="3600" dirty="0">
                <a:solidFill>
                  <a:schemeClr val="bg1"/>
                </a:solidFill>
                <a:latin typeface="Corbel" panose="020B0503020204020204" pitchFamily="34" charset="0"/>
                <a:cs typeface="Arial" panose="020B0604020202020204" pitchFamily="34" charset="0"/>
              </a:rPr>
              <a:t>Conclusions</a:t>
            </a:r>
          </a:p>
        </p:txBody>
      </p:sp>
      <p:pic>
        <p:nvPicPr>
          <p:cNvPr id="18" name="Picture 17">
            <a:hlinkClick r:id="" action="ppaction://noaction"/>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8045" y="6148828"/>
            <a:ext cx="1355139" cy="479239"/>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77428" y="2385581"/>
            <a:ext cx="7190655" cy="2596093"/>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70286" y="2464049"/>
            <a:ext cx="7190655" cy="2596094"/>
          </a:xfrm>
          <a:prstGeom prst="rect">
            <a:avLst/>
          </a:prstGeom>
        </p:spPr>
      </p:pic>
      <p:sp>
        <p:nvSpPr>
          <p:cNvPr id="2" name="Oval 1"/>
          <p:cNvSpPr/>
          <p:nvPr/>
        </p:nvSpPr>
        <p:spPr>
          <a:xfrm>
            <a:off x="7751570" y="4766350"/>
            <a:ext cx="206122" cy="206122"/>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10" name="Oval 9"/>
          <p:cNvSpPr/>
          <p:nvPr/>
        </p:nvSpPr>
        <p:spPr>
          <a:xfrm>
            <a:off x="7676557" y="4851640"/>
            <a:ext cx="107579" cy="107579"/>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11" name="Oval 10"/>
          <p:cNvSpPr/>
          <p:nvPr/>
        </p:nvSpPr>
        <p:spPr>
          <a:xfrm>
            <a:off x="7954757" y="3782696"/>
            <a:ext cx="195573" cy="195573"/>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12" name="Oval 11"/>
          <p:cNvSpPr/>
          <p:nvPr/>
        </p:nvSpPr>
        <p:spPr>
          <a:xfrm>
            <a:off x="9089271" y="3620051"/>
            <a:ext cx="142045" cy="142045"/>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13" name="Oval 12"/>
          <p:cNvSpPr/>
          <p:nvPr/>
        </p:nvSpPr>
        <p:spPr>
          <a:xfrm>
            <a:off x="10172609" y="3735026"/>
            <a:ext cx="142045" cy="142045"/>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 </a:t>
            </a:r>
            <a:endParaRPr lang="nl-NL" sz="1350" dirty="0"/>
          </a:p>
        </p:txBody>
      </p:sp>
      <p:sp>
        <p:nvSpPr>
          <p:cNvPr id="14" name="Oval 13"/>
          <p:cNvSpPr/>
          <p:nvPr/>
        </p:nvSpPr>
        <p:spPr>
          <a:xfrm>
            <a:off x="9461289" y="4084715"/>
            <a:ext cx="142045" cy="142045"/>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 </a:t>
            </a:r>
            <a:endParaRPr lang="nl-NL" sz="1350" dirty="0"/>
          </a:p>
        </p:txBody>
      </p:sp>
      <p:sp>
        <p:nvSpPr>
          <p:cNvPr id="15" name="Oval 14"/>
          <p:cNvSpPr/>
          <p:nvPr/>
        </p:nvSpPr>
        <p:spPr>
          <a:xfrm>
            <a:off x="9558520" y="4709595"/>
            <a:ext cx="142045" cy="142045"/>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 </a:t>
            </a:r>
            <a:endParaRPr lang="nl-NL" sz="1350" dirty="0"/>
          </a:p>
        </p:txBody>
      </p:sp>
      <p:sp>
        <p:nvSpPr>
          <p:cNvPr id="16" name="Oval 15"/>
          <p:cNvSpPr/>
          <p:nvPr/>
        </p:nvSpPr>
        <p:spPr>
          <a:xfrm>
            <a:off x="10584633" y="3914069"/>
            <a:ext cx="142045" cy="142045"/>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 </a:t>
            </a:r>
            <a:endParaRPr lang="nl-NL" sz="1350" dirty="0"/>
          </a:p>
        </p:txBody>
      </p:sp>
      <p:sp>
        <p:nvSpPr>
          <p:cNvPr id="17" name="Oval 16"/>
          <p:cNvSpPr/>
          <p:nvPr/>
        </p:nvSpPr>
        <p:spPr>
          <a:xfrm>
            <a:off x="11356362" y="2515762"/>
            <a:ext cx="142045" cy="142045"/>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 </a:t>
            </a:r>
            <a:endParaRPr lang="nl-NL" sz="1350" dirty="0"/>
          </a:p>
        </p:txBody>
      </p:sp>
      <p:sp>
        <p:nvSpPr>
          <p:cNvPr id="19" name="Oval 18">
            <a:hlinkClick r:id="" action="ppaction://noaction"/>
          </p:cNvPr>
          <p:cNvSpPr/>
          <p:nvPr/>
        </p:nvSpPr>
        <p:spPr>
          <a:xfrm>
            <a:off x="428178" y="2530381"/>
            <a:ext cx="643331" cy="643331"/>
          </a:xfrm>
          <a:prstGeom prst="ellipse">
            <a:avLst/>
          </a:prstGeom>
          <a:solidFill>
            <a:schemeClr val="tx1"/>
          </a:solidFill>
          <a:ln w="187325">
            <a:solidFill>
              <a:srgbClr val="21B24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20" name="Rectangle 19"/>
          <p:cNvSpPr/>
          <p:nvPr/>
        </p:nvSpPr>
        <p:spPr>
          <a:xfrm>
            <a:off x="650178" y="2702020"/>
            <a:ext cx="320922" cy="338554"/>
          </a:xfrm>
          <a:prstGeom prst="rect">
            <a:avLst/>
          </a:prstGeom>
        </p:spPr>
        <p:txBody>
          <a:bodyPr wrap="none">
            <a:spAutoFit/>
          </a:bodyPr>
          <a:lstStyle/>
          <a:p>
            <a:r>
              <a:rPr lang="en-US" sz="1600" b="1" dirty="0" smtClean="0">
                <a:solidFill>
                  <a:schemeClr val="bg1"/>
                </a:solidFill>
                <a:latin typeface="Arial Narrow" panose="020B0606020202030204" pitchFamily="34" charset="0"/>
              </a:rPr>
              <a:t>5</a:t>
            </a:r>
            <a:r>
              <a:rPr lang="en-US" sz="1500" dirty="0" smtClean="0">
                <a:solidFill>
                  <a:schemeClr val="bg1"/>
                </a:solidFill>
                <a:latin typeface="Arial Narrow" panose="020B0606020202030204" pitchFamily="34" charset="0"/>
              </a:rPr>
              <a:t>.</a:t>
            </a:r>
            <a:endParaRPr lang="en-US" sz="1500" dirty="0">
              <a:solidFill>
                <a:schemeClr val="bg1"/>
              </a:solidFill>
              <a:latin typeface="Arial Narrow" panose="020B0606020202030204" pitchFamily="34" charset="0"/>
            </a:endParaRPr>
          </a:p>
        </p:txBody>
      </p:sp>
      <p:pic>
        <p:nvPicPr>
          <p:cNvPr id="21" name="Picture 20" descr="BIZZ.png"/>
          <p:cNvPicPr>
            <a:picLocks noChangeAspect="1"/>
          </p:cNvPicPr>
          <p:nvPr/>
        </p:nvPicPr>
        <p:blipFill>
          <a:blip r:embed="rId6" cstate="print"/>
          <a:stretch>
            <a:fillRect/>
          </a:stretch>
        </p:blipFill>
        <p:spPr>
          <a:xfrm>
            <a:off x="140678" y="6428896"/>
            <a:ext cx="1920516" cy="360040"/>
          </a:xfrm>
          <a:prstGeom prst="rect">
            <a:avLst/>
          </a:prstGeom>
        </p:spPr>
      </p:pic>
      <p:sp>
        <p:nvSpPr>
          <p:cNvPr id="3" name="Slide Number Placeholder 2"/>
          <p:cNvSpPr>
            <a:spLocks noGrp="1"/>
          </p:cNvSpPr>
          <p:nvPr>
            <p:ph type="sldNum" sz="quarter" idx="12"/>
          </p:nvPr>
        </p:nvSpPr>
        <p:spPr/>
        <p:txBody>
          <a:bodyPr/>
          <a:lstStyle/>
          <a:p>
            <a:fld id="{AD155357-0EC8-4929-AE33-1B32B4D567E3}" type="slidenum">
              <a:rPr lang="en-US" smtClean="0"/>
              <a:t>27</a:t>
            </a:fld>
            <a:endParaRPr lang="en-US"/>
          </a:p>
        </p:txBody>
      </p:sp>
    </p:spTree>
    <p:extLst>
      <p:ext uri="{BB962C8B-B14F-4D97-AF65-F5344CB8AC3E}">
        <p14:creationId xmlns:p14="http://schemas.microsoft.com/office/powerpoint/2010/main" val="2845538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2" presetClass="entr" presetSubtype="12" accel="40000" decel="6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 calcmode="lin" valueType="num">
                                      <p:cBhvr additive="base">
                                        <p:cTn id="10" dur="500" fill="hold"/>
                                        <p:tgtEl>
                                          <p:spTgt spid="2"/>
                                        </p:tgtEl>
                                        <p:attrNameLst>
                                          <p:attrName>ppt_x</p:attrName>
                                        </p:attrNameLst>
                                      </p:cBhvr>
                                      <p:tavLst>
                                        <p:tav tm="0">
                                          <p:val>
                                            <p:strVal val="0-#ppt_w/2"/>
                                          </p:val>
                                        </p:tav>
                                        <p:tav tm="100000">
                                          <p:val>
                                            <p:strVal val="#ppt_x"/>
                                          </p:val>
                                        </p:tav>
                                      </p:tavLst>
                                    </p:anim>
                                    <p:anim calcmode="lin" valueType="num">
                                      <p:cBhvr additive="base">
                                        <p:cTn id="11" dur="500" fill="hold"/>
                                        <p:tgtEl>
                                          <p:spTgt spid="2"/>
                                        </p:tgtEl>
                                        <p:attrNameLst>
                                          <p:attrName>ppt_y</p:attrName>
                                        </p:attrNameLst>
                                      </p:cBhvr>
                                      <p:tavLst>
                                        <p:tav tm="0">
                                          <p:val>
                                            <p:strVal val="1+#ppt_h/2"/>
                                          </p:val>
                                        </p:tav>
                                        <p:tav tm="100000">
                                          <p:val>
                                            <p:strVal val="#ppt_y"/>
                                          </p:val>
                                        </p:tav>
                                      </p:tavLst>
                                    </p:anim>
                                  </p:childTnLst>
                                </p:cTn>
                              </p:par>
                              <p:par>
                                <p:cTn id="12" presetID="2" presetClass="entr" presetSubtype="4" accel="40000" decel="60000" fill="hold" grpId="0" nodeType="withEffect">
                                  <p:stCondLst>
                                    <p:cond delay="100"/>
                                  </p:stCondLst>
                                  <p:childTnLst>
                                    <p:set>
                                      <p:cBhvr>
                                        <p:cTn id="13" dur="1" fill="hold">
                                          <p:stCondLst>
                                            <p:cond delay="0"/>
                                          </p:stCondLst>
                                        </p:cTn>
                                        <p:tgtEl>
                                          <p:spTgt spid="10"/>
                                        </p:tgtEl>
                                        <p:attrNameLst>
                                          <p:attrName>style.visibility</p:attrName>
                                        </p:attrNameLst>
                                      </p:cBhvr>
                                      <p:to>
                                        <p:strVal val="visible"/>
                                      </p:to>
                                    </p:set>
                                    <p:anim calcmode="lin" valueType="num">
                                      <p:cBhvr additive="base">
                                        <p:cTn id="14" dur="500" fill="hold"/>
                                        <p:tgtEl>
                                          <p:spTgt spid="10"/>
                                        </p:tgtEl>
                                        <p:attrNameLst>
                                          <p:attrName>ppt_x</p:attrName>
                                        </p:attrNameLst>
                                      </p:cBhvr>
                                      <p:tavLst>
                                        <p:tav tm="0">
                                          <p:val>
                                            <p:strVal val="#ppt_x"/>
                                          </p:val>
                                        </p:tav>
                                        <p:tav tm="100000">
                                          <p:val>
                                            <p:strVal val="#ppt_x"/>
                                          </p:val>
                                        </p:tav>
                                      </p:tavLst>
                                    </p:anim>
                                    <p:anim calcmode="lin" valueType="num">
                                      <p:cBhvr additive="base">
                                        <p:cTn id="15" dur="500" fill="hold"/>
                                        <p:tgtEl>
                                          <p:spTgt spid="10"/>
                                        </p:tgtEl>
                                        <p:attrNameLst>
                                          <p:attrName>ppt_y</p:attrName>
                                        </p:attrNameLst>
                                      </p:cBhvr>
                                      <p:tavLst>
                                        <p:tav tm="0">
                                          <p:val>
                                            <p:strVal val="1+#ppt_h/2"/>
                                          </p:val>
                                        </p:tav>
                                        <p:tav tm="100000">
                                          <p:val>
                                            <p:strVal val="#ppt_y"/>
                                          </p:val>
                                        </p:tav>
                                      </p:tavLst>
                                    </p:anim>
                                  </p:childTnLst>
                                </p:cTn>
                              </p:par>
                              <p:par>
                                <p:cTn id="16" presetID="2" presetClass="entr" presetSubtype="9" accel="40000" decel="60000" fill="hold" grpId="0" nodeType="withEffect">
                                  <p:stCondLst>
                                    <p:cond delay="200"/>
                                  </p:stCondLst>
                                  <p:childTnLst>
                                    <p:set>
                                      <p:cBhvr>
                                        <p:cTn id="17" dur="1" fill="hold">
                                          <p:stCondLst>
                                            <p:cond delay="0"/>
                                          </p:stCondLst>
                                        </p:cTn>
                                        <p:tgtEl>
                                          <p:spTgt spid="11"/>
                                        </p:tgtEl>
                                        <p:attrNameLst>
                                          <p:attrName>style.visibility</p:attrName>
                                        </p:attrNameLst>
                                      </p:cBhvr>
                                      <p:to>
                                        <p:strVal val="visible"/>
                                      </p:to>
                                    </p:set>
                                    <p:anim calcmode="lin" valueType="num">
                                      <p:cBhvr additive="base">
                                        <p:cTn id="18" dur="500" fill="hold"/>
                                        <p:tgtEl>
                                          <p:spTgt spid="11"/>
                                        </p:tgtEl>
                                        <p:attrNameLst>
                                          <p:attrName>ppt_x</p:attrName>
                                        </p:attrNameLst>
                                      </p:cBhvr>
                                      <p:tavLst>
                                        <p:tav tm="0">
                                          <p:val>
                                            <p:strVal val="0-#ppt_w/2"/>
                                          </p:val>
                                        </p:tav>
                                        <p:tav tm="100000">
                                          <p:val>
                                            <p:strVal val="#ppt_x"/>
                                          </p:val>
                                        </p:tav>
                                      </p:tavLst>
                                    </p:anim>
                                    <p:anim calcmode="lin" valueType="num">
                                      <p:cBhvr additive="base">
                                        <p:cTn id="19" dur="500" fill="hold"/>
                                        <p:tgtEl>
                                          <p:spTgt spid="11"/>
                                        </p:tgtEl>
                                        <p:attrNameLst>
                                          <p:attrName>ppt_y</p:attrName>
                                        </p:attrNameLst>
                                      </p:cBhvr>
                                      <p:tavLst>
                                        <p:tav tm="0">
                                          <p:val>
                                            <p:strVal val="0-#ppt_h/2"/>
                                          </p:val>
                                        </p:tav>
                                        <p:tav tm="100000">
                                          <p:val>
                                            <p:strVal val="#ppt_y"/>
                                          </p:val>
                                        </p:tav>
                                      </p:tavLst>
                                    </p:anim>
                                  </p:childTnLst>
                                </p:cTn>
                              </p:par>
                              <p:par>
                                <p:cTn id="20" presetID="2" presetClass="entr" presetSubtype="1" accel="40000" decel="60000" fill="hold" grpId="0" nodeType="withEffect">
                                  <p:stCondLst>
                                    <p:cond delay="300"/>
                                  </p:stCondLst>
                                  <p:childTnLst>
                                    <p:set>
                                      <p:cBhvr>
                                        <p:cTn id="21" dur="1" fill="hold">
                                          <p:stCondLst>
                                            <p:cond delay="0"/>
                                          </p:stCondLst>
                                        </p:cTn>
                                        <p:tgtEl>
                                          <p:spTgt spid="12"/>
                                        </p:tgtEl>
                                        <p:attrNameLst>
                                          <p:attrName>style.visibility</p:attrName>
                                        </p:attrNameLst>
                                      </p:cBhvr>
                                      <p:to>
                                        <p:strVal val="visible"/>
                                      </p:to>
                                    </p:set>
                                    <p:anim calcmode="lin" valueType="num">
                                      <p:cBhvr additive="base">
                                        <p:cTn id="22" dur="500" fill="hold"/>
                                        <p:tgtEl>
                                          <p:spTgt spid="12"/>
                                        </p:tgtEl>
                                        <p:attrNameLst>
                                          <p:attrName>ppt_x</p:attrName>
                                        </p:attrNameLst>
                                      </p:cBhvr>
                                      <p:tavLst>
                                        <p:tav tm="0">
                                          <p:val>
                                            <p:strVal val="#ppt_x"/>
                                          </p:val>
                                        </p:tav>
                                        <p:tav tm="100000">
                                          <p:val>
                                            <p:strVal val="#ppt_x"/>
                                          </p:val>
                                        </p:tav>
                                      </p:tavLst>
                                    </p:anim>
                                    <p:anim calcmode="lin" valueType="num">
                                      <p:cBhvr additive="base">
                                        <p:cTn id="23" dur="500" fill="hold"/>
                                        <p:tgtEl>
                                          <p:spTgt spid="12"/>
                                        </p:tgtEl>
                                        <p:attrNameLst>
                                          <p:attrName>ppt_y</p:attrName>
                                        </p:attrNameLst>
                                      </p:cBhvr>
                                      <p:tavLst>
                                        <p:tav tm="0">
                                          <p:val>
                                            <p:strVal val="0-#ppt_h/2"/>
                                          </p:val>
                                        </p:tav>
                                        <p:tav tm="100000">
                                          <p:val>
                                            <p:strVal val="#ppt_y"/>
                                          </p:val>
                                        </p:tav>
                                      </p:tavLst>
                                    </p:anim>
                                  </p:childTnLst>
                                </p:cTn>
                              </p:par>
                              <p:par>
                                <p:cTn id="24" presetID="2" presetClass="entr" presetSubtype="3" accel="40000" decel="60000" fill="hold" grpId="0" nodeType="withEffect">
                                  <p:stCondLst>
                                    <p:cond delay="400"/>
                                  </p:stCondLst>
                                  <p:childTnLst>
                                    <p:set>
                                      <p:cBhvr>
                                        <p:cTn id="25" dur="1" fill="hold">
                                          <p:stCondLst>
                                            <p:cond delay="0"/>
                                          </p:stCondLst>
                                        </p:cTn>
                                        <p:tgtEl>
                                          <p:spTgt spid="13"/>
                                        </p:tgtEl>
                                        <p:attrNameLst>
                                          <p:attrName>style.visibility</p:attrName>
                                        </p:attrNameLst>
                                      </p:cBhvr>
                                      <p:to>
                                        <p:strVal val="visible"/>
                                      </p:to>
                                    </p:set>
                                    <p:anim calcmode="lin" valueType="num">
                                      <p:cBhvr additive="base">
                                        <p:cTn id="26" dur="500" fill="hold"/>
                                        <p:tgtEl>
                                          <p:spTgt spid="13"/>
                                        </p:tgtEl>
                                        <p:attrNameLst>
                                          <p:attrName>ppt_x</p:attrName>
                                        </p:attrNameLst>
                                      </p:cBhvr>
                                      <p:tavLst>
                                        <p:tav tm="0">
                                          <p:val>
                                            <p:strVal val="1+#ppt_w/2"/>
                                          </p:val>
                                        </p:tav>
                                        <p:tav tm="100000">
                                          <p:val>
                                            <p:strVal val="#ppt_x"/>
                                          </p:val>
                                        </p:tav>
                                      </p:tavLst>
                                    </p:anim>
                                    <p:anim calcmode="lin" valueType="num">
                                      <p:cBhvr additive="base">
                                        <p:cTn id="27" dur="500" fill="hold"/>
                                        <p:tgtEl>
                                          <p:spTgt spid="13"/>
                                        </p:tgtEl>
                                        <p:attrNameLst>
                                          <p:attrName>ppt_y</p:attrName>
                                        </p:attrNameLst>
                                      </p:cBhvr>
                                      <p:tavLst>
                                        <p:tav tm="0">
                                          <p:val>
                                            <p:strVal val="0-#ppt_h/2"/>
                                          </p:val>
                                        </p:tav>
                                        <p:tav tm="100000">
                                          <p:val>
                                            <p:strVal val="#ppt_y"/>
                                          </p:val>
                                        </p:tav>
                                      </p:tavLst>
                                    </p:anim>
                                  </p:childTnLst>
                                </p:cTn>
                              </p:par>
                              <p:par>
                                <p:cTn id="28" presetID="2" presetClass="entr" presetSubtype="6" accel="40000" decel="60000" fill="hold" grpId="0" nodeType="withEffect">
                                  <p:stCondLst>
                                    <p:cond delay="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500" fill="hold"/>
                                        <p:tgtEl>
                                          <p:spTgt spid="14"/>
                                        </p:tgtEl>
                                        <p:attrNameLst>
                                          <p:attrName>ppt_x</p:attrName>
                                        </p:attrNameLst>
                                      </p:cBhvr>
                                      <p:tavLst>
                                        <p:tav tm="0">
                                          <p:val>
                                            <p:strVal val="1+#ppt_w/2"/>
                                          </p:val>
                                        </p:tav>
                                        <p:tav tm="100000">
                                          <p:val>
                                            <p:strVal val="#ppt_x"/>
                                          </p:val>
                                        </p:tav>
                                      </p:tavLst>
                                    </p:anim>
                                    <p:anim calcmode="lin" valueType="num">
                                      <p:cBhvr additive="base">
                                        <p:cTn id="31" dur="500" fill="hold"/>
                                        <p:tgtEl>
                                          <p:spTgt spid="14"/>
                                        </p:tgtEl>
                                        <p:attrNameLst>
                                          <p:attrName>ppt_y</p:attrName>
                                        </p:attrNameLst>
                                      </p:cBhvr>
                                      <p:tavLst>
                                        <p:tav tm="0">
                                          <p:val>
                                            <p:strVal val="1+#ppt_h/2"/>
                                          </p:val>
                                        </p:tav>
                                        <p:tav tm="100000">
                                          <p:val>
                                            <p:strVal val="#ppt_y"/>
                                          </p:val>
                                        </p:tav>
                                      </p:tavLst>
                                    </p:anim>
                                  </p:childTnLst>
                                </p:cTn>
                              </p:par>
                              <p:par>
                                <p:cTn id="32" presetID="2" presetClass="entr" presetSubtype="12" accel="40000" decel="60000" fill="hold" grpId="0" nodeType="withEffect">
                                  <p:stCondLst>
                                    <p:cond delay="600"/>
                                  </p:stCondLst>
                                  <p:childTnLst>
                                    <p:set>
                                      <p:cBhvr>
                                        <p:cTn id="33" dur="1" fill="hold">
                                          <p:stCondLst>
                                            <p:cond delay="0"/>
                                          </p:stCondLst>
                                        </p:cTn>
                                        <p:tgtEl>
                                          <p:spTgt spid="15"/>
                                        </p:tgtEl>
                                        <p:attrNameLst>
                                          <p:attrName>style.visibility</p:attrName>
                                        </p:attrNameLst>
                                      </p:cBhvr>
                                      <p:to>
                                        <p:strVal val="visible"/>
                                      </p:to>
                                    </p:set>
                                    <p:anim calcmode="lin" valueType="num">
                                      <p:cBhvr additive="base">
                                        <p:cTn id="34" dur="500" fill="hold"/>
                                        <p:tgtEl>
                                          <p:spTgt spid="15"/>
                                        </p:tgtEl>
                                        <p:attrNameLst>
                                          <p:attrName>ppt_x</p:attrName>
                                        </p:attrNameLst>
                                      </p:cBhvr>
                                      <p:tavLst>
                                        <p:tav tm="0">
                                          <p:val>
                                            <p:strVal val="0-#ppt_w/2"/>
                                          </p:val>
                                        </p:tav>
                                        <p:tav tm="100000">
                                          <p:val>
                                            <p:strVal val="#ppt_x"/>
                                          </p:val>
                                        </p:tav>
                                      </p:tavLst>
                                    </p:anim>
                                    <p:anim calcmode="lin" valueType="num">
                                      <p:cBhvr additive="base">
                                        <p:cTn id="35" dur="500" fill="hold"/>
                                        <p:tgtEl>
                                          <p:spTgt spid="15"/>
                                        </p:tgtEl>
                                        <p:attrNameLst>
                                          <p:attrName>ppt_y</p:attrName>
                                        </p:attrNameLst>
                                      </p:cBhvr>
                                      <p:tavLst>
                                        <p:tav tm="0">
                                          <p:val>
                                            <p:strVal val="1+#ppt_h/2"/>
                                          </p:val>
                                        </p:tav>
                                        <p:tav tm="100000">
                                          <p:val>
                                            <p:strVal val="#ppt_y"/>
                                          </p:val>
                                        </p:tav>
                                      </p:tavLst>
                                    </p:anim>
                                  </p:childTnLst>
                                </p:cTn>
                              </p:par>
                              <p:par>
                                <p:cTn id="36" presetID="2" presetClass="entr" presetSubtype="2" accel="40000" decel="60000" fill="hold" grpId="0" nodeType="withEffect">
                                  <p:stCondLst>
                                    <p:cond delay="700"/>
                                  </p:stCondLst>
                                  <p:childTnLst>
                                    <p:set>
                                      <p:cBhvr>
                                        <p:cTn id="37" dur="1" fill="hold">
                                          <p:stCondLst>
                                            <p:cond delay="0"/>
                                          </p:stCondLst>
                                        </p:cTn>
                                        <p:tgtEl>
                                          <p:spTgt spid="16"/>
                                        </p:tgtEl>
                                        <p:attrNameLst>
                                          <p:attrName>style.visibility</p:attrName>
                                        </p:attrNameLst>
                                      </p:cBhvr>
                                      <p:to>
                                        <p:strVal val="visible"/>
                                      </p:to>
                                    </p:set>
                                    <p:anim calcmode="lin" valueType="num">
                                      <p:cBhvr additive="base">
                                        <p:cTn id="38" dur="500" fill="hold"/>
                                        <p:tgtEl>
                                          <p:spTgt spid="16"/>
                                        </p:tgtEl>
                                        <p:attrNameLst>
                                          <p:attrName>ppt_x</p:attrName>
                                        </p:attrNameLst>
                                      </p:cBhvr>
                                      <p:tavLst>
                                        <p:tav tm="0">
                                          <p:val>
                                            <p:strVal val="1+#ppt_w/2"/>
                                          </p:val>
                                        </p:tav>
                                        <p:tav tm="100000">
                                          <p:val>
                                            <p:strVal val="#ppt_x"/>
                                          </p:val>
                                        </p:tav>
                                      </p:tavLst>
                                    </p:anim>
                                    <p:anim calcmode="lin" valueType="num">
                                      <p:cBhvr additive="base">
                                        <p:cTn id="39" dur="500" fill="hold"/>
                                        <p:tgtEl>
                                          <p:spTgt spid="16"/>
                                        </p:tgtEl>
                                        <p:attrNameLst>
                                          <p:attrName>ppt_y</p:attrName>
                                        </p:attrNameLst>
                                      </p:cBhvr>
                                      <p:tavLst>
                                        <p:tav tm="0">
                                          <p:val>
                                            <p:strVal val="#ppt_y"/>
                                          </p:val>
                                        </p:tav>
                                        <p:tav tm="100000">
                                          <p:val>
                                            <p:strVal val="#ppt_y"/>
                                          </p:val>
                                        </p:tav>
                                      </p:tavLst>
                                    </p:anim>
                                  </p:childTnLst>
                                </p:cTn>
                              </p:par>
                              <p:par>
                                <p:cTn id="40" presetID="2" presetClass="entr" presetSubtype="2" accel="40000" decel="60000" fill="hold" grpId="0" nodeType="withEffect">
                                  <p:stCondLst>
                                    <p:cond delay="800"/>
                                  </p:stCondLst>
                                  <p:childTnLst>
                                    <p:set>
                                      <p:cBhvr>
                                        <p:cTn id="41" dur="1" fill="hold">
                                          <p:stCondLst>
                                            <p:cond delay="0"/>
                                          </p:stCondLst>
                                        </p:cTn>
                                        <p:tgtEl>
                                          <p:spTgt spid="17"/>
                                        </p:tgtEl>
                                        <p:attrNameLst>
                                          <p:attrName>style.visibility</p:attrName>
                                        </p:attrNameLst>
                                      </p:cBhvr>
                                      <p:to>
                                        <p:strVal val="visible"/>
                                      </p:to>
                                    </p:set>
                                    <p:anim calcmode="lin" valueType="num">
                                      <p:cBhvr additive="base">
                                        <p:cTn id="42" dur="500" fill="hold"/>
                                        <p:tgtEl>
                                          <p:spTgt spid="17"/>
                                        </p:tgtEl>
                                        <p:attrNameLst>
                                          <p:attrName>ppt_x</p:attrName>
                                        </p:attrNameLst>
                                      </p:cBhvr>
                                      <p:tavLst>
                                        <p:tav tm="0">
                                          <p:val>
                                            <p:strVal val="1+#ppt_w/2"/>
                                          </p:val>
                                        </p:tav>
                                        <p:tav tm="100000">
                                          <p:val>
                                            <p:strVal val="#ppt_x"/>
                                          </p:val>
                                        </p:tav>
                                      </p:tavLst>
                                    </p:anim>
                                    <p:anim calcmode="lin" valueType="num">
                                      <p:cBhvr additive="base">
                                        <p:cTn id="43" dur="500" fill="hold"/>
                                        <p:tgtEl>
                                          <p:spTgt spid="17"/>
                                        </p:tgtEl>
                                        <p:attrNameLst>
                                          <p:attrName>ppt_y</p:attrName>
                                        </p:attrNameLst>
                                      </p:cBhvr>
                                      <p:tavLst>
                                        <p:tav tm="0">
                                          <p:val>
                                            <p:strVal val="#ppt_y"/>
                                          </p:val>
                                        </p:tav>
                                        <p:tav tm="100000">
                                          <p:val>
                                            <p:strVal val="#ppt_y"/>
                                          </p:val>
                                        </p:tav>
                                      </p:tavLst>
                                    </p:anim>
                                  </p:childTnLst>
                                </p:cTn>
                              </p:par>
                              <p:par>
                                <p:cTn id="44" presetID="6" presetClass="entr" presetSubtype="32" fill="hold" nodeType="withEffect">
                                  <p:stCondLst>
                                    <p:cond delay="200"/>
                                  </p:stCondLst>
                                  <p:childTnLst>
                                    <p:set>
                                      <p:cBhvr>
                                        <p:cTn id="45" dur="1" fill="hold">
                                          <p:stCondLst>
                                            <p:cond delay="0"/>
                                          </p:stCondLst>
                                        </p:cTn>
                                        <p:tgtEl>
                                          <p:spTgt spid="9"/>
                                        </p:tgtEl>
                                        <p:attrNameLst>
                                          <p:attrName>style.visibility</p:attrName>
                                        </p:attrNameLst>
                                      </p:cBhvr>
                                      <p:to>
                                        <p:strVal val="visible"/>
                                      </p:to>
                                    </p:set>
                                    <p:animEffect transition="in" filter="circle(out)">
                                      <p:cBhvr>
                                        <p:cTn id="46" dur="1000"/>
                                        <p:tgtEl>
                                          <p:spTgt spid="9"/>
                                        </p:tgtEl>
                                      </p:cBhvr>
                                    </p:animEffect>
                                  </p:childTnLst>
                                </p:cTn>
                              </p:par>
                              <p:par>
                                <p:cTn id="47" presetID="50" presetClass="entr" presetSubtype="0" decel="100000" fill="hold" nodeType="withEffect">
                                  <p:stCondLst>
                                    <p:cond delay="200"/>
                                  </p:stCondLst>
                                  <p:childTnLst>
                                    <p:set>
                                      <p:cBhvr>
                                        <p:cTn id="48" dur="1" fill="hold">
                                          <p:stCondLst>
                                            <p:cond delay="0"/>
                                          </p:stCondLst>
                                        </p:cTn>
                                        <p:tgtEl>
                                          <p:spTgt spid="8"/>
                                        </p:tgtEl>
                                        <p:attrNameLst>
                                          <p:attrName>style.visibility</p:attrName>
                                        </p:attrNameLst>
                                      </p:cBhvr>
                                      <p:to>
                                        <p:strVal val="visible"/>
                                      </p:to>
                                    </p:set>
                                    <p:anim calcmode="lin" valueType="num">
                                      <p:cBhvr>
                                        <p:cTn id="49" dur="1000" fill="hold"/>
                                        <p:tgtEl>
                                          <p:spTgt spid="8"/>
                                        </p:tgtEl>
                                        <p:attrNameLst>
                                          <p:attrName>ppt_w</p:attrName>
                                        </p:attrNameLst>
                                      </p:cBhvr>
                                      <p:tavLst>
                                        <p:tav tm="0">
                                          <p:val>
                                            <p:strVal val="#ppt_w+.3"/>
                                          </p:val>
                                        </p:tav>
                                        <p:tav tm="100000">
                                          <p:val>
                                            <p:strVal val="#ppt_w"/>
                                          </p:val>
                                        </p:tav>
                                      </p:tavLst>
                                    </p:anim>
                                    <p:anim calcmode="lin" valueType="num">
                                      <p:cBhvr>
                                        <p:cTn id="50" dur="1000" fill="hold"/>
                                        <p:tgtEl>
                                          <p:spTgt spid="8"/>
                                        </p:tgtEl>
                                        <p:attrNameLst>
                                          <p:attrName>ppt_h</p:attrName>
                                        </p:attrNameLst>
                                      </p:cBhvr>
                                      <p:tavLst>
                                        <p:tav tm="0">
                                          <p:val>
                                            <p:strVal val="#ppt_h"/>
                                          </p:val>
                                        </p:tav>
                                        <p:tav tm="100000">
                                          <p:val>
                                            <p:strVal val="#ppt_h"/>
                                          </p:val>
                                        </p:tav>
                                      </p:tavLst>
                                    </p:anim>
                                    <p:animEffect transition="in" filter="fade">
                                      <p:cBhvr>
                                        <p:cTn id="51" dur="1000"/>
                                        <p:tgtEl>
                                          <p:spTgt spid="8"/>
                                        </p:tgtEl>
                                      </p:cBhvr>
                                    </p:animEffect>
                                  </p:childTnLst>
                                </p:cTn>
                              </p:par>
                              <p:par>
                                <p:cTn id="52" presetID="53" presetClass="entr" presetSubtype="16" fill="hold" grpId="0" nodeType="withEffect">
                                  <p:stCondLst>
                                    <p:cond delay="600"/>
                                  </p:stCondLst>
                                  <p:childTnLst>
                                    <p:set>
                                      <p:cBhvr>
                                        <p:cTn id="53" dur="1" fill="hold">
                                          <p:stCondLst>
                                            <p:cond delay="0"/>
                                          </p:stCondLst>
                                        </p:cTn>
                                        <p:tgtEl>
                                          <p:spTgt spid="19"/>
                                        </p:tgtEl>
                                        <p:attrNameLst>
                                          <p:attrName>style.visibility</p:attrName>
                                        </p:attrNameLst>
                                      </p:cBhvr>
                                      <p:to>
                                        <p:strVal val="visible"/>
                                      </p:to>
                                    </p:set>
                                    <p:anim calcmode="lin" valueType="num">
                                      <p:cBhvr>
                                        <p:cTn id="54" dur="500" fill="hold"/>
                                        <p:tgtEl>
                                          <p:spTgt spid="19"/>
                                        </p:tgtEl>
                                        <p:attrNameLst>
                                          <p:attrName>ppt_w</p:attrName>
                                        </p:attrNameLst>
                                      </p:cBhvr>
                                      <p:tavLst>
                                        <p:tav tm="0">
                                          <p:val>
                                            <p:fltVal val="0"/>
                                          </p:val>
                                        </p:tav>
                                        <p:tav tm="100000">
                                          <p:val>
                                            <p:strVal val="#ppt_w"/>
                                          </p:val>
                                        </p:tav>
                                      </p:tavLst>
                                    </p:anim>
                                    <p:anim calcmode="lin" valueType="num">
                                      <p:cBhvr>
                                        <p:cTn id="55" dur="500" fill="hold"/>
                                        <p:tgtEl>
                                          <p:spTgt spid="19"/>
                                        </p:tgtEl>
                                        <p:attrNameLst>
                                          <p:attrName>ppt_h</p:attrName>
                                        </p:attrNameLst>
                                      </p:cBhvr>
                                      <p:tavLst>
                                        <p:tav tm="0">
                                          <p:val>
                                            <p:fltVal val="0"/>
                                          </p:val>
                                        </p:tav>
                                        <p:tav tm="100000">
                                          <p:val>
                                            <p:strVal val="#ppt_h"/>
                                          </p:val>
                                        </p:tav>
                                      </p:tavLst>
                                    </p:anim>
                                    <p:animEffect transition="in" filter="fade">
                                      <p:cBhvr>
                                        <p:cTn id="56" dur="500"/>
                                        <p:tgtEl>
                                          <p:spTgt spid="19"/>
                                        </p:tgtEl>
                                      </p:cBhvr>
                                    </p:animEffect>
                                  </p:childTnLst>
                                </p:cTn>
                              </p:par>
                              <p:par>
                                <p:cTn id="57" presetID="10" presetClass="entr" presetSubtype="0" fill="hold" grpId="0" nodeType="withEffect">
                                  <p:stCondLst>
                                    <p:cond delay="80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animBg="1"/>
      <p:bldP spid="10" grpId="0" animBg="1"/>
      <p:bldP spid="11" grpId="0" animBg="1"/>
      <p:bldP spid="12" grpId="0" animBg="1"/>
      <p:bldP spid="13" grpId="0" animBg="1"/>
      <p:bldP spid="14" grpId="0" animBg="1"/>
      <p:bldP spid="15" grpId="0" animBg="1"/>
      <p:bldP spid="16" grpId="0" animBg="1"/>
      <p:bldP spid="17" grpId="0" animBg="1"/>
      <p:bldP spid="19" grpId="0" animBg="1"/>
      <p:bldP spid="2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86326" y="1456656"/>
            <a:ext cx="10515600" cy="4655385"/>
          </a:xfrm>
        </p:spPr>
        <p:txBody>
          <a:bodyPr>
            <a:normAutofit fontScale="92500" lnSpcReduction="20000"/>
          </a:bodyPr>
          <a:lstStyle/>
          <a:p>
            <a:r>
              <a:rPr lang="en-GB" dirty="0" smtClean="0">
                <a:latin typeface="Corbel" panose="020B0503020204020204" pitchFamily="34" charset="0"/>
              </a:rPr>
              <a:t>Unstructured business process require optimum level of representation on design-time</a:t>
            </a:r>
          </a:p>
          <a:p>
            <a:endParaRPr lang="en-GB" dirty="0" smtClean="0">
              <a:latin typeface="Corbel" panose="020B0503020204020204" pitchFamily="34" charset="0"/>
            </a:endParaRPr>
          </a:p>
          <a:p>
            <a:r>
              <a:rPr lang="en-GB" dirty="0" smtClean="0">
                <a:latin typeface="Corbel" panose="020B0503020204020204" pitchFamily="34" charset="0"/>
              </a:rPr>
              <a:t>BPMN and CMMN have certain modelling limitations with respect to unstructured business processes </a:t>
            </a:r>
          </a:p>
          <a:p>
            <a:endParaRPr lang="en-GB" dirty="0" smtClean="0">
              <a:latin typeface="Corbel" panose="020B0503020204020204" pitchFamily="34" charset="0"/>
            </a:endParaRPr>
          </a:p>
          <a:p>
            <a:r>
              <a:rPr lang="en-GB" dirty="0">
                <a:latin typeface="Corbel" panose="020B0503020204020204" pitchFamily="34" charset="0"/>
              </a:rPr>
              <a:t>In the future, a modelling language that fulfil the representation requirements can sufficiently model structured and unstructured process parts</a:t>
            </a:r>
          </a:p>
          <a:p>
            <a:endParaRPr lang="en-GB" dirty="0" smtClean="0">
              <a:latin typeface="Corbel" panose="020B0503020204020204" pitchFamily="34" charset="0"/>
            </a:endParaRPr>
          </a:p>
          <a:p>
            <a:r>
              <a:rPr lang="en-GB" dirty="0" smtClean="0">
                <a:latin typeface="Corbel" panose="020B0503020204020204" pitchFamily="34" charset="0"/>
              </a:rPr>
              <a:t>A process model with extended BPMN construct provides the optimum design-time definition as well as run-time flexibility</a:t>
            </a:r>
          </a:p>
          <a:p>
            <a:endParaRPr lang="en-GB" dirty="0" smtClean="0"/>
          </a:p>
          <a:p>
            <a:endParaRPr lang="en-GB" dirty="0"/>
          </a:p>
        </p:txBody>
      </p:sp>
      <p:sp>
        <p:nvSpPr>
          <p:cNvPr id="5" name="Title 1"/>
          <p:cNvSpPr txBox="1">
            <a:spLocks/>
          </p:cNvSpPr>
          <p:nvPr/>
        </p:nvSpPr>
        <p:spPr>
          <a:xfrm>
            <a:off x="1" y="264817"/>
            <a:ext cx="3048000" cy="727365"/>
          </a:xfrm>
          <a:prstGeom prst="rect">
            <a:avLst/>
          </a:prstGeom>
          <a:solidFill>
            <a:schemeClr val="tx1"/>
          </a:solid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00000"/>
              </a:lnSpc>
            </a:pPr>
            <a:r>
              <a:rPr lang="en-GB" sz="3200" dirty="0" smtClean="0">
                <a:solidFill>
                  <a:schemeClr val="bg1"/>
                </a:solidFill>
                <a:latin typeface="Corbel" panose="020B0503020204020204" pitchFamily="34" charset="0"/>
              </a:rPr>
              <a:t>Conclusions</a:t>
            </a:r>
            <a:endParaRPr lang="en-US" sz="3200" dirty="0">
              <a:solidFill>
                <a:schemeClr val="bg1"/>
              </a:solidFill>
              <a:latin typeface="Corbel" panose="020B0503020204020204" pitchFamily="34" charset="0"/>
            </a:endParaRPr>
          </a:p>
        </p:txBody>
      </p:sp>
      <p:sp>
        <p:nvSpPr>
          <p:cNvPr id="2" name="Slide Number Placeholder 1"/>
          <p:cNvSpPr>
            <a:spLocks noGrp="1"/>
          </p:cNvSpPr>
          <p:nvPr>
            <p:ph type="sldNum" sz="quarter" idx="12"/>
          </p:nvPr>
        </p:nvSpPr>
        <p:spPr/>
        <p:txBody>
          <a:bodyPr/>
          <a:lstStyle/>
          <a:p>
            <a:fld id="{AD155357-0EC8-4929-AE33-1B32B4D567E3}" type="slidenum">
              <a:rPr lang="en-US" smtClean="0"/>
              <a:t>28</a:t>
            </a:fld>
            <a:endParaRPr lang="en-US"/>
          </a:p>
        </p:txBody>
      </p:sp>
    </p:spTree>
    <p:extLst>
      <p:ext uri="{BB962C8B-B14F-4D97-AF65-F5344CB8AC3E}">
        <p14:creationId xmlns:p14="http://schemas.microsoft.com/office/powerpoint/2010/main" val="3885756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982642">
            <a:off x="1187472" y="-3730477"/>
            <a:ext cx="7106002" cy="13651482"/>
          </a:xfrm>
          <a:prstGeom prst="rect">
            <a:avLst/>
          </a:prstGeom>
        </p:spPr>
      </p:pic>
      <p:sp>
        <p:nvSpPr>
          <p:cNvPr id="6" name="TextBox 5"/>
          <p:cNvSpPr txBox="1"/>
          <p:nvPr/>
        </p:nvSpPr>
        <p:spPr>
          <a:xfrm>
            <a:off x="2714632" y="3130614"/>
            <a:ext cx="9671430" cy="2031069"/>
          </a:xfrm>
          <a:prstGeom prst="rect">
            <a:avLst/>
          </a:prstGeom>
          <a:noFill/>
        </p:spPr>
        <p:txBody>
          <a:bodyPr wrap="square" rtlCol="0">
            <a:spAutoFit/>
          </a:bodyPr>
          <a:lstStyle/>
          <a:p>
            <a:r>
              <a:rPr lang="en-US" sz="4499" b="1" dirty="0">
                <a:solidFill>
                  <a:schemeClr val="bg1"/>
                </a:solidFill>
                <a:latin typeface="Arial" panose="020B0604020202020204" pitchFamily="34" charset="0"/>
                <a:cs typeface="Arial" panose="020B0604020202020204" pitchFamily="34" charset="0"/>
              </a:rPr>
              <a:t> </a:t>
            </a:r>
            <a:r>
              <a:rPr lang="en-US" sz="4000" dirty="0" smtClean="0">
                <a:solidFill>
                  <a:schemeClr val="bg1"/>
                </a:solidFill>
                <a:latin typeface="Corbel" panose="020B0503020204020204" pitchFamily="34" charset="0"/>
                <a:cs typeface="Arial" panose="020B0604020202020204" pitchFamily="34" charset="0"/>
              </a:rPr>
              <a:t>Questions? </a:t>
            </a:r>
            <a:endParaRPr lang="en-US" sz="3600" dirty="0">
              <a:solidFill>
                <a:schemeClr val="bg1"/>
              </a:solidFill>
              <a:latin typeface="Corbel" panose="020B0503020204020204" pitchFamily="34" charset="0"/>
              <a:cs typeface="Arial" panose="020B0604020202020204" pitchFamily="34" charset="0"/>
            </a:endParaRPr>
          </a:p>
          <a:p>
            <a:pPr lvl="0"/>
            <a:endParaRPr lang="en-US" sz="3600" dirty="0">
              <a:solidFill>
                <a:schemeClr val="bg1"/>
              </a:solidFill>
              <a:latin typeface="Corbel" panose="020B0503020204020204" pitchFamily="34" charset="0"/>
              <a:cs typeface="Arial" panose="020B0604020202020204" pitchFamily="34" charset="0"/>
            </a:endParaRPr>
          </a:p>
          <a:p>
            <a:endParaRPr lang="en-US" sz="4499" b="1" dirty="0">
              <a:solidFill>
                <a:schemeClr val="bg1"/>
              </a:solidFill>
              <a:latin typeface="Corbel" panose="020B0503020204020204" pitchFamily="34" charset="0"/>
              <a:cs typeface="Arial" panose="020B0604020202020204" pitchFamily="34" charset="0"/>
            </a:endParaRPr>
          </a:p>
        </p:txBody>
      </p:sp>
      <p:pic>
        <p:nvPicPr>
          <p:cNvPr id="18" name="Picture 17">
            <a:hlinkClick r:id="" action="ppaction://noaction"/>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8045" y="6148828"/>
            <a:ext cx="1355139" cy="479239"/>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77428" y="2385581"/>
            <a:ext cx="7190655" cy="2596093"/>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89306" y="2745599"/>
            <a:ext cx="7190655" cy="2596094"/>
          </a:xfrm>
          <a:prstGeom prst="rect">
            <a:avLst/>
          </a:prstGeom>
        </p:spPr>
      </p:pic>
      <p:sp>
        <p:nvSpPr>
          <p:cNvPr id="2" name="Oval 1"/>
          <p:cNvSpPr/>
          <p:nvPr/>
        </p:nvSpPr>
        <p:spPr>
          <a:xfrm>
            <a:off x="7751570" y="4766350"/>
            <a:ext cx="206122" cy="206122"/>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10" name="Oval 9"/>
          <p:cNvSpPr/>
          <p:nvPr/>
        </p:nvSpPr>
        <p:spPr>
          <a:xfrm>
            <a:off x="7676557" y="4851640"/>
            <a:ext cx="107579" cy="107579"/>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11" name="Oval 10"/>
          <p:cNvSpPr/>
          <p:nvPr/>
        </p:nvSpPr>
        <p:spPr>
          <a:xfrm>
            <a:off x="7954757" y="3782696"/>
            <a:ext cx="195573" cy="195573"/>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12" name="Oval 11"/>
          <p:cNvSpPr/>
          <p:nvPr/>
        </p:nvSpPr>
        <p:spPr>
          <a:xfrm>
            <a:off x="9089271" y="3620051"/>
            <a:ext cx="142045" cy="142045"/>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13" name="Oval 12"/>
          <p:cNvSpPr/>
          <p:nvPr/>
        </p:nvSpPr>
        <p:spPr>
          <a:xfrm>
            <a:off x="10172609" y="3735026"/>
            <a:ext cx="142045" cy="142045"/>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 </a:t>
            </a:r>
            <a:endParaRPr lang="nl-NL" sz="1350" dirty="0"/>
          </a:p>
        </p:txBody>
      </p:sp>
      <p:sp>
        <p:nvSpPr>
          <p:cNvPr id="14" name="Oval 13"/>
          <p:cNvSpPr/>
          <p:nvPr/>
        </p:nvSpPr>
        <p:spPr>
          <a:xfrm>
            <a:off x="9461289" y="4084715"/>
            <a:ext cx="142045" cy="142045"/>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 </a:t>
            </a:r>
            <a:endParaRPr lang="nl-NL" sz="1350" dirty="0"/>
          </a:p>
        </p:txBody>
      </p:sp>
      <p:sp>
        <p:nvSpPr>
          <p:cNvPr id="15" name="Oval 14"/>
          <p:cNvSpPr/>
          <p:nvPr/>
        </p:nvSpPr>
        <p:spPr>
          <a:xfrm>
            <a:off x="9558520" y="4709595"/>
            <a:ext cx="142045" cy="142045"/>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 </a:t>
            </a:r>
            <a:endParaRPr lang="nl-NL" sz="1350" dirty="0"/>
          </a:p>
        </p:txBody>
      </p:sp>
      <p:sp>
        <p:nvSpPr>
          <p:cNvPr id="16" name="Oval 15"/>
          <p:cNvSpPr/>
          <p:nvPr/>
        </p:nvSpPr>
        <p:spPr>
          <a:xfrm>
            <a:off x="10584633" y="3914069"/>
            <a:ext cx="142045" cy="142045"/>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 </a:t>
            </a:r>
            <a:endParaRPr lang="nl-NL" sz="1350" dirty="0"/>
          </a:p>
        </p:txBody>
      </p:sp>
      <p:sp>
        <p:nvSpPr>
          <p:cNvPr id="17" name="Oval 16"/>
          <p:cNvSpPr/>
          <p:nvPr/>
        </p:nvSpPr>
        <p:spPr>
          <a:xfrm>
            <a:off x="11356362" y="2515762"/>
            <a:ext cx="142045" cy="142045"/>
          </a:xfrm>
          <a:prstGeom prst="ellipse">
            <a:avLst/>
          </a:prstGeom>
          <a:solidFill>
            <a:srgbClr val="00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 </a:t>
            </a:r>
            <a:endParaRPr lang="nl-NL" sz="1350" dirty="0"/>
          </a:p>
        </p:txBody>
      </p:sp>
      <p:pic>
        <p:nvPicPr>
          <p:cNvPr id="19" name="Picture 18" descr="BIZZ.png"/>
          <p:cNvPicPr>
            <a:picLocks noChangeAspect="1"/>
          </p:cNvPicPr>
          <p:nvPr/>
        </p:nvPicPr>
        <p:blipFill>
          <a:blip r:embed="rId6" cstate="print"/>
          <a:stretch>
            <a:fillRect/>
          </a:stretch>
        </p:blipFill>
        <p:spPr>
          <a:xfrm>
            <a:off x="140678" y="6428896"/>
            <a:ext cx="1920516" cy="360040"/>
          </a:xfrm>
          <a:prstGeom prst="rect">
            <a:avLst/>
          </a:prstGeom>
        </p:spPr>
      </p:pic>
      <p:graphicFrame>
        <p:nvGraphicFramePr>
          <p:cNvPr id="20" name="Table 19"/>
          <p:cNvGraphicFramePr>
            <a:graphicFrameLocks noGrp="1"/>
          </p:cNvGraphicFramePr>
          <p:nvPr>
            <p:extLst>
              <p:ext uri="{D42A27DB-BD31-4B8C-83A1-F6EECF244321}">
                <p14:modId xmlns:p14="http://schemas.microsoft.com/office/powerpoint/2010/main" val="1835653196"/>
              </p:ext>
            </p:extLst>
          </p:nvPr>
        </p:nvGraphicFramePr>
        <p:xfrm>
          <a:off x="779596" y="5363405"/>
          <a:ext cx="3374388" cy="1107440"/>
        </p:xfrm>
        <a:graphic>
          <a:graphicData uri="http://schemas.openxmlformats.org/drawingml/2006/table">
            <a:tbl>
              <a:tblPr firstRow="1" bandRow="1">
                <a:tableStyleId>{2D5ABB26-0587-4C30-8999-92F81FD0307C}</a:tableStyleId>
              </a:tblPr>
              <a:tblGrid>
                <a:gridCol w="548125">
                  <a:extLst>
                    <a:ext uri="{9D8B030D-6E8A-4147-A177-3AD203B41FA5}">
                      <a16:colId xmlns:a16="http://schemas.microsoft.com/office/drawing/2014/main" val="2063357189"/>
                    </a:ext>
                  </a:extLst>
                </a:gridCol>
                <a:gridCol w="2826263">
                  <a:extLst>
                    <a:ext uri="{9D8B030D-6E8A-4147-A177-3AD203B41FA5}">
                      <a16:colId xmlns:a16="http://schemas.microsoft.com/office/drawing/2014/main" val="3319756255"/>
                    </a:ext>
                  </a:extLst>
                </a:gridCol>
              </a:tblGrid>
              <a:tr h="0">
                <a:tc>
                  <a:txBody>
                    <a:bodyPr/>
                    <a:lstStyle/>
                    <a:p>
                      <a:endParaRPr lang="en-US" dirty="0"/>
                    </a:p>
                  </a:txBody>
                  <a:tcP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chemeClr val="bg1"/>
                          </a:solidFill>
                          <a:latin typeface="Segoe UI Light" panose="020B0502040204020203" pitchFamily="34" charset="0"/>
                          <a:cs typeface="Segoe UI Light" panose="020B0502040204020203" pitchFamily="34" charset="0"/>
                        </a:rPr>
                        <a:t>@</a:t>
                      </a:r>
                      <a:r>
                        <a:rPr lang="en-US" sz="1600" dirty="0" err="1" smtClean="0">
                          <a:solidFill>
                            <a:schemeClr val="bg1"/>
                          </a:solidFill>
                          <a:latin typeface="Segoe UI Light" panose="020B0502040204020203" pitchFamily="34" charset="0"/>
                          <a:cs typeface="Segoe UI Light" panose="020B0502040204020203" pitchFamily="34" charset="0"/>
                        </a:rPr>
                        <a:t>BukhshZaharah</a:t>
                      </a:r>
                      <a:endParaRPr lang="en-US" sz="1600" dirty="0" smtClean="0">
                        <a:solidFill>
                          <a:schemeClr val="bg1"/>
                        </a:solidFill>
                        <a:latin typeface="Segoe UI Light" panose="020B0502040204020203" pitchFamily="34" charset="0"/>
                        <a:cs typeface="Segoe UI Light" panose="020B0502040204020203" pitchFamily="34" charset="0"/>
                      </a:endParaRPr>
                    </a:p>
                  </a:txBody>
                  <a:tcPr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290622945"/>
                  </a:ext>
                </a:extLst>
              </a:tr>
              <a:tr h="370840">
                <a:tc>
                  <a:txBody>
                    <a:bodyPr/>
                    <a:lstStyle/>
                    <a:p>
                      <a:endParaRPr lang="en-US" dirty="0"/>
                    </a:p>
                  </a:txBody>
                  <a:tcP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chemeClr val="bg1"/>
                          </a:solidFill>
                          <a:latin typeface="Segoe UI Light" panose="020B0502040204020203" pitchFamily="34" charset="0"/>
                          <a:cs typeface="Segoe UI Light" panose="020B0502040204020203" pitchFamily="34" charset="0"/>
                        </a:rPr>
                        <a:t>z.allahbukhsh@utwente.nl</a:t>
                      </a:r>
                    </a:p>
                  </a:txBody>
                  <a:tcPr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064262986"/>
                  </a:ext>
                </a:extLst>
              </a:tr>
              <a:tr h="370840">
                <a:tc>
                  <a:txBody>
                    <a:bodyPr/>
                    <a:lstStyle/>
                    <a:p>
                      <a:endParaRPr lang="en-US" dirty="0"/>
                    </a:p>
                  </a:txBody>
                  <a:tcPr>
                    <a:lnL>
                      <a:noFill/>
                    </a:lnL>
                    <a:lnR>
                      <a:noFill/>
                    </a:lnR>
                    <a:lnT>
                      <a:noFill/>
                    </a:lnT>
                    <a:lnB>
                      <a:noFill/>
                    </a:lnB>
                    <a:lnTlToBr w="12700" cmpd="sng">
                      <a:noFill/>
                      <a:prstDash val="solid"/>
                    </a:lnTlToBr>
                    <a:lnBlToTr w="12700" cmpd="sng">
                      <a:noFill/>
                      <a:prstDash val="solid"/>
                    </a:lnBlToTr>
                  </a:tcPr>
                </a:tc>
                <a:tc>
                  <a:txBody>
                    <a:bodyPr/>
                    <a:lstStyle/>
                    <a:p>
                      <a:endParaRPr lang="en-US" sz="1400" dirty="0">
                        <a:solidFill>
                          <a:schemeClr val="tx1">
                            <a:lumMod val="75000"/>
                            <a:lumOff val="25000"/>
                          </a:schemeClr>
                        </a:solidFill>
                        <a:latin typeface="Segoe UI Light" panose="020B0502040204020203" pitchFamily="34" charset="0"/>
                        <a:cs typeface="Segoe UI Light" panose="020B0502040204020203" pitchFamily="34" charset="0"/>
                      </a:endParaRPr>
                    </a:p>
                  </a:txBody>
                  <a:tcPr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568826908"/>
                  </a:ext>
                </a:extLst>
              </a:tr>
            </a:tbl>
          </a:graphicData>
        </a:graphic>
      </p:graphicFrame>
      <p:pic>
        <p:nvPicPr>
          <p:cNvPr id="21" name="Picture 20"/>
          <p:cNvPicPr>
            <a:picLocks noChangeAspect="1"/>
          </p:cNvPicPr>
          <p:nvPr/>
        </p:nvPicPr>
        <p:blipFill>
          <a:blip r:embed="rId7"/>
          <a:stretch>
            <a:fillRect/>
          </a:stretch>
        </p:blipFill>
        <p:spPr>
          <a:xfrm>
            <a:off x="1085676" y="5441437"/>
            <a:ext cx="223520" cy="182880"/>
          </a:xfrm>
          <a:prstGeom prst="rect">
            <a:avLst/>
          </a:prstGeom>
        </p:spPr>
      </p:pic>
      <p:pic>
        <p:nvPicPr>
          <p:cNvPr id="23" name="Picture 2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85676" y="5848545"/>
            <a:ext cx="191834" cy="137160"/>
          </a:xfrm>
          <a:prstGeom prst="rect">
            <a:avLst/>
          </a:prstGeom>
          <a:solidFill>
            <a:schemeClr val="bg1"/>
          </a:solidFill>
        </p:spPr>
      </p:pic>
      <p:sp>
        <p:nvSpPr>
          <p:cNvPr id="3" name="Slide Number Placeholder 2"/>
          <p:cNvSpPr>
            <a:spLocks noGrp="1"/>
          </p:cNvSpPr>
          <p:nvPr>
            <p:ph type="sldNum" sz="quarter" idx="12"/>
          </p:nvPr>
        </p:nvSpPr>
        <p:spPr/>
        <p:txBody>
          <a:bodyPr/>
          <a:lstStyle/>
          <a:p>
            <a:fld id="{AD155357-0EC8-4929-AE33-1B32B4D567E3}" type="slidenum">
              <a:rPr lang="en-US" smtClean="0"/>
              <a:t>29</a:t>
            </a:fld>
            <a:endParaRPr lang="en-US"/>
          </a:p>
        </p:txBody>
      </p:sp>
    </p:spTree>
    <p:extLst>
      <p:ext uri="{BB962C8B-B14F-4D97-AF65-F5344CB8AC3E}">
        <p14:creationId xmlns:p14="http://schemas.microsoft.com/office/powerpoint/2010/main" val="2079959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2" presetClass="entr" presetSubtype="12" accel="40000" decel="6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 calcmode="lin" valueType="num">
                                      <p:cBhvr additive="base">
                                        <p:cTn id="10" dur="500" fill="hold"/>
                                        <p:tgtEl>
                                          <p:spTgt spid="2"/>
                                        </p:tgtEl>
                                        <p:attrNameLst>
                                          <p:attrName>ppt_x</p:attrName>
                                        </p:attrNameLst>
                                      </p:cBhvr>
                                      <p:tavLst>
                                        <p:tav tm="0">
                                          <p:val>
                                            <p:strVal val="0-#ppt_w/2"/>
                                          </p:val>
                                        </p:tav>
                                        <p:tav tm="100000">
                                          <p:val>
                                            <p:strVal val="#ppt_x"/>
                                          </p:val>
                                        </p:tav>
                                      </p:tavLst>
                                    </p:anim>
                                    <p:anim calcmode="lin" valueType="num">
                                      <p:cBhvr additive="base">
                                        <p:cTn id="11" dur="500" fill="hold"/>
                                        <p:tgtEl>
                                          <p:spTgt spid="2"/>
                                        </p:tgtEl>
                                        <p:attrNameLst>
                                          <p:attrName>ppt_y</p:attrName>
                                        </p:attrNameLst>
                                      </p:cBhvr>
                                      <p:tavLst>
                                        <p:tav tm="0">
                                          <p:val>
                                            <p:strVal val="1+#ppt_h/2"/>
                                          </p:val>
                                        </p:tav>
                                        <p:tav tm="100000">
                                          <p:val>
                                            <p:strVal val="#ppt_y"/>
                                          </p:val>
                                        </p:tav>
                                      </p:tavLst>
                                    </p:anim>
                                  </p:childTnLst>
                                </p:cTn>
                              </p:par>
                              <p:par>
                                <p:cTn id="12" presetID="2" presetClass="entr" presetSubtype="4" accel="40000" decel="60000" fill="hold" grpId="0" nodeType="withEffect">
                                  <p:stCondLst>
                                    <p:cond delay="100"/>
                                  </p:stCondLst>
                                  <p:childTnLst>
                                    <p:set>
                                      <p:cBhvr>
                                        <p:cTn id="13" dur="1" fill="hold">
                                          <p:stCondLst>
                                            <p:cond delay="0"/>
                                          </p:stCondLst>
                                        </p:cTn>
                                        <p:tgtEl>
                                          <p:spTgt spid="10"/>
                                        </p:tgtEl>
                                        <p:attrNameLst>
                                          <p:attrName>style.visibility</p:attrName>
                                        </p:attrNameLst>
                                      </p:cBhvr>
                                      <p:to>
                                        <p:strVal val="visible"/>
                                      </p:to>
                                    </p:set>
                                    <p:anim calcmode="lin" valueType="num">
                                      <p:cBhvr additive="base">
                                        <p:cTn id="14" dur="500" fill="hold"/>
                                        <p:tgtEl>
                                          <p:spTgt spid="10"/>
                                        </p:tgtEl>
                                        <p:attrNameLst>
                                          <p:attrName>ppt_x</p:attrName>
                                        </p:attrNameLst>
                                      </p:cBhvr>
                                      <p:tavLst>
                                        <p:tav tm="0">
                                          <p:val>
                                            <p:strVal val="#ppt_x"/>
                                          </p:val>
                                        </p:tav>
                                        <p:tav tm="100000">
                                          <p:val>
                                            <p:strVal val="#ppt_x"/>
                                          </p:val>
                                        </p:tav>
                                      </p:tavLst>
                                    </p:anim>
                                    <p:anim calcmode="lin" valueType="num">
                                      <p:cBhvr additive="base">
                                        <p:cTn id="15" dur="500" fill="hold"/>
                                        <p:tgtEl>
                                          <p:spTgt spid="10"/>
                                        </p:tgtEl>
                                        <p:attrNameLst>
                                          <p:attrName>ppt_y</p:attrName>
                                        </p:attrNameLst>
                                      </p:cBhvr>
                                      <p:tavLst>
                                        <p:tav tm="0">
                                          <p:val>
                                            <p:strVal val="1+#ppt_h/2"/>
                                          </p:val>
                                        </p:tav>
                                        <p:tav tm="100000">
                                          <p:val>
                                            <p:strVal val="#ppt_y"/>
                                          </p:val>
                                        </p:tav>
                                      </p:tavLst>
                                    </p:anim>
                                  </p:childTnLst>
                                </p:cTn>
                              </p:par>
                              <p:par>
                                <p:cTn id="16" presetID="2" presetClass="entr" presetSubtype="9" accel="40000" decel="60000" fill="hold" grpId="0" nodeType="withEffect">
                                  <p:stCondLst>
                                    <p:cond delay="200"/>
                                  </p:stCondLst>
                                  <p:childTnLst>
                                    <p:set>
                                      <p:cBhvr>
                                        <p:cTn id="17" dur="1" fill="hold">
                                          <p:stCondLst>
                                            <p:cond delay="0"/>
                                          </p:stCondLst>
                                        </p:cTn>
                                        <p:tgtEl>
                                          <p:spTgt spid="11"/>
                                        </p:tgtEl>
                                        <p:attrNameLst>
                                          <p:attrName>style.visibility</p:attrName>
                                        </p:attrNameLst>
                                      </p:cBhvr>
                                      <p:to>
                                        <p:strVal val="visible"/>
                                      </p:to>
                                    </p:set>
                                    <p:anim calcmode="lin" valueType="num">
                                      <p:cBhvr additive="base">
                                        <p:cTn id="18" dur="500" fill="hold"/>
                                        <p:tgtEl>
                                          <p:spTgt spid="11"/>
                                        </p:tgtEl>
                                        <p:attrNameLst>
                                          <p:attrName>ppt_x</p:attrName>
                                        </p:attrNameLst>
                                      </p:cBhvr>
                                      <p:tavLst>
                                        <p:tav tm="0">
                                          <p:val>
                                            <p:strVal val="0-#ppt_w/2"/>
                                          </p:val>
                                        </p:tav>
                                        <p:tav tm="100000">
                                          <p:val>
                                            <p:strVal val="#ppt_x"/>
                                          </p:val>
                                        </p:tav>
                                      </p:tavLst>
                                    </p:anim>
                                    <p:anim calcmode="lin" valueType="num">
                                      <p:cBhvr additive="base">
                                        <p:cTn id="19" dur="500" fill="hold"/>
                                        <p:tgtEl>
                                          <p:spTgt spid="11"/>
                                        </p:tgtEl>
                                        <p:attrNameLst>
                                          <p:attrName>ppt_y</p:attrName>
                                        </p:attrNameLst>
                                      </p:cBhvr>
                                      <p:tavLst>
                                        <p:tav tm="0">
                                          <p:val>
                                            <p:strVal val="0-#ppt_h/2"/>
                                          </p:val>
                                        </p:tav>
                                        <p:tav tm="100000">
                                          <p:val>
                                            <p:strVal val="#ppt_y"/>
                                          </p:val>
                                        </p:tav>
                                      </p:tavLst>
                                    </p:anim>
                                  </p:childTnLst>
                                </p:cTn>
                              </p:par>
                              <p:par>
                                <p:cTn id="20" presetID="2" presetClass="entr" presetSubtype="1" accel="40000" decel="60000" fill="hold" grpId="0" nodeType="withEffect">
                                  <p:stCondLst>
                                    <p:cond delay="300"/>
                                  </p:stCondLst>
                                  <p:childTnLst>
                                    <p:set>
                                      <p:cBhvr>
                                        <p:cTn id="21" dur="1" fill="hold">
                                          <p:stCondLst>
                                            <p:cond delay="0"/>
                                          </p:stCondLst>
                                        </p:cTn>
                                        <p:tgtEl>
                                          <p:spTgt spid="12"/>
                                        </p:tgtEl>
                                        <p:attrNameLst>
                                          <p:attrName>style.visibility</p:attrName>
                                        </p:attrNameLst>
                                      </p:cBhvr>
                                      <p:to>
                                        <p:strVal val="visible"/>
                                      </p:to>
                                    </p:set>
                                    <p:anim calcmode="lin" valueType="num">
                                      <p:cBhvr additive="base">
                                        <p:cTn id="22" dur="500" fill="hold"/>
                                        <p:tgtEl>
                                          <p:spTgt spid="12"/>
                                        </p:tgtEl>
                                        <p:attrNameLst>
                                          <p:attrName>ppt_x</p:attrName>
                                        </p:attrNameLst>
                                      </p:cBhvr>
                                      <p:tavLst>
                                        <p:tav tm="0">
                                          <p:val>
                                            <p:strVal val="#ppt_x"/>
                                          </p:val>
                                        </p:tav>
                                        <p:tav tm="100000">
                                          <p:val>
                                            <p:strVal val="#ppt_x"/>
                                          </p:val>
                                        </p:tav>
                                      </p:tavLst>
                                    </p:anim>
                                    <p:anim calcmode="lin" valueType="num">
                                      <p:cBhvr additive="base">
                                        <p:cTn id="23" dur="500" fill="hold"/>
                                        <p:tgtEl>
                                          <p:spTgt spid="12"/>
                                        </p:tgtEl>
                                        <p:attrNameLst>
                                          <p:attrName>ppt_y</p:attrName>
                                        </p:attrNameLst>
                                      </p:cBhvr>
                                      <p:tavLst>
                                        <p:tav tm="0">
                                          <p:val>
                                            <p:strVal val="0-#ppt_h/2"/>
                                          </p:val>
                                        </p:tav>
                                        <p:tav tm="100000">
                                          <p:val>
                                            <p:strVal val="#ppt_y"/>
                                          </p:val>
                                        </p:tav>
                                      </p:tavLst>
                                    </p:anim>
                                  </p:childTnLst>
                                </p:cTn>
                              </p:par>
                              <p:par>
                                <p:cTn id="24" presetID="2" presetClass="entr" presetSubtype="3" accel="40000" decel="60000" fill="hold" grpId="0" nodeType="withEffect">
                                  <p:stCondLst>
                                    <p:cond delay="400"/>
                                  </p:stCondLst>
                                  <p:childTnLst>
                                    <p:set>
                                      <p:cBhvr>
                                        <p:cTn id="25" dur="1" fill="hold">
                                          <p:stCondLst>
                                            <p:cond delay="0"/>
                                          </p:stCondLst>
                                        </p:cTn>
                                        <p:tgtEl>
                                          <p:spTgt spid="13"/>
                                        </p:tgtEl>
                                        <p:attrNameLst>
                                          <p:attrName>style.visibility</p:attrName>
                                        </p:attrNameLst>
                                      </p:cBhvr>
                                      <p:to>
                                        <p:strVal val="visible"/>
                                      </p:to>
                                    </p:set>
                                    <p:anim calcmode="lin" valueType="num">
                                      <p:cBhvr additive="base">
                                        <p:cTn id="26" dur="500" fill="hold"/>
                                        <p:tgtEl>
                                          <p:spTgt spid="13"/>
                                        </p:tgtEl>
                                        <p:attrNameLst>
                                          <p:attrName>ppt_x</p:attrName>
                                        </p:attrNameLst>
                                      </p:cBhvr>
                                      <p:tavLst>
                                        <p:tav tm="0">
                                          <p:val>
                                            <p:strVal val="1+#ppt_w/2"/>
                                          </p:val>
                                        </p:tav>
                                        <p:tav tm="100000">
                                          <p:val>
                                            <p:strVal val="#ppt_x"/>
                                          </p:val>
                                        </p:tav>
                                      </p:tavLst>
                                    </p:anim>
                                    <p:anim calcmode="lin" valueType="num">
                                      <p:cBhvr additive="base">
                                        <p:cTn id="27" dur="500" fill="hold"/>
                                        <p:tgtEl>
                                          <p:spTgt spid="13"/>
                                        </p:tgtEl>
                                        <p:attrNameLst>
                                          <p:attrName>ppt_y</p:attrName>
                                        </p:attrNameLst>
                                      </p:cBhvr>
                                      <p:tavLst>
                                        <p:tav tm="0">
                                          <p:val>
                                            <p:strVal val="0-#ppt_h/2"/>
                                          </p:val>
                                        </p:tav>
                                        <p:tav tm="100000">
                                          <p:val>
                                            <p:strVal val="#ppt_y"/>
                                          </p:val>
                                        </p:tav>
                                      </p:tavLst>
                                    </p:anim>
                                  </p:childTnLst>
                                </p:cTn>
                              </p:par>
                              <p:par>
                                <p:cTn id="28" presetID="2" presetClass="entr" presetSubtype="6" accel="40000" decel="60000" fill="hold" grpId="0" nodeType="withEffect">
                                  <p:stCondLst>
                                    <p:cond delay="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500" fill="hold"/>
                                        <p:tgtEl>
                                          <p:spTgt spid="14"/>
                                        </p:tgtEl>
                                        <p:attrNameLst>
                                          <p:attrName>ppt_x</p:attrName>
                                        </p:attrNameLst>
                                      </p:cBhvr>
                                      <p:tavLst>
                                        <p:tav tm="0">
                                          <p:val>
                                            <p:strVal val="1+#ppt_w/2"/>
                                          </p:val>
                                        </p:tav>
                                        <p:tav tm="100000">
                                          <p:val>
                                            <p:strVal val="#ppt_x"/>
                                          </p:val>
                                        </p:tav>
                                      </p:tavLst>
                                    </p:anim>
                                    <p:anim calcmode="lin" valueType="num">
                                      <p:cBhvr additive="base">
                                        <p:cTn id="31" dur="500" fill="hold"/>
                                        <p:tgtEl>
                                          <p:spTgt spid="14"/>
                                        </p:tgtEl>
                                        <p:attrNameLst>
                                          <p:attrName>ppt_y</p:attrName>
                                        </p:attrNameLst>
                                      </p:cBhvr>
                                      <p:tavLst>
                                        <p:tav tm="0">
                                          <p:val>
                                            <p:strVal val="1+#ppt_h/2"/>
                                          </p:val>
                                        </p:tav>
                                        <p:tav tm="100000">
                                          <p:val>
                                            <p:strVal val="#ppt_y"/>
                                          </p:val>
                                        </p:tav>
                                      </p:tavLst>
                                    </p:anim>
                                  </p:childTnLst>
                                </p:cTn>
                              </p:par>
                              <p:par>
                                <p:cTn id="32" presetID="2" presetClass="entr" presetSubtype="12" accel="40000" decel="60000" fill="hold" grpId="0" nodeType="withEffect">
                                  <p:stCondLst>
                                    <p:cond delay="600"/>
                                  </p:stCondLst>
                                  <p:childTnLst>
                                    <p:set>
                                      <p:cBhvr>
                                        <p:cTn id="33" dur="1" fill="hold">
                                          <p:stCondLst>
                                            <p:cond delay="0"/>
                                          </p:stCondLst>
                                        </p:cTn>
                                        <p:tgtEl>
                                          <p:spTgt spid="15"/>
                                        </p:tgtEl>
                                        <p:attrNameLst>
                                          <p:attrName>style.visibility</p:attrName>
                                        </p:attrNameLst>
                                      </p:cBhvr>
                                      <p:to>
                                        <p:strVal val="visible"/>
                                      </p:to>
                                    </p:set>
                                    <p:anim calcmode="lin" valueType="num">
                                      <p:cBhvr additive="base">
                                        <p:cTn id="34" dur="500" fill="hold"/>
                                        <p:tgtEl>
                                          <p:spTgt spid="15"/>
                                        </p:tgtEl>
                                        <p:attrNameLst>
                                          <p:attrName>ppt_x</p:attrName>
                                        </p:attrNameLst>
                                      </p:cBhvr>
                                      <p:tavLst>
                                        <p:tav tm="0">
                                          <p:val>
                                            <p:strVal val="0-#ppt_w/2"/>
                                          </p:val>
                                        </p:tav>
                                        <p:tav tm="100000">
                                          <p:val>
                                            <p:strVal val="#ppt_x"/>
                                          </p:val>
                                        </p:tav>
                                      </p:tavLst>
                                    </p:anim>
                                    <p:anim calcmode="lin" valueType="num">
                                      <p:cBhvr additive="base">
                                        <p:cTn id="35" dur="500" fill="hold"/>
                                        <p:tgtEl>
                                          <p:spTgt spid="15"/>
                                        </p:tgtEl>
                                        <p:attrNameLst>
                                          <p:attrName>ppt_y</p:attrName>
                                        </p:attrNameLst>
                                      </p:cBhvr>
                                      <p:tavLst>
                                        <p:tav tm="0">
                                          <p:val>
                                            <p:strVal val="1+#ppt_h/2"/>
                                          </p:val>
                                        </p:tav>
                                        <p:tav tm="100000">
                                          <p:val>
                                            <p:strVal val="#ppt_y"/>
                                          </p:val>
                                        </p:tav>
                                      </p:tavLst>
                                    </p:anim>
                                  </p:childTnLst>
                                </p:cTn>
                              </p:par>
                              <p:par>
                                <p:cTn id="36" presetID="2" presetClass="entr" presetSubtype="2" accel="40000" decel="60000" fill="hold" grpId="0" nodeType="withEffect">
                                  <p:stCondLst>
                                    <p:cond delay="700"/>
                                  </p:stCondLst>
                                  <p:childTnLst>
                                    <p:set>
                                      <p:cBhvr>
                                        <p:cTn id="37" dur="1" fill="hold">
                                          <p:stCondLst>
                                            <p:cond delay="0"/>
                                          </p:stCondLst>
                                        </p:cTn>
                                        <p:tgtEl>
                                          <p:spTgt spid="16"/>
                                        </p:tgtEl>
                                        <p:attrNameLst>
                                          <p:attrName>style.visibility</p:attrName>
                                        </p:attrNameLst>
                                      </p:cBhvr>
                                      <p:to>
                                        <p:strVal val="visible"/>
                                      </p:to>
                                    </p:set>
                                    <p:anim calcmode="lin" valueType="num">
                                      <p:cBhvr additive="base">
                                        <p:cTn id="38" dur="500" fill="hold"/>
                                        <p:tgtEl>
                                          <p:spTgt spid="16"/>
                                        </p:tgtEl>
                                        <p:attrNameLst>
                                          <p:attrName>ppt_x</p:attrName>
                                        </p:attrNameLst>
                                      </p:cBhvr>
                                      <p:tavLst>
                                        <p:tav tm="0">
                                          <p:val>
                                            <p:strVal val="1+#ppt_w/2"/>
                                          </p:val>
                                        </p:tav>
                                        <p:tav tm="100000">
                                          <p:val>
                                            <p:strVal val="#ppt_x"/>
                                          </p:val>
                                        </p:tav>
                                      </p:tavLst>
                                    </p:anim>
                                    <p:anim calcmode="lin" valueType="num">
                                      <p:cBhvr additive="base">
                                        <p:cTn id="39" dur="500" fill="hold"/>
                                        <p:tgtEl>
                                          <p:spTgt spid="16"/>
                                        </p:tgtEl>
                                        <p:attrNameLst>
                                          <p:attrName>ppt_y</p:attrName>
                                        </p:attrNameLst>
                                      </p:cBhvr>
                                      <p:tavLst>
                                        <p:tav tm="0">
                                          <p:val>
                                            <p:strVal val="#ppt_y"/>
                                          </p:val>
                                        </p:tav>
                                        <p:tav tm="100000">
                                          <p:val>
                                            <p:strVal val="#ppt_y"/>
                                          </p:val>
                                        </p:tav>
                                      </p:tavLst>
                                    </p:anim>
                                  </p:childTnLst>
                                </p:cTn>
                              </p:par>
                              <p:par>
                                <p:cTn id="40" presetID="2" presetClass="entr" presetSubtype="2" accel="40000" decel="60000" fill="hold" grpId="0" nodeType="withEffect">
                                  <p:stCondLst>
                                    <p:cond delay="800"/>
                                  </p:stCondLst>
                                  <p:childTnLst>
                                    <p:set>
                                      <p:cBhvr>
                                        <p:cTn id="41" dur="1" fill="hold">
                                          <p:stCondLst>
                                            <p:cond delay="0"/>
                                          </p:stCondLst>
                                        </p:cTn>
                                        <p:tgtEl>
                                          <p:spTgt spid="17"/>
                                        </p:tgtEl>
                                        <p:attrNameLst>
                                          <p:attrName>style.visibility</p:attrName>
                                        </p:attrNameLst>
                                      </p:cBhvr>
                                      <p:to>
                                        <p:strVal val="visible"/>
                                      </p:to>
                                    </p:set>
                                    <p:anim calcmode="lin" valueType="num">
                                      <p:cBhvr additive="base">
                                        <p:cTn id="42" dur="500" fill="hold"/>
                                        <p:tgtEl>
                                          <p:spTgt spid="17"/>
                                        </p:tgtEl>
                                        <p:attrNameLst>
                                          <p:attrName>ppt_x</p:attrName>
                                        </p:attrNameLst>
                                      </p:cBhvr>
                                      <p:tavLst>
                                        <p:tav tm="0">
                                          <p:val>
                                            <p:strVal val="1+#ppt_w/2"/>
                                          </p:val>
                                        </p:tav>
                                        <p:tav tm="100000">
                                          <p:val>
                                            <p:strVal val="#ppt_x"/>
                                          </p:val>
                                        </p:tav>
                                      </p:tavLst>
                                    </p:anim>
                                    <p:anim calcmode="lin" valueType="num">
                                      <p:cBhvr additive="base">
                                        <p:cTn id="43" dur="500" fill="hold"/>
                                        <p:tgtEl>
                                          <p:spTgt spid="17"/>
                                        </p:tgtEl>
                                        <p:attrNameLst>
                                          <p:attrName>ppt_y</p:attrName>
                                        </p:attrNameLst>
                                      </p:cBhvr>
                                      <p:tavLst>
                                        <p:tav tm="0">
                                          <p:val>
                                            <p:strVal val="#ppt_y"/>
                                          </p:val>
                                        </p:tav>
                                        <p:tav tm="100000">
                                          <p:val>
                                            <p:strVal val="#ppt_y"/>
                                          </p:val>
                                        </p:tav>
                                      </p:tavLst>
                                    </p:anim>
                                  </p:childTnLst>
                                </p:cTn>
                              </p:par>
                              <p:par>
                                <p:cTn id="44" presetID="6" presetClass="entr" presetSubtype="32" fill="hold" nodeType="withEffect">
                                  <p:stCondLst>
                                    <p:cond delay="200"/>
                                  </p:stCondLst>
                                  <p:childTnLst>
                                    <p:set>
                                      <p:cBhvr>
                                        <p:cTn id="45" dur="1" fill="hold">
                                          <p:stCondLst>
                                            <p:cond delay="0"/>
                                          </p:stCondLst>
                                        </p:cTn>
                                        <p:tgtEl>
                                          <p:spTgt spid="9"/>
                                        </p:tgtEl>
                                        <p:attrNameLst>
                                          <p:attrName>style.visibility</p:attrName>
                                        </p:attrNameLst>
                                      </p:cBhvr>
                                      <p:to>
                                        <p:strVal val="visible"/>
                                      </p:to>
                                    </p:set>
                                    <p:animEffect transition="in" filter="circle(out)">
                                      <p:cBhvr>
                                        <p:cTn id="46" dur="1000"/>
                                        <p:tgtEl>
                                          <p:spTgt spid="9"/>
                                        </p:tgtEl>
                                      </p:cBhvr>
                                    </p:animEffect>
                                  </p:childTnLst>
                                </p:cTn>
                              </p:par>
                              <p:par>
                                <p:cTn id="47" presetID="50" presetClass="entr" presetSubtype="0" decel="100000" fill="hold" nodeType="withEffect">
                                  <p:stCondLst>
                                    <p:cond delay="200"/>
                                  </p:stCondLst>
                                  <p:childTnLst>
                                    <p:set>
                                      <p:cBhvr>
                                        <p:cTn id="48" dur="1" fill="hold">
                                          <p:stCondLst>
                                            <p:cond delay="0"/>
                                          </p:stCondLst>
                                        </p:cTn>
                                        <p:tgtEl>
                                          <p:spTgt spid="8"/>
                                        </p:tgtEl>
                                        <p:attrNameLst>
                                          <p:attrName>style.visibility</p:attrName>
                                        </p:attrNameLst>
                                      </p:cBhvr>
                                      <p:to>
                                        <p:strVal val="visible"/>
                                      </p:to>
                                    </p:set>
                                    <p:anim calcmode="lin" valueType="num">
                                      <p:cBhvr>
                                        <p:cTn id="49" dur="1000" fill="hold"/>
                                        <p:tgtEl>
                                          <p:spTgt spid="8"/>
                                        </p:tgtEl>
                                        <p:attrNameLst>
                                          <p:attrName>ppt_w</p:attrName>
                                        </p:attrNameLst>
                                      </p:cBhvr>
                                      <p:tavLst>
                                        <p:tav tm="0">
                                          <p:val>
                                            <p:strVal val="#ppt_w+.3"/>
                                          </p:val>
                                        </p:tav>
                                        <p:tav tm="100000">
                                          <p:val>
                                            <p:strVal val="#ppt_w"/>
                                          </p:val>
                                        </p:tav>
                                      </p:tavLst>
                                    </p:anim>
                                    <p:anim calcmode="lin" valueType="num">
                                      <p:cBhvr>
                                        <p:cTn id="50" dur="1000" fill="hold"/>
                                        <p:tgtEl>
                                          <p:spTgt spid="8"/>
                                        </p:tgtEl>
                                        <p:attrNameLst>
                                          <p:attrName>ppt_h</p:attrName>
                                        </p:attrNameLst>
                                      </p:cBhvr>
                                      <p:tavLst>
                                        <p:tav tm="0">
                                          <p:val>
                                            <p:strVal val="#ppt_h"/>
                                          </p:val>
                                        </p:tav>
                                        <p:tav tm="100000">
                                          <p:val>
                                            <p:strVal val="#ppt_h"/>
                                          </p:val>
                                        </p:tav>
                                      </p:tavLst>
                                    </p:anim>
                                    <p:animEffect transition="in" filter="fade">
                                      <p:cBhvr>
                                        <p:cTn id="51"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animBg="1"/>
      <p:bldP spid="10" grpId="0" animBg="1"/>
      <p:bldP spid="11" grpId="0" animBg="1"/>
      <p:bldP spid="12" grpId="0" animBg="1"/>
      <p:bldP spid="13" grpId="0" animBg="1"/>
      <p:bldP spid="14" grpId="0" animBg="1"/>
      <p:bldP spid="15" grpId="0" animBg="1"/>
      <p:bldP spid="16" grpId="0" animBg="1"/>
      <p:bldP spid="17"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6022</TotalTime>
  <Words>1260</Words>
  <Application>Microsoft Office PowerPoint</Application>
  <PresentationFormat>Widescreen</PresentationFormat>
  <Paragraphs>360</Paragraphs>
  <Slides>29</Slides>
  <Notes>18</Notes>
  <HiddenSlides>2</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29</vt:i4>
      </vt:variant>
    </vt:vector>
  </HeadingPairs>
  <TitlesOfParts>
    <vt:vector size="39" baseType="lpstr">
      <vt:lpstr>Arial</vt:lpstr>
      <vt:lpstr>Arial Narrow</vt:lpstr>
      <vt:lpstr>Calibri</vt:lpstr>
      <vt:lpstr>Calibri Light</vt:lpstr>
      <vt:lpstr>Corbel</vt:lpstr>
      <vt:lpstr>Courier New</vt:lpstr>
      <vt:lpstr>Segoe UI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 Structured Business Process</vt:lpstr>
      <vt:lpstr> Unpredictable Process instances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University of Twente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Allah Bukhsh, Z. (CTW)</dc:creator>
  <cp:lastModifiedBy>Allah Bukhsh, Z. (ET)</cp:lastModifiedBy>
  <cp:revision>387</cp:revision>
  <dcterms:created xsi:type="dcterms:W3CDTF">2016-05-17T07:27:42Z</dcterms:created>
  <dcterms:modified xsi:type="dcterms:W3CDTF">2017-07-25T13:45:19Z</dcterms:modified>
</cp:coreProperties>
</file>