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26"/>
  </p:notesMasterIdLst>
  <p:sldIdLst>
    <p:sldId id="256" r:id="rId2"/>
    <p:sldId id="257" r:id="rId3"/>
    <p:sldId id="258" r:id="rId4"/>
    <p:sldId id="268" r:id="rId5"/>
    <p:sldId id="288" r:id="rId6"/>
    <p:sldId id="270" r:id="rId7"/>
    <p:sldId id="282" r:id="rId8"/>
    <p:sldId id="260" r:id="rId9"/>
    <p:sldId id="271" r:id="rId10"/>
    <p:sldId id="273" r:id="rId11"/>
    <p:sldId id="277" r:id="rId12"/>
    <p:sldId id="278" r:id="rId13"/>
    <p:sldId id="279" r:id="rId14"/>
    <p:sldId id="276" r:id="rId15"/>
    <p:sldId id="272" r:id="rId16"/>
    <p:sldId id="274" r:id="rId17"/>
    <p:sldId id="269" r:id="rId18"/>
    <p:sldId id="286" r:id="rId19"/>
    <p:sldId id="287" r:id="rId20"/>
    <p:sldId id="283" r:id="rId21"/>
    <p:sldId id="275" r:id="rId22"/>
    <p:sldId id="284" r:id="rId23"/>
    <p:sldId id="289" r:id="rId24"/>
    <p:sldId id="29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3" autoAdjust="0"/>
    <p:restoredTop sz="79826" autoAdjust="0"/>
  </p:normalViewPr>
  <p:slideViewPr>
    <p:cSldViewPr snapToGrid="0">
      <p:cViewPr varScale="1">
        <p:scale>
          <a:sx n="73" d="100"/>
          <a:sy n="73" d="100"/>
        </p:scale>
        <p:origin x="11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120D86-52B3-410B-91C2-9276E7C3AC30}" type="doc">
      <dgm:prSet loTypeId="urn:microsoft.com/office/officeart/2009/3/layout/SubStep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9BC7F8A-252E-49BB-A85D-D0C3569664B2}">
      <dgm:prSet phldrT="[Text]"/>
      <dgm:spPr/>
      <dgm:t>
        <a:bodyPr/>
        <a:lstStyle/>
        <a:p>
          <a:r>
            <a:rPr lang="en-US" dirty="0" smtClean="0"/>
            <a:t>What are the DATA Needs</a:t>
          </a:r>
          <a:endParaRPr lang="en-US" dirty="0"/>
        </a:p>
      </dgm:t>
    </dgm:pt>
    <dgm:pt modelId="{8A2D79AD-A77F-4F3A-AC75-2ABAEF8D52DD}" type="parTrans" cxnId="{7C5A7EA2-A9E2-4109-8323-A090CC86464E}">
      <dgm:prSet/>
      <dgm:spPr/>
      <dgm:t>
        <a:bodyPr/>
        <a:lstStyle/>
        <a:p>
          <a:endParaRPr lang="en-US"/>
        </a:p>
      </dgm:t>
    </dgm:pt>
    <dgm:pt modelId="{1FBC5C2F-94EF-4983-9724-5D47BA2A56D1}" type="sibTrans" cxnId="{7C5A7EA2-A9E2-4109-8323-A090CC86464E}">
      <dgm:prSet/>
      <dgm:spPr/>
      <dgm:t>
        <a:bodyPr/>
        <a:lstStyle/>
        <a:p>
          <a:endParaRPr lang="en-US"/>
        </a:p>
      </dgm:t>
    </dgm:pt>
    <dgm:pt modelId="{A80AC2C1-5C34-4189-B48B-FDC1172104B6}">
      <dgm:prSet phldrT="[Text]"/>
      <dgm:spPr/>
      <dgm:t>
        <a:bodyPr/>
        <a:lstStyle/>
        <a:p>
          <a:r>
            <a:rPr lang="en-US" dirty="0" smtClean="0"/>
            <a:t>Clean</a:t>
          </a:r>
          <a:endParaRPr lang="en-US" dirty="0"/>
        </a:p>
      </dgm:t>
    </dgm:pt>
    <dgm:pt modelId="{160EF0FA-BBEC-4028-8301-62BACB47224E}" type="parTrans" cxnId="{7F3F149D-61F5-458D-978F-C739747CD4CF}">
      <dgm:prSet/>
      <dgm:spPr/>
      <dgm:t>
        <a:bodyPr/>
        <a:lstStyle/>
        <a:p>
          <a:endParaRPr lang="en-US"/>
        </a:p>
      </dgm:t>
    </dgm:pt>
    <dgm:pt modelId="{4A1349F2-433F-468A-8F04-7B56B02342EE}" type="sibTrans" cxnId="{7F3F149D-61F5-458D-978F-C739747CD4CF}">
      <dgm:prSet/>
      <dgm:spPr/>
      <dgm:t>
        <a:bodyPr/>
        <a:lstStyle/>
        <a:p>
          <a:endParaRPr lang="en-US"/>
        </a:p>
      </dgm:t>
    </dgm:pt>
    <dgm:pt modelId="{27EA1B1A-E57C-4F26-A2EF-E4853A5936DF}">
      <dgm:prSet phldrT="[Text]"/>
      <dgm:spPr/>
      <dgm:t>
        <a:bodyPr/>
        <a:lstStyle/>
        <a:p>
          <a:r>
            <a:rPr lang="en-US" dirty="0" smtClean="0"/>
            <a:t>Integrate</a:t>
          </a:r>
          <a:endParaRPr lang="en-US" dirty="0"/>
        </a:p>
      </dgm:t>
    </dgm:pt>
    <dgm:pt modelId="{4C4176AF-BB2A-427A-8017-8EFBB93B9FE9}" type="parTrans" cxnId="{C5728396-6EEF-4D8F-9F81-CC1C3C639A3E}">
      <dgm:prSet/>
      <dgm:spPr/>
      <dgm:t>
        <a:bodyPr/>
        <a:lstStyle/>
        <a:p>
          <a:endParaRPr lang="en-US"/>
        </a:p>
      </dgm:t>
    </dgm:pt>
    <dgm:pt modelId="{A80FC27B-E684-4CE5-AC53-65FE3D0C19DD}" type="sibTrans" cxnId="{C5728396-6EEF-4D8F-9F81-CC1C3C639A3E}">
      <dgm:prSet/>
      <dgm:spPr/>
      <dgm:t>
        <a:bodyPr/>
        <a:lstStyle/>
        <a:p>
          <a:endParaRPr lang="en-US"/>
        </a:p>
      </dgm:t>
    </dgm:pt>
    <dgm:pt modelId="{D033C0E5-DF75-47B0-9024-C0BC205A142A}">
      <dgm:prSet phldrT="[Text]"/>
      <dgm:spPr/>
      <dgm:t>
        <a:bodyPr/>
        <a:lstStyle/>
        <a:p>
          <a:r>
            <a:rPr lang="en-US" dirty="0" smtClean="0"/>
            <a:t>Visualize</a:t>
          </a:r>
          <a:endParaRPr lang="en-US" dirty="0"/>
        </a:p>
      </dgm:t>
    </dgm:pt>
    <dgm:pt modelId="{1BBD0F4A-9AE2-4AF5-8333-09410C744A31}" type="parTrans" cxnId="{21DD1471-83D3-40A9-8391-1F88D042B180}">
      <dgm:prSet/>
      <dgm:spPr/>
      <dgm:t>
        <a:bodyPr/>
        <a:lstStyle/>
        <a:p>
          <a:endParaRPr lang="en-US"/>
        </a:p>
      </dgm:t>
    </dgm:pt>
    <dgm:pt modelId="{773047A7-8679-4381-A2C7-567C4855726D}" type="sibTrans" cxnId="{21DD1471-83D3-40A9-8391-1F88D042B180}">
      <dgm:prSet/>
      <dgm:spPr/>
      <dgm:t>
        <a:bodyPr/>
        <a:lstStyle/>
        <a:p>
          <a:endParaRPr lang="en-US"/>
        </a:p>
      </dgm:t>
    </dgm:pt>
    <dgm:pt modelId="{0937227F-CD8C-42FD-90CF-79EF19299BFE}">
      <dgm:prSet phldrT="[Text]"/>
      <dgm:spPr/>
      <dgm:t>
        <a:bodyPr/>
        <a:lstStyle/>
        <a:p>
          <a:r>
            <a:rPr lang="en-US" dirty="0" smtClean="0"/>
            <a:t>Insights</a:t>
          </a:r>
          <a:endParaRPr lang="en-US" dirty="0"/>
        </a:p>
      </dgm:t>
    </dgm:pt>
    <dgm:pt modelId="{A95DD0E0-AA12-46F7-8937-623D97BF0EC2}" type="parTrans" cxnId="{124F5B25-2D3A-4863-9C5E-FAC3BAAB24A7}">
      <dgm:prSet/>
      <dgm:spPr/>
      <dgm:t>
        <a:bodyPr/>
        <a:lstStyle/>
        <a:p>
          <a:endParaRPr lang="en-US"/>
        </a:p>
      </dgm:t>
    </dgm:pt>
    <dgm:pt modelId="{6B280880-C7AA-42FD-B2BA-BA134C620CAE}" type="sibTrans" cxnId="{124F5B25-2D3A-4863-9C5E-FAC3BAAB24A7}">
      <dgm:prSet/>
      <dgm:spPr/>
      <dgm:t>
        <a:bodyPr/>
        <a:lstStyle/>
        <a:p>
          <a:endParaRPr lang="en-US"/>
        </a:p>
      </dgm:t>
    </dgm:pt>
    <dgm:pt modelId="{BFFBFB02-7B43-4DC9-B08C-74F9F85E1741}">
      <dgm:prSet/>
      <dgm:spPr/>
      <dgm:t>
        <a:bodyPr/>
        <a:lstStyle/>
        <a:p>
          <a:r>
            <a:rPr lang="en-US" dirty="0" smtClean="0"/>
            <a:t>What Decisions can be taken?</a:t>
          </a:r>
          <a:endParaRPr lang="en-US" dirty="0"/>
        </a:p>
      </dgm:t>
    </dgm:pt>
    <dgm:pt modelId="{F50412FF-626E-4032-BD70-F29B574B9D06}" type="parTrans" cxnId="{68B99A56-A824-4D4C-87D3-B9AEBDB28BB5}">
      <dgm:prSet/>
      <dgm:spPr/>
      <dgm:t>
        <a:bodyPr/>
        <a:lstStyle/>
        <a:p>
          <a:endParaRPr lang="en-US"/>
        </a:p>
      </dgm:t>
    </dgm:pt>
    <dgm:pt modelId="{9F02FDE0-C48F-4BB3-B7E6-90D6D7D73C40}" type="sibTrans" cxnId="{68B99A56-A824-4D4C-87D3-B9AEBDB28BB5}">
      <dgm:prSet/>
      <dgm:spPr/>
      <dgm:t>
        <a:bodyPr/>
        <a:lstStyle/>
        <a:p>
          <a:endParaRPr lang="en-US"/>
        </a:p>
      </dgm:t>
    </dgm:pt>
    <dgm:pt modelId="{0CBF5AAF-7BED-4440-92A0-CAFF32895E86}">
      <dgm:prSet/>
      <dgm:spPr/>
      <dgm:t>
        <a:bodyPr/>
        <a:lstStyle/>
        <a:p>
          <a:r>
            <a:rPr lang="en-US" dirty="0" smtClean="0"/>
            <a:t>We have a lot of DATA</a:t>
          </a:r>
          <a:endParaRPr lang="en-US" dirty="0"/>
        </a:p>
      </dgm:t>
    </dgm:pt>
    <dgm:pt modelId="{8C7F7B42-8278-4CF4-B18E-FF7606BDBB37}" type="parTrans" cxnId="{E0577FA9-F09A-4944-BB95-D760E1CA9410}">
      <dgm:prSet/>
      <dgm:spPr/>
      <dgm:t>
        <a:bodyPr/>
        <a:lstStyle/>
        <a:p>
          <a:endParaRPr lang="en-US"/>
        </a:p>
      </dgm:t>
    </dgm:pt>
    <dgm:pt modelId="{45789C46-8C63-46A1-8761-8BECE43D016F}" type="sibTrans" cxnId="{E0577FA9-F09A-4944-BB95-D760E1CA9410}">
      <dgm:prSet/>
      <dgm:spPr/>
      <dgm:t>
        <a:bodyPr/>
        <a:lstStyle/>
        <a:p>
          <a:endParaRPr lang="en-US"/>
        </a:p>
      </dgm:t>
    </dgm:pt>
    <dgm:pt modelId="{82CBFCB2-D88A-44E7-976B-28614671F5D7}" type="pres">
      <dgm:prSet presAssocID="{39120D86-52B3-410B-91C2-9276E7C3AC30}" presName="Name0" presStyleCnt="0">
        <dgm:presLayoutVars>
          <dgm:chMax val="7"/>
          <dgm:dir/>
          <dgm:animOne val="branch"/>
        </dgm:presLayoutVars>
      </dgm:prSet>
      <dgm:spPr/>
      <dgm:t>
        <a:bodyPr/>
        <a:lstStyle/>
        <a:p>
          <a:endParaRPr lang="en-US"/>
        </a:p>
      </dgm:t>
    </dgm:pt>
    <dgm:pt modelId="{C2F9CDA0-A142-44D9-B49D-2641AC0E581B}" type="pres">
      <dgm:prSet presAssocID="{0CBF5AAF-7BED-4440-92A0-CAFF32895E86}" presName="parTx1" presStyleLbl="node1" presStyleIdx="0" presStyleCnt="5"/>
      <dgm:spPr/>
      <dgm:t>
        <a:bodyPr/>
        <a:lstStyle/>
        <a:p>
          <a:endParaRPr lang="en-US"/>
        </a:p>
      </dgm:t>
    </dgm:pt>
    <dgm:pt modelId="{01DDEBB1-6462-4755-932F-70909E958793}" type="pres">
      <dgm:prSet presAssocID="{D9BC7F8A-252E-49BB-A85D-D0C3569664B2}" presName="parTx2" presStyleLbl="node1" presStyleIdx="1" presStyleCnt="5"/>
      <dgm:spPr/>
      <dgm:t>
        <a:bodyPr/>
        <a:lstStyle/>
        <a:p>
          <a:endParaRPr lang="en-US"/>
        </a:p>
      </dgm:t>
    </dgm:pt>
    <dgm:pt modelId="{69EC04A2-B390-4906-BF81-1F471CFC9E4A}" type="pres">
      <dgm:prSet presAssocID="{D9BC7F8A-252E-49BB-A85D-D0C3569664B2}" presName="spPre2" presStyleCnt="0"/>
      <dgm:spPr/>
    </dgm:pt>
    <dgm:pt modelId="{92D08EBF-57C9-43E8-A935-5D3903F96679}" type="pres">
      <dgm:prSet presAssocID="{D9BC7F8A-252E-49BB-A85D-D0C3569664B2}" presName="chLin2" presStyleCnt="0"/>
      <dgm:spPr/>
    </dgm:pt>
    <dgm:pt modelId="{18839D52-1183-45FF-98A9-02D15024D3F9}" type="pres">
      <dgm:prSet presAssocID="{160EF0FA-BBEC-4028-8301-62BACB47224E}" presName="Name45" presStyleLbl="parChTrans1D1" presStyleIdx="0" presStyleCnt="8"/>
      <dgm:spPr/>
    </dgm:pt>
    <dgm:pt modelId="{191AA753-9CE5-4B23-A53D-C548A123CD94}" type="pres">
      <dgm:prSet presAssocID="{160EF0FA-BBEC-4028-8301-62BACB47224E}" presName="Name65" presStyleLbl="parChTrans1D1" presStyleIdx="1" presStyleCnt="8"/>
      <dgm:spPr/>
    </dgm:pt>
    <dgm:pt modelId="{36A4ECEA-F23C-4EC3-A6EB-D62FA065107A}" type="pres">
      <dgm:prSet presAssocID="{A80AC2C1-5C34-4189-B48B-FDC1172104B6}" presName="txAndLines2" presStyleCnt="0"/>
      <dgm:spPr/>
    </dgm:pt>
    <dgm:pt modelId="{F1317D0B-AC4E-4308-9751-859E88699B7A}" type="pres">
      <dgm:prSet presAssocID="{A80AC2C1-5C34-4189-B48B-FDC1172104B6}" presName="anchor2" presStyleCnt="0"/>
      <dgm:spPr/>
    </dgm:pt>
    <dgm:pt modelId="{F2B95BEC-3388-4DA4-949C-504BB98A9982}" type="pres">
      <dgm:prSet presAssocID="{A80AC2C1-5C34-4189-B48B-FDC1172104B6}" presName="backup2" presStyleCnt="0"/>
      <dgm:spPr/>
    </dgm:pt>
    <dgm:pt modelId="{E0A8C350-C5C0-44FF-BB46-77CC9F9BF8D9}" type="pres">
      <dgm:prSet presAssocID="{A80AC2C1-5C34-4189-B48B-FDC1172104B6}" presName="preLine2" presStyleLbl="parChTrans1D1" presStyleIdx="2" presStyleCnt="8"/>
      <dgm:spPr/>
    </dgm:pt>
    <dgm:pt modelId="{7137CE61-4089-4D22-B460-A3CE574F7469}" type="pres">
      <dgm:prSet presAssocID="{A80AC2C1-5C34-4189-B48B-FDC1172104B6}" presName="desTx2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874051-63C4-43D8-A799-8E35A1C88691}" type="pres">
      <dgm:prSet presAssocID="{A80AC2C1-5C34-4189-B48B-FDC1172104B6}" presName="postLine2" presStyleLbl="parChTrans1D1" presStyleIdx="3" presStyleCnt="8"/>
      <dgm:spPr/>
    </dgm:pt>
    <dgm:pt modelId="{F3ABAE88-59FF-43D4-9843-D6E99267A57F}" type="pres">
      <dgm:prSet presAssocID="{4C4176AF-BB2A-427A-8017-8EFBB93B9FE9}" presName="Name45" presStyleLbl="parChTrans1D1" presStyleIdx="4" presStyleCnt="8"/>
      <dgm:spPr/>
    </dgm:pt>
    <dgm:pt modelId="{3651D812-B1A5-48F7-BCA0-3E68E40FD1A7}" type="pres">
      <dgm:prSet presAssocID="{4C4176AF-BB2A-427A-8017-8EFBB93B9FE9}" presName="Name65" presStyleLbl="parChTrans1D1" presStyleIdx="5" presStyleCnt="8"/>
      <dgm:spPr/>
    </dgm:pt>
    <dgm:pt modelId="{8F7E9597-1301-47F7-867B-BE5214B20E4F}" type="pres">
      <dgm:prSet presAssocID="{27EA1B1A-E57C-4F26-A2EF-E4853A5936DF}" presName="txAndLines2" presStyleCnt="0"/>
      <dgm:spPr/>
    </dgm:pt>
    <dgm:pt modelId="{EC67A356-7022-4F59-97CF-F871A9D538A6}" type="pres">
      <dgm:prSet presAssocID="{27EA1B1A-E57C-4F26-A2EF-E4853A5936DF}" presName="anchor2" presStyleCnt="0"/>
      <dgm:spPr/>
    </dgm:pt>
    <dgm:pt modelId="{BC6CF5BA-7CD5-42CC-A3A7-DFB9DABD16C1}" type="pres">
      <dgm:prSet presAssocID="{27EA1B1A-E57C-4F26-A2EF-E4853A5936DF}" presName="backup2" presStyleCnt="0"/>
      <dgm:spPr/>
    </dgm:pt>
    <dgm:pt modelId="{76CC3816-D394-453B-8967-B49BE975EF9E}" type="pres">
      <dgm:prSet presAssocID="{27EA1B1A-E57C-4F26-A2EF-E4853A5936DF}" presName="preLine2" presStyleLbl="parChTrans1D1" presStyleIdx="6" presStyleCnt="8"/>
      <dgm:spPr/>
    </dgm:pt>
    <dgm:pt modelId="{963EAE3D-E229-4DD3-AC87-4A226A2A4DE8}" type="pres">
      <dgm:prSet presAssocID="{27EA1B1A-E57C-4F26-A2EF-E4853A5936DF}" presName="desTx2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A73DBC-0F43-4F28-ACF3-35F676197FC3}" type="pres">
      <dgm:prSet presAssocID="{27EA1B1A-E57C-4F26-A2EF-E4853A5936DF}" presName="postLine2" presStyleLbl="parChTrans1D1" presStyleIdx="7" presStyleCnt="8"/>
      <dgm:spPr/>
    </dgm:pt>
    <dgm:pt modelId="{FDC24585-01BC-40B9-86B8-B0F04A89A898}" type="pres">
      <dgm:prSet presAssocID="{D9BC7F8A-252E-49BB-A85D-D0C3569664B2}" presName="spPost2" presStyleCnt="0"/>
      <dgm:spPr/>
    </dgm:pt>
    <dgm:pt modelId="{E69CA08F-958E-450E-800E-780B633FD1BF}" type="pres">
      <dgm:prSet presAssocID="{D033C0E5-DF75-47B0-9024-C0BC205A142A}" presName="parTx3" presStyleLbl="node1" presStyleIdx="2" presStyleCnt="5"/>
      <dgm:spPr/>
      <dgm:t>
        <a:bodyPr/>
        <a:lstStyle/>
        <a:p>
          <a:endParaRPr lang="en-US"/>
        </a:p>
      </dgm:t>
    </dgm:pt>
    <dgm:pt modelId="{301998A8-D68A-4A8F-AC7E-868AA267BEB5}" type="pres">
      <dgm:prSet presAssocID="{0937227F-CD8C-42FD-90CF-79EF19299BFE}" presName="parTx4" presStyleLbl="node1" presStyleIdx="3" presStyleCnt="5"/>
      <dgm:spPr/>
      <dgm:t>
        <a:bodyPr/>
        <a:lstStyle/>
        <a:p>
          <a:endParaRPr lang="en-US"/>
        </a:p>
      </dgm:t>
    </dgm:pt>
    <dgm:pt modelId="{B704693A-5C91-4379-A1D7-A164DB30FEBF}" type="pres">
      <dgm:prSet presAssocID="{BFFBFB02-7B43-4DC9-B08C-74F9F85E1741}" presName="parTx5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21DD1471-83D3-40A9-8391-1F88D042B180}" srcId="{39120D86-52B3-410B-91C2-9276E7C3AC30}" destId="{D033C0E5-DF75-47B0-9024-C0BC205A142A}" srcOrd="2" destOrd="0" parTransId="{1BBD0F4A-9AE2-4AF5-8333-09410C744A31}" sibTransId="{773047A7-8679-4381-A2C7-567C4855726D}"/>
    <dgm:cxn modelId="{7C5A7EA2-A9E2-4109-8323-A090CC86464E}" srcId="{39120D86-52B3-410B-91C2-9276E7C3AC30}" destId="{D9BC7F8A-252E-49BB-A85D-D0C3569664B2}" srcOrd="1" destOrd="0" parTransId="{8A2D79AD-A77F-4F3A-AC75-2ABAEF8D52DD}" sibTransId="{1FBC5C2F-94EF-4983-9724-5D47BA2A56D1}"/>
    <dgm:cxn modelId="{B4379546-57CB-4E9F-BF57-AB00B9C41BC9}" type="presOf" srcId="{BFFBFB02-7B43-4DC9-B08C-74F9F85E1741}" destId="{B704693A-5C91-4379-A1D7-A164DB30FEBF}" srcOrd="0" destOrd="0" presId="urn:microsoft.com/office/officeart/2009/3/layout/SubStepProcess"/>
    <dgm:cxn modelId="{C5728396-6EEF-4D8F-9F81-CC1C3C639A3E}" srcId="{D9BC7F8A-252E-49BB-A85D-D0C3569664B2}" destId="{27EA1B1A-E57C-4F26-A2EF-E4853A5936DF}" srcOrd="1" destOrd="0" parTransId="{4C4176AF-BB2A-427A-8017-8EFBB93B9FE9}" sibTransId="{A80FC27B-E684-4CE5-AC53-65FE3D0C19DD}"/>
    <dgm:cxn modelId="{6337DE80-8E9E-45DB-8FD2-48DA4EB4FA1C}" type="presOf" srcId="{39120D86-52B3-410B-91C2-9276E7C3AC30}" destId="{82CBFCB2-D88A-44E7-976B-28614671F5D7}" srcOrd="0" destOrd="0" presId="urn:microsoft.com/office/officeart/2009/3/layout/SubStepProcess"/>
    <dgm:cxn modelId="{E0577FA9-F09A-4944-BB95-D760E1CA9410}" srcId="{39120D86-52B3-410B-91C2-9276E7C3AC30}" destId="{0CBF5AAF-7BED-4440-92A0-CAFF32895E86}" srcOrd="0" destOrd="0" parTransId="{8C7F7B42-8278-4CF4-B18E-FF7606BDBB37}" sibTransId="{45789C46-8C63-46A1-8761-8BECE43D016F}"/>
    <dgm:cxn modelId="{0AC0EB3E-8B48-41DC-9235-70703F3C3235}" type="presOf" srcId="{D9BC7F8A-252E-49BB-A85D-D0C3569664B2}" destId="{01DDEBB1-6462-4755-932F-70909E958793}" srcOrd="0" destOrd="0" presId="urn:microsoft.com/office/officeart/2009/3/layout/SubStepProcess"/>
    <dgm:cxn modelId="{6175F3AB-7A7A-4600-B03B-6A4CE5CAC751}" type="presOf" srcId="{0937227F-CD8C-42FD-90CF-79EF19299BFE}" destId="{301998A8-D68A-4A8F-AC7E-868AA267BEB5}" srcOrd="0" destOrd="0" presId="urn:microsoft.com/office/officeart/2009/3/layout/SubStepProcess"/>
    <dgm:cxn modelId="{124F5B25-2D3A-4863-9C5E-FAC3BAAB24A7}" srcId="{39120D86-52B3-410B-91C2-9276E7C3AC30}" destId="{0937227F-CD8C-42FD-90CF-79EF19299BFE}" srcOrd="3" destOrd="0" parTransId="{A95DD0E0-AA12-46F7-8937-623D97BF0EC2}" sibTransId="{6B280880-C7AA-42FD-B2BA-BA134C620CAE}"/>
    <dgm:cxn modelId="{60A2FDE1-D3D5-4C8A-B791-AE66DA7E28B9}" type="presOf" srcId="{D033C0E5-DF75-47B0-9024-C0BC205A142A}" destId="{E69CA08F-958E-450E-800E-780B633FD1BF}" srcOrd="0" destOrd="0" presId="urn:microsoft.com/office/officeart/2009/3/layout/SubStepProcess"/>
    <dgm:cxn modelId="{68B99A56-A824-4D4C-87D3-B9AEBDB28BB5}" srcId="{39120D86-52B3-410B-91C2-9276E7C3AC30}" destId="{BFFBFB02-7B43-4DC9-B08C-74F9F85E1741}" srcOrd="4" destOrd="0" parTransId="{F50412FF-626E-4032-BD70-F29B574B9D06}" sibTransId="{9F02FDE0-C48F-4BB3-B7E6-90D6D7D73C40}"/>
    <dgm:cxn modelId="{328CF0B4-9BF1-42E9-8482-947B844C7533}" type="presOf" srcId="{A80AC2C1-5C34-4189-B48B-FDC1172104B6}" destId="{7137CE61-4089-4D22-B460-A3CE574F7469}" srcOrd="0" destOrd="0" presId="urn:microsoft.com/office/officeart/2009/3/layout/SubStepProcess"/>
    <dgm:cxn modelId="{FC7F6414-8C10-4B15-9267-B7B5B084FCE0}" type="presOf" srcId="{27EA1B1A-E57C-4F26-A2EF-E4853A5936DF}" destId="{963EAE3D-E229-4DD3-AC87-4A226A2A4DE8}" srcOrd="0" destOrd="0" presId="urn:microsoft.com/office/officeart/2009/3/layout/SubStepProcess"/>
    <dgm:cxn modelId="{4C0A1C8C-079E-4FEF-8197-4547FCBE3105}" type="presOf" srcId="{0CBF5AAF-7BED-4440-92A0-CAFF32895E86}" destId="{C2F9CDA0-A142-44D9-B49D-2641AC0E581B}" srcOrd="0" destOrd="0" presId="urn:microsoft.com/office/officeart/2009/3/layout/SubStepProcess"/>
    <dgm:cxn modelId="{7F3F149D-61F5-458D-978F-C739747CD4CF}" srcId="{D9BC7F8A-252E-49BB-A85D-D0C3569664B2}" destId="{A80AC2C1-5C34-4189-B48B-FDC1172104B6}" srcOrd="0" destOrd="0" parTransId="{160EF0FA-BBEC-4028-8301-62BACB47224E}" sibTransId="{4A1349F2-433F-468A-8F04-7B56B02342EE}"/>
    <dgm:cxn modelId="{BF0CADA1-137D-4BAC-BB56-729ED8D616A7}" type="presParOf" srcId="{82CBFCB2-D88A-44E7-976B-28614671F5D7}" destId="{C2F9CDA0-A142-44D9-B49D-2641AC0E581B}" srcOrd="0" destOrd="0" presId="urn:microsoft.com/office/officeart/2009/3/layout/SubStepProcess"/>
    <dgm:cxn modelId="{A6B6EB33-FBAD-4360-B71A-4A7917957703}" type="presParOf" srcId="{82CBFCB2-D88A-44E7-976B-28614671F5D7}" destId="{01DDEBB1-6462-4755-932F-70909E958793}" srcOrd="1" destOrd="0" presId="urn:microsoft.com/office/officeart/2009/3/layout/SubStepProcess"/>
    <dgm:cxn modelId="{ACFC05D2-6D36-405B-BE3E-EC94D8FD63B2}" type="presParOf" srcId="{82CBFCB2-D88A-44E7-976B-28614671F5D7}" destId="{69EC04A2-B390-4906-BF81-1F471CFC9E4A}" srcOrd="2" destOrd="0" presId="urn:microsoft.com/office/officeart/2009/3/layout/SubStepProcess"/>
    <dgm:cxn modelId="{DB117CF0-805B-4796-8B9E-18CE7173FF81}" type="presParOf" srcId="{82CBFCB2-D88A-44E7-976B-28614671F5D7}" destId="{92D08EBF-57C9-43E8-A935-5D3903F96679}" srcOrd="3" destOrd="0" presId="urn:microsoft.com/office/officeart/2009/3/layout/SubStepProcess"/>
    <dgm:cxn modelId="{3760275D-27A6-466F-A7EB-5E6CCEF550FB}" type="presParOf" srcId="{92D08EBF-57C9-43E8-A935-5D3903F96679}" destId="{18839D52-1183-45FF-98A9-02D15024D3F9}" srcOrd="0" destOrd="0" presId="urn:microsoft.com/office/officeart/2009/3/layout/SubStepProcess"/>
    <dgm:cxn modelId="{1A2BCD72-CA02-4D34-99EF-84CCF496838D}" type="presParOf" srcId="{92D08EBF-57C9-43E8-A935-5D3903F96679}" destId="{191AA753-9CE5-4B23-A53D-C548A123CD94}" srcOrd="1" destOrd="0" presId="urn:microsoft.com/office/officeart/2009/3/layout/SubStepProcess"/>
    <dgm:cxn modelId="{2B51C71F-D85B-4248-8FB6-6DA4273586E3}" type="presParOf" srcId="{92D08EBF-57C9-43E8-A935-5D3903F96679}" destId="{36A4ECEA-F23C-4EC3-A6EB-D62FA065107A}" srcOrd="2" destOrd="0" presId="urn:microsoft.com/office/officeart/2009/3/layout/SubStepProcess"/>
    <dgm:cxn modelId="{B059F952-0D4E-47F1-88EB-78131EFE69DC}" type="presParOf" srcId="{36A4ECEA-F23C-4EC3-A6EB-D62FA065107A}" destId="{F1317D0B-AC4E-4308-9751-859E88699B7A}" srcOrd="0" destOrd="0" presId="urn:microsoft.com/office/officeart/2009/3/layout/SubStepProcess"/>
    <dgm:cxn modelId="{3152A434-37B4-4F83-9A9B-B3FFE5E03660}" type="presParOf" srcId="{36A4ECEA-F23C-4EC3-A6EB-D62FA065107A}" destId="{F2B95BEC-3388-4DA4-949C-504BB98A9982}" srcOrd="1" destOrd="0" presId="urn:microsoft.com/office/officeart/2009/3/layout/SubStepProcess"/>
    <dgm:cxn modelId="{9A74FE2E-8642-4A84-AE99-0720828C4CD9}" type="presParOf" srcId="{36A4ECEA-F23C-4EC3-A6EB-D62FA065107A}" destId="{E0A8C350-C5C0-44FF-BB46-77CC9F9BF8D9}" srcOrd="2" destOrd="0" presId="urn:microsoft.com/office/officeart/2009/3/layout/SubStepProcess"/>
    <dgm:cxn modelId="{30BE9B9A-49B7-4282-B687-73ED4D1D5444}" type="presParOf" srcId="{36A4ECEA-F23C-4EC3-A6EB-D62FA065107A}" destId="{7137CE61-4089-4D22-B460-A3CE574F7469}" srcOrd="3" destOrd="0" presId="urn:microsoft.com/office/officeart/2009/3/layout/SubStepProcess"/>
    <dgm:cxn modelId="{CDB4BDDF-662D-4349-8017-060A753EA176}" type="presParOf" srcId="{36A4ECEA-F23C-4EC3-A6EB-D62FA065107A}" destId="{D3874051-63C4-43D8-A799-8E35A1C88691}" srcOrd="4" destOrd="0" presId="urn:microsoft.com/office/officeart/2009/3/layout/SubStepProcess"/>
    <dgm:cxn modelId="{2DE0F5CF-B194-40A2-A4E8-572127A14ADC}" type="presParOf" srcId="{92D08EBF-57C9-43E8-A935-5D3903F96679}" destId="{F3ABAE88-59FF-43D4-9843-D6E99267A57F}" srcOrd="3" destOrd="0" presId="urn:microsoft.com/office/officeart/2009/3/layout/SubStepProcess"/>
    <dgm:cxn modelId="{BA6039F0-1942-4D2A-89E4-FA658473FB1F}" type="presParOf" srcId="{92D08EBF-57C9-43E8-A935-5D3903F96679}" destId="{3651D812-B1A5-48F7-BCA0-3E68E40FD1A7}" srcOrd="4" destOrd="0" presId="urn:microsoft.com/office/officeart/2009/3/layout/SubStepProcess"/>
    <dgm:cxn modelId="{195F102C-4055-4302-8C22-9F9DEFE6414F}" type="presParOf" srcId="{92D08EBF-57C9-43E8-A935-5D3903F96679}" destId="{8F7E9597-1301-47F7-867B-BE5214B20E4F}" srcOrd="5" destOrd="0" presId="urn:microsoft.com/office/officeart/2009/3/layout/SubStepProcess"/>
    <dgm:cxn modelId="{C30D5517-A7A1-4F09-A5E1-8153DA06651A}" type="presParOf" srcId="{8F7E9597-1301-47F7-867B-BE5214B20E4F}" destId="{EC67A356-7022-4F59-97CF-F871A9D538A6}" srcOrd="0" destOrd="0" presId="urn:microsoft.com/office/officeart/2009/3/layout/SubStepProcess"/>
    <dgm:cxn modelId="{A0F86D78-AEB7-4801-AC37-420E40E0BB51}" type="presParOf" srcId="{8F7E9597-1301-47F7-867B-BE5214B20E4F}" destId="{BC6CF5BA-7CD5-42CC-A3A7-DFB9DABD16C1}" srcOrd="1" destOrd="0" presId="urn:microsoft.com/office/officeart/2009/3/layout/SubStepProcess"/>
    <dgm:cxn modelId="{3402BF7B-662E-4984-841F-C1FAA49AEB7D}" type="presParOf" srcId="{8F7E9597-1301-47F7-867B-BE5214B20E4F}" destId="{76CC3816-D394-453B-8967-B49BE975EF9E}" srcOrd="2" destOrd="0" presId="urn:microsoft.com/office/officeart/2009/3/layout/SubStepProcess"/>
    <dgm:cxn modelId="{A6D73242-6B0F-45BB-9CCA-71DA2D39A811}" type="presParOf" srcId="{8F7E9597-1301-47F7-867B-BE5214B20E4F}" destId="{963EAE3D-E229-4DD3-AC87-4A226A2A4DE8}" srcOrd="3" destOrd="0" presId="urn:microsoft.com/office/officeart/2009/3/layout/SubStepProcess"/>
    <dgm:cxn modelId="{EFD258D8-F5A3-4B5E-8B1B-6AB00DD6F443}" type="presParOf" srcId="{8F7E9597-1301-47F7-867B-BE5214B20E4F}" destId="{F9A73DBC-0F43-4F28-ACF3-35F676197FC3}" srcOrd="4" destOrd="0" presId="urn:microsoft.com/office/officeart/2009/3/layout/SubStepProcess"/>
    <dgm:cxn modelId="{2C0E8235-AD44-4969-8CC6-A54886D8CEAD}" type="presParOf" srcId="{82CBFCB2-D88A-44E7-976B-28614671F5D7}" destId="{FDC24585-01BC-40B9-86B8-B0F04A89A898}" srcOrd="4" destOrd="0" presId="urn:microsoft.com/office/officeart/2009/3/layout/SubStepProcess"/>
    <dgm:cxn modelId="{C154A9B4-8095-4B3D-9A12-09B169C90966}" type="presParOf" srcId="{82CBFCB2-D88A-44E7-976B-28614671F5D7}" destId="{E69CA08F-958E-450E-800E-780B633FD1BF}" srcOrd="5" destOrd="0" presId="urn:microsoft.com/office/officeart/2009/3/layout/SubStepProcess"/>
    <dgm:cxn modelId="{2FF2F57D-EB04-4787-94A0-60D4D288117F}" type="presParOf" srcId="{82CBFCB2-D88A-44E7-976B-28614671F5D7}" destId="{301998A8-D68A-4A8F-AC7E-868AA267BEB5}" srcOrd="6" destOrd="0" presId="urn:microsoft.com/office/officeart/2009/3/layout/SubStepProcess"/>
    <dgm:cxn modelId="{0F3221F9-B7F4-489F-B910-CC74A796C258}" type="presParOf" srcId="{82CBFCB2-D88A-44E7-976B-28614671F5D7}" destId="{B704693A-5C91-4379-A1D7-A164DB30FEBF}" srcOrd="7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F5F60C-CD0E-4F03-AB49-57277637E78F}" type="doc">
      <dgm:prSet loTypeId="urn:microsoft.com/office/officeart/2009/3/layout/SubStepProcess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538950B-7E74-44C0-8975-05CA0475FF5D}">
      <dgm:prSet phldrT="[Text]"/>
      <dgm:spPr/>
      <dgm:t>
        <a:bodyPr/>
        <a:lstStyle/>
        <a:p>
          <a:r>
            <a:rPr lang="en-US" dirty="0" smtClean="0"/>
            <a:t>DST scope</a:t>
          </a:r>
          <a:endParaRPr lang="en-US" dirty="0"/>
        </a:p>
      </dgm:t>
    </dgm:pt>
    <dgm:pt modelId="{940A4BCA-440D-490F-98B9-2ACA241AE35E}" type="parTrans" cxnId="{BE81BFE1-E64C-4F2D-A124-D435337D0DFB}">
      <dgm:prSet/>
      <dgm:spPr/>
      <dgm:t>
        <a:bodyPr/>
        <a:lstStyle/>
        <a:p>
          <a:endParaRPr lang="en-US"/>
        </a:p>
      </dgm:t>
    </dgm:pt>
    <dgm:pt modelId="{AEF1D12C-CA6D-4E60-A4AA-666B0D7DAFA9}" type="sibTrans" cxnId="{BE81BFE1-E64C-4F2D-A124-D435337D0DFB}">
      <dgm:prSet/>
      <dgm:spPr/>
      <dgm:t>
        <a:bodyPr/>
        <a:lstStyle/>
        <a:p>
          <a:endParaRPr lang="en-US"/>
        </a:p>
      </dgm:t>
    </dgm:pt>
    <dgm:pt modelId="{711C753B-A21B-47D0-8A61-4BFDF040F6D4}">
      <dgm:prSet phldrT="[Text]"/>
      <dgm:spPr/>
      <dgm:t>
        <a:bodyPr/>
        <a:lstStyle/>
        <a:p>
          <a:r>
            <a:rPr lang="en-US" dirty="0" smtClean="0"/>
            <a:t>Decision criteria </a:t>
          </a:r>
          <a:endParaRPr lang="en-US" dirty="0"/>
        </a:p>
      </dgm:t>
    </dgm:pt>
    <dgm:pt modelId="{448821DB-A980-48DB-AD97-1F75E4CB9A23}" type="parTrans" cxnId="{DFD4D433-59CE-4F5F-B5B3-7BAB778899B3}">
      <dgm:prSet/>
      <dgm:spPr/>
      <dgm:t>
        <a:bodyPr/>
        <a:lstStyle/>
        <a:p>
          <a:endParaRPr lang="en-US"/>
        </a:p>
      </dgm:t>
    </dgm:pt>
    <dgm:pt modelId="{0A73F847-4390-47ED-8CDA-0E0BAE5645F9}" type="sibTrans" cxnId="{DFD4D433-59CE-4F5F-B5B3-7BAB778899B3}">
      <dgm:prSet/>
      <dgm:spPr/>
      <dgm:t>
        <a:bodyPr/>
        <a:lstStyle/>
        <a:p>
          <a:endParaRPr lang="en-US"/>
        </a:p>
      </dgm:t>
    </dgm:pt>
    <dgm:pt modelId="{9E531CA2-265E-4C76-B5B6-C608DF482047}">
      <dgm:prSet phldrT="[Text]"/>
      <dgm:spPr/>
      <dgm:t>
        <a:bodyPr/>
        <a:lstStyle/>
        <a:p>
          <a:r>
            <a:rPr lang="en-US" dirty="0" smtClean="0"/>
            <a:t>Data required for decisions</a:t>
          </a:r>
          <a:endParaRPr lang="en-US" dirty="0"/>
        </a:p>
      </dgm:t>
    </dgm:pt>
    <dgm:pt modelId="{7B333776-643F-4ECF-827C-222C28CAF103}" type="parTrans" cxnId="{C4555725-38D8-4A3E-9B81-F2031BFC28B0}">
      <dgm:prSet/>
      <dgm:spPr/>
      <dgm:t>
        <a:bodyPr/>
        <a:lstStyle/>
        <a:p>
          <a:endParaRPr lang="en-US"/>
        </a:p>
      </dgm:t>
    </dgm:pt>
    <dgm:pt modelId="{1EEFF08C-C2FA-41DC-9925-AB6BB4430997}" type="sibTrans" cxnId="{C4555725-38D8-4A3E-9B81-F2031BFC28B0}">
      <dgm:prSet/>
      <dgm:spPr/>
      <dgm:t>
        <a:bodyPr/>
        <a:lstStyle/>
        <a:p>
          <a:endParaRPr lang="en-US"/>
        </a:p>
      </dgm:t>
    </dgm:pt>
    <dgm:pt modelId="{E0ABC702-3D2C-40AA-B87E-99E7A58DE4D4}">
      <dgm:prSet phldrT="[Text]"/>
      <dgm:spPr/>
      <dgm:t>
        <a:bodyPr/>
        <a:lstStyle/>
        <a:p>
          <a:r>
            <a:rPr lang="en-US" dirty="0" smtClean="0"/>
            <a:t>Availability of data and data gaps?</a:t>
          </a:r>
          <a:endParaRPr lang="en-US" dirty="0"/>
        </a:p>
      </dgm:t>
    </dgm:pt>
    <dgm:pt modelId="{59A6D640-BDAD-427B-BEAD-507657226587}" type="parTrans" cxnId="{E185295A-E22D-4300-87FA-2341B1D9A755}">
      <dgm:prSet/>
      <dgm:spPr/>
      <dgm:t>
        <a:bodyPr/>
        <a:lstStyle/>
        <a:p>
          <a:endParaRPr lang="en-US"/>
        </a:p>
      </dgm:t>
    </dgm:pt>
    <dgm:pt modelId="{D26E0F4A-BFE7-4B71-AC69-C1EAB999B651}" type="sibTrans" cxnId="{E185295A-E22D-4300-87FA-2341B1D9A755}">
      <dgm:prSet/>
      <dgm:spPr/>
      <dgm:t>
        <a:bodyPr/>
        <a:lstStyle/>
        <a:p>
          <a:endParaRPr lang="en-US"/>
        </a:p>
      </dgm:t>
    </dgm:pt>
    <dgm:pt modelId="{C4DEC5EF-BEA5-4ECD-BF61-69C5B37A03E8}">
      <dgm:prSet phldrT="[Text]"/>
      <dgm:spPr/>
      <dgm:t>
        <a:bodyPr/>
        <a:lstStyle/>
        <a:p>
          <a:r>
            <a:rPr lang="en-US" dirty="0" smtClean="0"/>
            <a:t>Data management </a:t>
          </a:r>
          <a:endParaRPr lang="en-US" dirty="0"/>
        </a:p>
      </dgm:t>
    </dgm:pt>
    <dgm:pt modelId="{D5192EBE-4875-41BC-975F-46ADA6D420F9}" type="parTrans" cxnId="{172F8D4E-163F-4FF7-810B-DD39989EA376}">
      <dgm:prSet/>
      <dgm:spPr/>
      <dgm:t>
        <a:bodyPr/>
        <a:lstStyle/>
        <a:p>
          <a:endParaRPr lang="en-US"/>
        </a:p>
      </dgm:t>
    </dgm:pt>
    <dgm:pt modelId="{6B6BFDAF-FE46-4D9C-8076-C4755285839C}" type="sibTrans" cxnId="{172F8D4E-163F-4FF7-810B-DD39989EA376}">
      <dgm:prSet/>
      <dgm:spPr/>
      <dgm:t>
        <a:bodyPr/>
        <a:lstStyle/>
        <a:p>
          <a:endParaRPr lang="en-US"/>
        </a:p>
      </dgm:t>
    </dgm:pt>
    <dgm:pt modelId="{5DF7E56F-8E7A-4B36-88CA-E62D24E0F0C2}">
      <dgm:prSet/>
      <dgm:spPr/>
      <dgm:t>
        <a:bodyPr/>
        <a:lstStyle/>
        <a:p>
          <a:r>
            <a:rPr lang="en-US" dirty="0" smtClean="0"/>
            <a:t>Development of decision logic</a:t>
          </a:r>
          <a:endParaRPr lang="en-US" dirty="0"/>
        </a:p>
      </dgm:t>
    </dgm:pt>
    <dgm:pt modelId="{F57B469D-E5D1-4254-B0B4-C1441EE13A99}" type="parTrans" cxnId="{1A7162F4-06A3-4BDF-9FD2-0A3B9A734CA3}">
      <dgm:prSet/>
      <dgm:spPr/>
      <dgm:t>
        <a:bodyPr/>
        <a:lstStyle/>
        <a:p>
          <a:endParaRPr lang="en-US"/>
        </a:p>
      </dgm:t>
    </dgm:pt>
    <dgm:pt modelId="{90CA0C29-189A-4649-9735-BE00760CD192}" type="sibTrans" cxnId="{1A7162F4-06A3-4BDF-9FD2-0A3B9A734CA3}">
      <dgm:prSet/>
      <dgm:spPr/>
      <dgm:t>
        <a:bodyPr/>
        <a:lstStyle/>
        <a:p>
          <a:endParaRPr lang="en-US"/>
        </a:p>
      </dgm:t>
    </dgm:pt>
    <dgm:pt modelId="{2C55C7A5-DDEB-4A1B-BA1F-4C89B5758F03}" type="pres">
      <dgm:prSet presAssocID="{5FF5F60C-CD0E-4F03-AB49-57277637E78F}" presName="Name0" presStyleCnt="0">
        <dgm:presLayoutVars>
          <dgm:chMax val="7"/>
          <dgm:dir/>
          <dgm:animOne val="branch"/>
        </dgm:presLayoutVars>
      </dgm:prSet>
      <dgm:spPr/>
      <dgm:t>
        <a:bodyPr/>
        <a:lstStyle/>
        <a:p>
          <a:endParaRPr lang="en-US"/>
        </a:p>
      </dgm:t>
    </dgm:pt>
    <dgm:pt modelId="{91DB9639-BBF9-4ABF-8EF3-E6C517512DB1}" type="pres">
      <dgm:prSet presAssocID="{5538950B-7E74-44C0-8975-05CA0475FF5D}" presName="parTx1" presStyleLbl="node1" presStyleIdx="0" presStyleCnt="4"/>
      <dgm:spPr/>
      <dgm:t>
        <a:bodyPr/>
        <a:lstStyle/>
        <a:p>
          <a:endParaRPr lang="en-US"/>
        </a:p>
      </dgm:t>
    </dgm:pt>
    <dgm:pt modelId="{9A3DC1E5-2381-4F41-965C-987EB025A3EE}" type="pres">
      <dgm:prSet presAssocID="{5538950B-7E74-44C0-8975-05CA0475FF5D}" presName="spPre1" presStyleCnt="0"/>
      <dgm:spPr/>
    </dgm:pt>
    <dgm:pt modelId="{73ABCBFE-7B23-41E0-B546-C7305DBEFADD}" type="pres">
      <dgm:prSet presAssocID="{5538950B-7E74-44C0-8975-05CA0475FF5D}" presName="chLin1" presStyleCnt="0"/>
      <dgm:spPr/>
    </dgm:pt>
    <dgm:pt modelId="{43B0176A-21ED-4362-90E6-E2A7B34B2A48}" type="pres">
      <dgm:prSet presAssocID="{448821DB-A980-48DB-AD97-1F75E4CB9A23}" presName="Name11" presStyleLbl="parChTrans1D1" presStyleIdx="0" presStyleCnt="8"/>
      <dgm:spPr/>
    </dgm:pt>
    <dgm:pt modelId="{06242209-7664-4354-9CE8-978F1903340E}" type="pres">
      <dgm:prSet presAssocID="{448821DB-A980-48DB-AD97-1F75E4CB9A23}" presName="Name31" presStyleLbl="parChTrans1D1" presStyleIdx="1" presStyleCnt="8"/>
      <dgm:spPr/>
    </dgm:pt>
    <dgm:pt modelId="{1A85F200-CC3A-4722-8AAE-69F4721095A5}" type="pres">
      <dgm:prSet presAssocID="{711C753B-A21B-47D0-8A61-4BFDF040F6D4}" presName="txAndLines1" presStyleCnt="0"/>
      <dgm:spPr/>
    </dgm:pt>
    <dgm:pt modelId="{1C7E90F1-1C62-452F-AAD1-CA05B503094A}" type="pres">
      <dgm:prSet presAssocID="{711C753B-A21B-47D0-8A61-4BFDF040F6D4}" presName="anchor1" presStyleCnt="0"/>
      <dgm:spPr/>
    </dgm:pt>
    <dgm:pt modelId="{1C6966A5-DE96-4133-B9B2-6E093852A69F}" type="pres">
      <dgm:prSet presAssocID="{711C753B-A21B-47D0-8A61-4BFDF040F6D4}" presName="backup1" presStyleCnt="0"/>
      <dgm:spPr/>
    </dgm:pt>
    <dgm:pt modelId="{B7B3FE1B-280B-4F77-879A-42DFFFE1C6DE}" type="pres">
      <dgm:prSet presAssocID="{711C753B-A21B-47D0-8A61-4BFDF040F6D4}" presName="preLine1" presStyleLbl="parChTrans1D1" presStyleIdx="2" presStyleCnt="8"/>
      <dgm:spPr/>
    </dgm:pt>
    <dgm:pt modelId="{84DC3FBF-5B1B-4A18-A4B6-C0862B51078B}" type="pres">
      <dgm:prSet presAssocID="{711C753B-A21B-47D0-8A61-4BFDF040F6D4}" presName="desTx1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4F6411-C471-452C-8B0B-C73EB6A6FE33}" type="pres">
      <dgm:prSet presAssocID="{711C753B-A21B-47D0-8A61-4BFDF040F6D4}" presName="postLine1" presStyleLbl="parChTrans1D1" presStyleIdx="3" presStyleCnt="8"/>
      <dgm:spPr/>
    </dgm:pt>
    <dgm:pt modelId="{5F5E17DD-33FD-4B3B-AFB1-EF2D03D87EC0}" type="pres">
      <dgm:prSet presAssocID="{7B333776-643F-4ECF-827C-222C28CAF103}" presName="Name11" presStyleLbl="parChTrans1D1" presStyleIdx="4" presStyleCnt="8"/>
      <dgm:spPr/>
    </dgm:pt>
    <dgm:pt modelId="{D75C7B92-3B3F-4F89-B862-B0211A1F6EF3}" type="pres">
      <dgm:prSet presAssocID="{7B333776-643F-4ECF-827C-222C28CAF103}" presName="Name31" presStyleLbl="parChTrans1D1" presStyleIdx="5" presStyleCnt="8"/>
      <dgm:spPr/>
    </dgm:pt>
    <dgm:pt modelId="{CB28B47F-2CD5-4169-A629-450B43ECB6BB}" type="pres">
      <dgm:prSet presAssocID="{9E531CA2-265E-4C76-B5B6-C608DF482047}" presName="txAndLines1" presStyleCnt="0"/>
      <dgm:spPr/>
    </dgm:pt>
    <dgm:pt modelId="{205A7939-6C31-4AEB-A281-05A5FCCA614E}" type="pres">
      <dgm:prSet presAssocID="{9E531CA2-265E-4C76-B5B6-C608DF482047}" presName="anchor1" presStyleCnt="0"/>
      <dgm:spPr/>
    </dgm:pt>
    <dgm:pt modelId="{FD4F1A47-CD15-4F91-977A-F4696C018A9C}" type="pres">
      <dgm:prSet presAssocID="{9E531CA2-265E-4C76-B5B6-C608DF482047}" presName="backup1" presStyleCnt="0"/>
      <dgm:spPr/>
    </dgm:pt>
    <dgm:pt modelId="{5774F43C-6DAD-4362-B9B1-2D9294614525}" type="pres">
      <dgm:prSet presAssocID="{9E531CA2-265E-4C76-B5B6-C608DF482047}" presName="preLine1" presStyleLbl="parChTrans1D1" presStyleIdx="6" presStyleCnt="8"/>
      <dgm:spPr/>
    </dgm:pt>
    <dgm:pt modelId="{72A45CAB-E3E1-4FDC-9A5F-2760C67F317A}" type="pres">
      <dgm:prSet presAssocID="{9E531CA2-265E-4C76-B5B6-C608DF482047}" presName="desTx1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DE4DA8-28C6-47BF-9D20-335BB2D15D5C}" type="pres">
      <dgm:prSet presAssocID="{9E531CA2-265E-4C76-B5B6-C608DF482047}" presName="postLine1" presStyleLbl="parChTrans1D1" presStyleIdx="7" presStyleCnt="8"/>
      <dgm:spPr/>
    </dgm:pt>
    <dgm:pt modelId="{FFF89A0D-D110-4E4B-A3B9-CBA275D9A384}" type="pres">
      <dgm:prSet presAssocID="{5538950B-7E74-44C0-8975-05CA0475FF5D}" presName="spPost1" presStyleCnt="0"/>
      <dgm:spPr/>
    </dgm:pt>
    <dgm:pt modelId="{29EAEF96-8A84-4548-AEDA-06FE5F084828}" type="pres">
      <dgm:prSet presAssocID="{E0ABC702-3D2C-40AA-B87E-99E7A58DE4D4}" presName="parTx2" presStyleLbl="node1" presStyleIdx="1" presStyleCnt="4"/>
      <dgm:spPr/>
      <dgm:t>
        <a:bodyPr/>
        <a:lstStyle/>
        <a:p>
          <a:endParaRPr lang="en-US"/>
        </a:p>
      </dgm:t>
    </dgm:pt>
    <dgm:pt modelId="{950245F0-1AD0-49B3-B37F-86685F44357A}" type="pres">
      <dgm:prSet presAssocID="{C4DEC5EF-BEA5-4ECD-BF61-69C5B37A03E8}" presName="parTx3" presStyleLbl="node1" presStyleIdx="2" presStyleCnt="4"/>
      <dgm:spPr/>
      <dgm:t>
        <a:bodyPr/>
        <a:lstStyle/>
        <a:p>
          <a:endParaRPr lang="en-US"/>
        </a:p>
      </dgm:t>
    </dgm:pt>
    <dgm:pt modelId="{61C9DF1A-86B2-4625-BA18-C7E239F26691}" type="pres">
      <dgm:prSet presAssocID="{5DF7E56F-8E7A-4B36-88CA-E62D24E0F0C2}" presName="parTx4" presStyleLbl="node1" presStyleIdx="3" presStyleCnt="4"/>
      <dgm:spPr/>
      <dgm:t>
        <a:bodyPr/>
        <a:lstStyle/>
        <a:p>
          <a:endParaRPr lang="en-US"/>
        </a:p>
      </dgm:t>
    </dgm:pt>
  </dgm:ptLst>
  <dgm:cxnLst>
    <dgm:cxn modelId="{172F8D4E-163F-4FF7-810B-DD39989EA376}" srcId="{5FF5F60C-CD0E-4F03-AB49-57277637E78F}" destId="{C4DEC5EF-BEA5-4ECD-BF61-69C5B37A03E8}" srcOrd="2" destOrd="0" parTransId="{D5192EBE-4875-41BC-975F-46ADA6D420F9}" sibTransId="{6B6BFDAF-FE46-4D9C-8076-C4755285839C}"/>
    <dgm:cxn modelId="{1A7162F4-06A3-4BDF-9FD2-0A3B9A734CA3}" srcId="{5FF5F60C-CD0E-4F03-AB49-57277637E78F}" destId="{5DF7E56F-8E7A-4B36-88CA-E62D24E0F0C2}" srcOrd="3" destOrd="0" parTransId="{F57B469D-E5D1-4254-B0B4-C1441EE13A99}" sibTransId="{90CA0C29-189A-4649-9735-BE00760CD192}"/>
    <dgm:cxn modelId="{014850B5-262B-489B-BB9A-EEF5A9578E9D}" type="presOf" srcId="{711C753B-A21B-47D0-8A61-4BFDF040F6D4}" destId="{84DC3FBF-5B1B-4A18-A4B6-C0862B51078B}" srcOrd="0" destOrd="0" presId="urn:microsoft.com/office/officeart/2009/3/layout/SubStepProcess"/>
    <dgm:cxn modelId="{E185295A-E22D-4300-87FA-2341B1D9A755}" srcId="{5FF5F60C-CD0E-4F03-AB49-57277637E78F}" destId="{E0ABC702-3D2C-40AA-B87E-99E7A58DE4D4}" srcOrd="1" destOrd="0" parTransId="{59A6D640-BDAD-427B-BEAD-507657226587}" sibTransId="{D26E0F4A-BFE7-4B71-AC69-C1EAB999B651}"/>
    <dgm:cxn modelId="{6DFB0CD6-1ECC-4955-8979-F0BBAB0A6717}" type="presOf" srcId="{C4DEC5EF-BEA5-4ECD-BF61-69C5B37A03E8}" destId="{950245F0-1AD0-49B3-B37F-86685F44357A}" srcOrd="0" destOrd="0" presId="urn:microsoft.com/office/officeart/2009/3/layout/SubStepProcess"/>
    <dgm:cxn modelId="{AFD32F68-E40E-4785-9D71-5B6D8230AB86}" type="presOf" srcId="{5DF7E56F-8E7A-4B36-88CA-E62D24E0F0C2}" destId="{61C9DF1A-86B2-4625-BA18-C7E239F26691}" srcOrd="0" destOrd="0" presId="urn:microsoft.com/office/officeart/2009/3/layout/SubStepProcess"/>
    <dgm:cxn modelId="{5F628356-90C4-40CD-B44E-5EBFF50E87B7}" type="presOf" srcId="{9E531CA2-265E-4C76-B5B6-C608DF482047}" destId="{72A45CAB-E3E1-4FDC-9A5F-2760C67F317A}" srcOrd="0" destOrd="0" presId="urn:microsoft.com/office/officeart/2009/3/layout/SubStepProcess"/>
    <dgm:cxn modelId="{BE81BFE1-E64C-4F2D-A124-D435337D0DFB}" srcId="{5FF5F60C-CD0E-4F03-AB49-57277637E78F}" destId="{5538950B-7E74-44C0-8975-05CA0475FF5D}" srcOrd="0" destOrd="0" parTransId="{940A4BCA-440D-490F-98B9-2ACA241AE35E}" sibTransId="{AEF1D12C-CA6D-4E60-A4AA-666B0D7DAFA9}"/>
    <dgm:cxn modelId="{DFD4D433-59CE-4F5F-B5B3-7BAB778899B3}" srcId="{5538950B-7E74-44C0-8975-05CA0475FF5D}" destId="{711C753B-A21B-47D0-8A61-4BFDF040F6D4}" srcOrd="0" destOrd="0" parTransId="{448821DB-A980-48DB-AD97-1F75E4CB9A23}" sibTransId="{0A73F847-4390-47ED-8CDA-0E0BAE5645F9}"/>
    <dgm:cxn modelId="{7C0CDD8B-0116-4151-8739-AF37649D8625}" type="presOf" srcId="{5FF5F60C-CD0E-4F03-AB49-57277637E78F}" destId="{2C55C7A5-DDEB-4A1B-BA1F-4C89B5758F03}" srcOrd="0" destOrd="0" presId="urn:microsoft.com/office/officeart/2009/3/layout/SubStepProcess"/>
    <dgm:cxn modelId="{624DF8E4-5A2B-4D15-951D-2A62C12F08A7}" type="presOf" srcId="{E0ABC702-3D2C-40AA-B87E-99E7A58DE4D4}" destId="{29EAEF96-8A84-4548-AEDA-06FE5F084828}" srcOrd="0" destOrd="0" presId="urn:microsoft.com/office/officeart/2009/3/layout/SubStepProcess"/>
    <dgm:cxn modelId="{C4555725-38D8-4A3E-9B81-F2031BFC28B0}" srcId="{5538950B-7E74-44C0-8975-05CA0475FF5D}" destId="{9E531CA2-265E-4C76-B5B6-C608DF482047}" srcOrd="1" destOrd="0" parTransId="{7B333776-643F-4ECF-827C-222C28CAF103}" sibTransId="{1EEFF08C-C2FA-41DC-9925-AB6BB4430997}"/>
    <dgm:cxn modelId="{709B987E-611B-4B92-ADD8-2CF918B9F097}" type="presOf" srcId="{5538950B-7E74-44C0-8975-05CA0475FF5D}" destId="{91DB9639-BBF9-4ABF-8EF3-E6C517512DB1}" srcOrd="0" destOrd="0" presId="urn:microsoft.com/office/officeart/2009/3/layout/SubStepProcess"/>
    <dgm:cxn modelId="{0445D955-1F59-45B5-A3B8-095ABC742EC5}" type="presParOf" srcId="{2C55C7A5-DDEB-4A1B-BA1F-4C89B5758F03}" destId="{91DB9639-BBF9-4ABF-8EF3-E6C517512DB1}" srcOrd="0" destOrd="0" presId="urn:microsoft.com/office/officeart/2009/3/layout/SubStepProcess"/>
    <dgm:cxn modelId="{1992CDEC-DAC3-433C-9D18-1E9A8E447C0B}" type="presParOf" srcId="{2C55C7A5-DDEB-4A1B-BA1F-4C89B5758F03}" destId="{9A3DC1E5-2381-4F41-965C-987EB025A3EE}" srcOrd="1" destOrd="0" presId="urn:microsoft.com/office/officeart/2009/3/layout/SubStepProcess"/>
    <dgm:cxn modelId="{7D09ED20-90EC-433C-946A-F5CB5AB038BC}" type="presParOf" srcId="{2C55C7A5-DDEB-4A1B-BA1F-4C89B5758F03}" destId="{73ABCBFE-7B23-41E0-B546-C7305DBEFADD}" srcOrd="2" destOrd="0" presId="urn:microsoft.com/office/officeart/2009/3/layout/SubStepProcess"/>
    <dgm:cxn modelId="{C4C5DBE1-B5BA-454A-B70E-D3996A21379D}" type="presParOf" srcId="{73ABCBFE-7B23-41E0-B546-C7305DBEFADD}" destId="{43B0176A-21ED-4362-90E6-E2A7B34B2A48}" srcOrd="0" destOrd="0" presId="urn:microsoft.com/office/officeart/2009/3/layout/SubStepProcess"/>
    <dgm:cxn modelId="{78D02CC7-5260-421A-BFF3-7D2DA371F56A}" type="presParOf" srcId="{73ABCBFE-7B23-41E0-B546-C7305DBEFADD}" destId="{06242209-7664-4354-9CE8-978F1903340E}" srcOrd="1" destOrd="0" presId="urn:microsoft.com/office/officeart/2009/3/layout/SubStepProcess"/>
    <dgm:cxn modelId="{ECA818D0-EBB9-4E56-98F4-DF2F10D58248}" type="presParOf" srcId="{73ABCBFE-7B23-41E0-B546-C7305DBEFADD}" destId="{1A85F200-CC3A-4722-8AAE-69F4721095A5}" srcOrd="2" destOrd="0" presId="urn:microsoft.com/office/officeart/2009/3/layout/SubStepProcess"/>
    <dgm:cxn modelId="{DE14E3C5-6107-40FD-8563-34352F0A3527}" type="presParOf" srcId="{1A85F200-CC3A-4722-8AAE-69F4721095A5}" destId="{1C7E90F1-1C62-452F-AAD1-CA05B503094A}" srcOrd="0" destOrd="0" presId="urn:microsoft.com/office/officeart/2009/3/layout/SubStepProcess"/>
    <dgm:cxn modelId="{5490D732-1E31-4528-B5DC-EA558A217BCE}" type="presParOf" srcId="{1A85F200-CC3A-4722-8AAE-69F4721095A5}" destId="{1C6966A5-DE96-4133-B9B2-6E093852A69F}" srcOrd="1" destOrd="0" presId="urn:microsoft.com/office/officeart/2009/3/layout/SubStepProcess"/>
    <dgm:cxn modelId="{BB9C089A-EB27-4746-B08B-04CD93F90020}" type="presParOf" srcId="{1A85F200-CC3A-4722-8AAE-69F4721095A5}" destId="{B7B3FE1B-280B-4F77-879A-42DFFFE1C6DE}" srcOrd="2" destOrd="0" presId="urn:microsoft.com/office/officeart/2009/3/layout/SubStepProcess"/>
    <dgm:cxn modelId="{C21FD28E-7197-4881-9857-DED47E653656}" type="presParOf" srcId="{1A85F200-CC3A-4722-8AAE-69F4721095A5}" destId="{84DC3FBF-5B1B-4A18-A4B6-C0862B51078B}" srcOrd="3" destOrd="0" presId="urn:microsoft.com/office/officeart/2009/3/layout/SubStepProcess"/>
    <dgm:cxn modelId="{84EB7082-D770-4C88-912B-43B9E61F095B}" type="presParOf" srcId="{1A85F200-CC3A-4722-8AAE-69F4721095A5}" destId="{614F6411-C471-452C-8B0B-C73EB6A6FE33}" srcOrd="4" destOrd="0" presId="urn:microsoft.com/office/officeart/2009/3/layout/SubStepProcess"/>
    <dgm:cxn modelId="{F8700034-6E6E-4B53-9820-87EE8FE3A822}" type="presParOf" srcId="{73ABCBFE-7B23-41E0-B546-C7305DBEFADD}" destId="{5F5E17DD-33FD-4B3B-AFB1-EF2D03D87EC0}" srcOrd="3" destOrd="0" presId="urn:microsoft.com/office/officeart/2009/3/layout/SubStepProcess"/>
    <dgm:cxn modelId="{155C8BA4-54A1-46DA-A1CC-4B7DBCE7D3A9}" type="presParOf" srcId="{73ABCBFE-7B23-41E0-B546-C7305DBEFADD}" destId="{D75C7B92-3B3F-4F89-B862-B0211A1F6EF3}" srcOrd="4" destOrd="0" presId="urn:microsoft.com/office/officeart/2009/3/layout/SubStepProcess"/>
    <dgm:cxn modelId="{611174C6-03D0-4FBA-865E-9150FE79ABB3}" type="presParOf" srcId="{73ABCBFE-7B23-41E0-B546-C7305DBEFADD}" destId="{CB28B47F-2CD5-4169-A629-450B43ECB6BB}" srcOrd="5" destOrd="0" presId="urn:microsoft.com/office/officeart/2009/3/layout/SubStepProcess"/>
    <dgm:cxn modelId="{C0A91674-DA96-40B4-A428-CB6D84159B26}" type="presParOf" srcId="{CB28B47F-2CD5-4169-A629-450B43ECB6BB}" destId="{205A7939-6C31-4AEB-A281-05A5FCCA614E}" srcOrd="0" destOrd="0" presId="urn:microsoft.com/office/officeart/2009/3/layout/SubStepProcess"/>
    <dgm:cxn modelId="{3940CD41-A296-4225-8643-9907FD8EE5B1}" type="presParOf" srcId="{CB28B47F-2CD5-4169-A629-450B43ECB6BB}" destId="{FD4F1A47-CD15-4F91-977A-F4696C018A9C}" srcOrd="1" destOrd="0" presId="urn:microsoft.com/office/officeart/2009/3/layout/SubStepProcess"/>
    <dgm:cxn modelId="{CE998F0A-E10A-4573-A5F8-2C9024402ED4}" type="presParOf" srcId="{CB28B47F-2CD5-4169-A629-450B43ECB6BB}" destId="{5774F43C-6DAD-4362-B9B1-2D9294614525}" srcOrd="2" destOrd="0" presId="urn:microsoft.com/office/officeart/2009/3/layout/SubStepProcess"/>
    <dgm:cxn modelId="{1509293C-FC56-438C-8D0B-ED3AAEEB0DA9}" type="presParOf" srcId="{CB28B47F-2CD5-4169-A629-450B43ECB6BB}" destId="{72A45CAB-E3E1-4FDC-9A5F-2760C67F317A}" srcOrd="3" destOrd="0" presId="urn:microsoft.com/office/officeart/2009/3/layout/SubStepProcess"/>
    <dgm:cxn modelId="{FE514939-2282-4438-BD7F-5D33015E711A}" type="presParOf" srcId="{CB28B47F-2CD5-4169-A629-450B43ECB6BB}" destId="{84DE4DA8-28C6-47BF-9D20-335BB2D15D5C}" srcOrd="4" destOrd="0" presId="urn:microsoft.com/office/officeart/2009/3/layout/SubStepProcess"/>
    <dgm:cxn modelId="{A5255E30-1D55-4BEA-B53F-8E14DBF6A3B2}" type="presParOf" srcId="{2C55C7A5-DDEB-4A1B-BA1F-4C89B5758F03}" destId="{FFF89A0D-D110-4E4B-A3B9-CBA275D9A384}" srcOrd="3" destOrd="0" presId="urn:microsoft.com/office/officeart/2009/3/layout/SubStepProcess"/>
    <dgm:cxn modelId="{17992B2F-6F6E-4DC0-AA03-CDA3081FA660}" type="presParOf" srcId="{2C55C7A5-DDEB-4A1B-BA1F-4C89B5758F03}" destId="{29EAEF96-8A84-4548-AEDA-06FE5F084828}" srcOrd="4" destOrd="0" presId="urn:microsoft.com/office/officeart/2009/3/layout/SubStepProcess"/>
    <dgm:cxn modelId="{9F5459C3-98E4-4A9C-95CB-3DEBDDB4121A}" type="presParOf" srcId="{2C55C7A5-DDEB-4A1B-BA1F-4C89B5758F03}" destId="{950245F0-1AD0-49B3-B37F-86685F44357A}" srcOrd="5" destOrd="0" presId="urn:microsoft.com/office/officeart/2009/3/layout/SubStepProcess"/>
    <dgm:cxn modelId="{A2538F83-323B-4FD9-80D2-DA94743E94C0}" type="presParOf" srcId="{2C55C7A5-DDEB-4A1B-BA1F-4C89B5758F03}" destId="{61C9DF1A-86B2-4625-BA18-C7E239F26691}" srcOrd="6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120D86-52B3-410B-91C2-9276E7C3AC30}" type="doc">
      <dgm:prSet loTypeId="urn:microsoft.com/office/officeart/2009/3/layout/SubStep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0AC2C1-5C34-4189-B48B-FDC1172104B6}">
      <dgm:prSet phldrT="[Text]"/>
      <dgm:spPr/>
      <dgm:t>
        <a:bodyPr/>
        <a:lstStyle/>
        <a:p>
          <a:r>
            <a:rPr lang="en-US" dirty="0" smtClean="0"/>
            <a:t>Clean</a:t>
          </a:r>
          <a:endParaRPr lang="en-US" dirty="0"/>
        </a:p>
      </dgm:t>
    </dgm:pt>
    <dgm:pt modelId="{160EF0FA-BBEC-4028-8301-62BACB47224E}" type="parTrans" cxnId="{7F3F149D-61F5-458D-978F-C739747CD4CF}">
      <dgm:prSet/>
      <dgm:spPr/>
      <dgm:t>
        <a:bodyPr/>
        <a:lstStyle/>
        <a:p>
          <a:endParaRPr lang="en-US"/>
        </a:p>
      </dgm:t>
    </dgm:pt>
    <dgm:pt modelId="{4A1349F2-433F-468A-8F04-7B56B02342EE}" type="sibTrans" cxnId="{7F3F149D-61F5-458D-978F-C739747CD4CF}">
      <dgm:prSet/>
      <dgm:spPr/>
      <dgm:t>
        <a:bodyPr/>
        <a:lstStyle/>
        <a:p>
          <a:endParaRPr lang="en-US"/>
        </a:p>
      </dgm:t>
    </dgm:pt>
    <dgm:pt modelId="{27EA1B1A-E57C-4F26-A2EF-E4853A5936DF}">
      <dgm:prSet phldrT="[Text]"/>
      <dgm:spPr/>
      <dgm:t>
        <a:bodyPr/>
        <a:lstStyle/>
        <a:p>
          <a:r>
            <a:rPr lang="en-US" dirty="0" smtClean="0"/>
            <a:t>Integrate</a:t>
          </a:r>
          <a:endParaRPr lang="en-US" dirty="0"/>
        </a:p>
      </dgm:t>
    </dgm:pt>
    <dgm:pt modelId="{4C4176AF-BB2A-427A-8017-8EFBB93B9FE9}" type="parTrans" cxnId="{C5728396-6EEF-4D8F-9F81-CC1C3C639A3E}">
      <dgm:prSet/>
      <dgm:spPr/>
      <dgm:t>
        <a:bodyPr/>
        <a:lstStyle/>
        <a:p>
          <a:endParaRPr lang="en-US"/>
        </a:p>
      </dgm:t>
    </dgm:pt>
    <dgm:pt modelId="{A80FC27B-E684-4CE5-AC53-65FE3D0C19DD}" type="sibTrans" cxnId="{C5728396-6EEF-4D8F-9F81-CC1C3C639A3E}">
      <dgm:prSet/>
      <dgm:spPr/>
      <dgm:t>
        <a:bodyPr/>
        <a:lstStyle/>
        <a:p>
          <a:endParaRPr lang="en-US"/>
        </a:p>
      </dgm:t>
    </dgm:pt>
    <dgm:pt modelId="{D033C0E5-DF75-47B0-9024-C0BC205A142A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 smtClean="0"/>
            <a:t>Visualize</a:t>
          </a:r>
          <a:endParaRPr lang="en-US" dirty="0"/>
        </a:p>
      </dgm:t>
    </dgm:pt>
    <dgm:pt modelId="{1BBD0F4A-9AE2-4AF5-8333-09410C744A31}" type="parTrans" cxnId="{21DD1471-83D3-40A9-8391-1F88D042B180}">
      <dgm:prSet/>
      <dgm:spPr/>
      <dgm:t>
        <a:bodyPr/>
        <a:lstStyle/>
        <a:p>
          <a:endParaRPr lang="en-US"/>
        </a:p>
      </dgm:t>
    </dgm:pt>
    <dgm:pt modelId="{773047A7-8679-4381-A2C7-567C4855726D}" type="sibTrans" cxnId="{21DD1471-83D3-40A9-8391-1F88D042B180}">
      <dgm:prSet/>
      <dgm:spPr/>
      <dgm:t>
        <a:bodyPr/>
        <a:lstStyle/>
        <a:p>
          <a:endParaRPr lang="en-US"/>
        </a:p>
      </dgm:t>
    </dgm:pt>
    <dgm:pt modelId="{0937227F-CD8C-42FD-90CF-79EF19299BFE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smtClean="0"/>
            <a:t>Insights</a:t>
          </a:r>
          <a:endParaRPr lang="en-US" dirty="0"/>
        </a:p>
      </dgm:t>
    </dgm:pt>
    <dgm:pt modelId="{A95DD0E0-AA12-46F7-8937-623D97BF0EC2}" type="parTrans" cxnId="{124F5B25-2D3A-4863-9C5E-FAC3BAAB24A7}">
      <dgm:prSet/>
      <dgm:spPr/>
      <dgm:t>
        <a:bodyPr/>
        <a:lstStyle/>
        <a:p>
          <a:endParaRPr lang="en-US"/>
        </a:p>
      </dgm:t>
    </dgm:pt>
    <dgm:pt modelId="{6B280880-C7AA-42FD-B2BA-BA134C620CAE}" type="sibTrans" cxnId="{124F5B25-2D3A-4863-9C5E-FAC3BAAB24A7}">
      <dgm:prSet/>
      <dgm:spPr/>
      <dgm:t>
        <a:bodyPr/>
        <a:lstStyle/>
        <a:p>
          <a:endParaRPr lang="en-US"/>
        </a:p>
      </dgm:t>
    </dgm:pt>
    <dgm:pt modelId="{BFFBFB02-7B43-4DC9-B08C-74F9F85E1741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 smtClean="0"/>
            <a:t>What Decisions can be taken?</a:t>
          </a:r>
          <a:endParaRPr lang="en-US" dirty="0"/>
        </a:p>
      </dgm:t>
    </dgm:pt>
    <dgm:pt modelId="{F50412FF-626E-4032-BD70-F29B574B9D06}" type="parTrans" cxnId="{68B99A56-A824-4D4C-87D3-B9AEBDB28BB5}">
      <dgm:prSet/>
      <dgm:spPr/>
      <dgm:t>
        <a:bodyPr/>
        <a:lstStyle/>
        <a:p>
          <a:endParaRPr lang="en-US"/>
        </a:p>
      </dgm:t>
    </dgm:pt>
    <dgm:pt modelId="{9F02FDE0-C48F-4BB3-B7E6-90D6D7D73C40}" type="sibTrans" cxnId="{68B99A56-A824-4D4C-87D3-B9AEBDB28BB5}">
      <dgm:prSet/>
      <dgm:spPr/>
      <dgm:t>
        <a:bodyPr/>
        <a:lstStyle/>
        <a:p>
          <a:endParaRPr lang="en-US"/>
        </a:p>
      </dgm:t>
    </dgm:pt>
    <dgm:pt modelId="{D9BC7F8A-252E-49BB-A85D-D0C3569664B2}">
      <dgm:prSet phldrT="[Text]"/>
      <dgm:spPr/>
      <dgm:t>
        <a:bodyPr/>
        <a:lstStyle/>
        <a:p>
          <a:r>
            <a:rPr lang="en-US" dirty="0" smtClean="0"/>
            <a:t>We have a lot of DATA</a:t>
          </a:r>
          <a:endParaRPr lang="en-US" dirty="0"/>
        </a:p>
      </dgm:t>
    </dgm:pt>
    <dgm:pt modelId="{1FBC5C2F-94EF-4983-9724-5D47BA2A56D1}" type="sibTrans" cxnId="{7C5A7EA2-A9E2-4109-8323-A090CC86464E}">
      <dgm:prSet/>
      <dgm:spPr/>
      <dgm:t>
        <a:bodyPr/>
        <a:lstStyle/>
        <a:p>
          <a:endParaRPr lang="en-US"/>
        </a:p>
      </dgm:t>
    </dgm:pt>
    <dgm:pt modelId="{8A2D79AD-A77F-4F3A-AC75-2ABAEF8D52DD}" type="parTrans" cxnId="{7C5A7EA2-A9E2-4109-8323-A090CC86464E}">
      <dgm:prSet/>
      <dgm:spPr/>
      <dgm:t>
        <a:bodyPr/>
        <a:lstStyle/>
        <a:p>
          <a:endParaRPr lang="en-US"/>
        </a:p>
      </dgm:t>
    </dgm:pt>
    <dgm:pt modelId="{82CBFCB2-D88A-44E7-976B-28614671F5D7}" type="pres">
      <dgm:prSet presAssocID="{39120D86-52B3-410B-91C2-9276E7C3AC30}" presName="Name0" presStyleCnt="0">
        <dgm:presLayoutVars>
          <dgm:chMax val="7"/>
          <dgm:dir/>
          <dgm:animOne val="branch"/>
        </dgm:presLayoutVars>
      </dgm:prSet>
      <dgm:spPr/>
      <dgm:t>
        <a:bodyPr/>
        <a:lstStyle/>
        <a:p>
          <a:endParaRPr lang="en-US"/>
        </a:p>
      </dgm:t>
    </dgm:pt>
    <dgm:pt modelId="{DAFCDFB8-6CAF-4921-97A9-D6E934D76951}" type="pres">
      <dgm:prSet presAssocID="{D9BC7F8A-252E-49BB-A85D-D0C3569664B2}" presName="parTx1" presStyleLbl="node1" presStyleIdx="0" presStyleCnt="4"/>
      <dgm:spPr/>
      <dgm:t>
        <a:bodyPr/>
        <a:lstStyle/>
        <a:p>
          <a:endParaRPr lang="en-US"/>
        </a:p>
      </dgm:t>
    </dgm:pt>
    <dgm:pt modelId="{6096DA1E-FFF9-4452-963F-201A49796D12}" type="pres">
      <dgm:prSet presAssocID="{D9BC7F8A-252E-49BB-A85D-D0C3569664B2}" presName="spPre1" presStyleCnt="0"/>
      <dgm:spPr/>
    </dgm:pt>
    <dgm:pt modelId="{59A11004-B09D-4C66-B864-DF6B4FC18835}" type="pres">
      <dgm:prSet presAssocID="{D9BC7F8A-252E-49BB-A85D-D0C3569664B2}" presName="chLin1" presStyleCnt="0"/>
      <dgm:spPr/>
    </dgm:pt>
    <dgm:pt modelId="{F7AE614C-5057-4A6C-8FDB-F5548C73F33E}" type="pres">
      <dgm:prSet presAssocID="{160EF0FA-BBEC-4028-8301-62BACB47224E}" presName="Name11" presStyleLbl="parChTrans1D1" presStyleIdx="0" presStyleCnt="8"/>
      <dgm:spPr/>
    </dgm:pt>
    <dgm:pt modelId="{2201F051-58A5-4BA5-9820-891574ECF8AA}" type="pres">
      <dgm:prSet presAssocID="{160EF0FA-BBEC-4028-8301-62BACB47224E}" presName="Name31" presStyleLbl="parChTrans1D1" presStyleIdx="1" presStyleCnt="8"/>
      <dgm:spPr/>
    </dgm:pt>
    <dgm:pt modelId="{2172B671-19E3-42D0-BA57-B30790EA9CDA}" type="pres">
      <dgm:prSet presAssocID="{A80AC2C1-5C34-4189-B48B-FDC1172104B6}" presName="txAndLines1" presStyleCnt="0"/>
      <dgm:spPr/>
    </dgm:pt>
    <dgm:pt modelId="{9F053337-A9E3-4CBA-A80B-57A9BFB6313E}" type="pres">
      <dgm:prSet presAssocID="{A80AC2C1-5C34-4189-B48B-FDC1172104B6}" presName="anchor1" presStyleCnt="0"/>
      <dgm:spPr/>
    </dgm:pt>
    <dgm:pt modelId="{9ED7AFBF-9A34-4300-BECB-37C453E7B1BD}" type="pres">
      <dgm:prSet presAssocID="{A80AC2C1-5C34-4189-B48B-FDC1172104B6}" presName="backup1" presStyleCnt="0"/>
      <dgm:spPr/>
    </dgm:pt>
    <dgm:pt modelId="{BDE1190C-4E81-4F2D-A59D-947D40307681}" type="pres">
      <dgm:prSet presAssocID="{A80AC2C1-5C34-4189-B48B-FDC1172104B6}" presName="preLine1" presStyleLbl="parChTrans1D1" presStyleIdx="2" presStyleCnt="8"/>
      <dgm:spPr/>
    </dgm:pt>
    <dgm:pt modelId="{A7242B27-CF39-4CF1-AFD8-B1BA441DBB5A}" type="pres">
      <dgm:prSet presAssocID="{A80AC2C1-5C34-4189-B48B-FDC1172104B6}" presName="desTx1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5A7EC6-3B57-4617-B254-5B1920626043}" type="pres">
      <dgm:prSet presAssocID="{A80AC2C1-5C34-4189-B48B-FDC1172104B6}" presName="postLine1" presStyleLbl="parChTrans1D1" presStyleIdx="3" presStyleCnt="8"/>
      <dgm:spPr/>
    </dgm:pt>
    <dgm:pt modelId="{B04A7992-73E1-4904-9588-9E96F4436701}" type="pres">
      <dgm:prSet presAssocID="{4C4176AF-BB2A-427A-8017-8EFBB93B9FE9}" presName="Name11" presStyleLbl="parChTrans1D1" presStyleIdx="4" presStyleCnt="8"/>
      <dgm:spPr/>
    </dgm:pt>
    <dgm:pt modelId="{263C5B88-B5AD-48BE-8937-58EA1F9842C8}" type="pres">
      <dgm:prSet presAssocID="{4C4176AF-BB2A-427A-8017-8EFBB93B9FE9}" presName="Name31" presStyleLbl="parChTrans1D1" presStyleIdx="5" presStyleCnt="8"/>
      <dgm:spPr/>
    </dgm:pt>
    <dgm:pt modelId="{E8BDE4B8-A298-495F-AE49-1EC5BCA144EF}" type="pres">
      <dgm:prSet presAssocID="{27EA1B1A-E57C-4F26-A2EF-E4853A5936DF}" presName="txAndLines1" presStyleCnt="0"/>
      <dgm:spPr/>
    </dgm:pt>
    <dgm:pt modelId="{6B54D71F-AF31-448A-A25B-23418A51A258}" type="pres">
      <dgm:prSet presAssocID="{27EA1B1A-E57C-4F26-A2EF-E4853A5936DF}" presName="anchor1" presStyleCnt="0"/>
      <dgm:spPr/>
    </dgm:pt>
    <dgm:pt modelId="{2CCCB7E4-70B8-4338-B189-7DF5E838D9D1}" type="pres">
      <dgm:prSet presAssocID="{27EA1B1A-E57C-4F26-A2EF-E4853A5936DF}" presName="backup1" presStyleCnt="0"/>
      <dgm:spPr/>
    </dgm:pt>
    <dgm:pt modelId="{8B04095D-4435-493E-8F2D-66A8F6FDEEBD}" type="pres">
      <dgm:prSet presAssocID="{27EA1B1A-E57C-4F26-A2EF-E4853A5936DF}" presName="preLine1" presStyleLbl="parChTrans1D1" presStyleIdx="6" presStyleCnt="8"/>
      <dgm:spPr/>
    </dgm:pt>
    <dgm:pt modelId="{E89FC7F4-5632-47AB-B477-716621553463}" type="pres">
      <dgm:prSet presAssocID="{27EA1B1A-E57C-4F26-A2EF-E4853A5936DF}" presName="desTx1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C81F71-73CB-4416-A345-E72732A07595}" type="pres">
      <dgm:prSet presAssocID="{27EA1B1A-E57C-4F26-A2EF-E4853A5936DF}" presName="postLine1" presStyleLbl="parChTrans1D1" presStyleIdx="7" presStyleCnt="8"/>
      <dgm:spPr/>
    </dgm:pt>
    <dgm:pt modelId="{120103E3-F47D-4D0D-B2A9-2E286BC36F29}" type="pres">
      <dgm:prSet presAssocID="{D9BC7F8A-252E-49BB-A85D-D0C3569664B2}" presName="spPost1" presStyleCnt="0"/>
      <dgm:spPr/>
    </dgm:pt>
    <dgm:pt modelId="{8B32AB47-71DD-43E3-B94A-6B4115F3A463}" type="pres">
      <dgm:prSet presAssocID="{D033C0E5-DF75-47B0-9024-C0BC205A142A}" presName="parTx2" presStyleLbl="node1" presStyleIdx="1" presStyleCnt="4"/>
      <dgm:spPr/>
      <dgm:t>
        <a:bodyPr/>
        <a:lstStyle/>
        <a:p>
          <a:endParaRPr lang="en-US"/>
        </a:p>
      </dgm:t>
    </dgm:pt>
    <dgm:pt modelId="{67F812B3-A103-45CC-BCDA-334E06E45E72}" type="pres">
      <dgm:prSet presAssocID="{0937227F-CD8C-42FD-90CF-79EF19299BFE}" presName="parTx3" presStyleLbl="node1" presStyleIdx="2" presStyleCnt="4"/>
      <dgm:spPr/>
      <dgm:t>
        <a:bodyPr/>
        <a:lstStyle/>
        <a:p>
          <a:endParaRPr lang="en-US"/>
        </a:p>
      </dgm:t>
    </dgm:pt>
    <dgm:pt modelId="{DF0414A1-7666-4B10-A4AA-350940634397}" type="pres">
      <dgm:prSet presAssocID="{BFFBFB02-7B43-4DC9-B08C-74F9F85E1741}" presName="parTx4" presStyleLbl="node1" presStyleIdx="3" presStyleCnt="4"/>
      <dgm:spPr/>
      <dgm:t>
        <a:bodyPr/>
        <a:lstStyle/>
        <a:p>
          <a:endParaRPr lang="en-US"/>
        </a:p>
      </dgm:t>
    </dgm:pt>
  </dgm:ptLst>
  <dgm:cxnLst>
    <dgm:cxn modelId="{ED947523-3EFF-4C6B-BD56-8FDE85372613}" type="presOf" srcId="{A80AC2C1-5C34-4189-B48B-FDC1172104B6}" destId="{A7242B27-CF39-4CF1-AFD8-B1BA441DBB5A}" srcOrd="0" destOrd="0" presId="urn:microsoft.com/office/officeart/2009/3/layout/SubStepProcess"/>
    <dgm:cxn modelId="{6BD82AA7-92F7-4F50-9ED2-FCE2E2C1BCE5}" type="presOf" srcId="{39120D86-52B3-410B-91C2-9276E7C3AC30}" destId="{82CBFCB2-D88A-44E7-976B-28614671F5D7}" srcOrd="0" destOrd="0" presId="urn:microsoft.com/office/officeart/2009/3/layout/SubStepProcess"/>
    <dgm:cxn modelId="{21DD1471-83D3-40A9-8391-1F88D042B180}" srcId="{39120D86-52B3-410B-91C2-9276E7C3AC30}" destId="{D033C0E5-DF75-47B0-9024-C0BC205A142A}" srcOrd="1" destOrd="0" parTransId="{1BBD0F4A-9AE2-4AF5-8333-09410C744A31}" sibTransId="{773047A7-8679-4381-A2C7-567C4855726D}"/>
    <dgm:cxn modelId="{7C5A7EA2-A9E2-4109-8323-A090CC86464E}" srcId="{39120D86-52B3-410B-91C2-9276E7C3AC30}" destId="{D9BC7F8A-252E-49BB-A85D-D0C3569664B2}" srcOrd="0" destOrd="0" parTransId="{8A2D79AD-A77F-4F3A-AC75-2ABAEF8D52DD}" sibTransId="{1FBC5C2F-94EF-4983-9724-5D47BA2A56D1}"/>
    <dgm:cxn modelId="{0CDBCAC5-B3C3-4A90-9739-52EEDE28E64D}" type="presOf" srcId="{D033C0E5-DF75-47B0-9024-C0BC205A142A}" destId="{8B32AB47-71DD-43E3-B94A-6B4115F3A463}" srcOrd="0" destOrd="0" presId="urn:microsoft.com/office/officeart/2009/3/layout/SubStepProcess"/>
    <dgm:cxn modelId="{C5728396-6EEF-4D8F-9F81-CC1C3C639A3E}" srcId="{D9BC7F8A-252E-49BB-A85D-D0C3569664B2}" destId="{27EA1B1A-E57C-4F26-A2EF-E4853A5936DF}" srcOrd="1" destOrd="0" parTransId="{4C4176AF-BB2A-427A-8017-8EFBB93B9FE9}" sibTransId="{A80FC27B-E684-4CE5-AC53-65FE3D0C19DD}"/>
    <dgm:cxn modelId="{8D1E1CDE-F366-4323-BFF0-9EBFEDFF956D}" type="presOf" srcId="{BFFBFB02-7B43-4DC9-B08C-74F9F85E1741}" destId="{DF0414A1-7666-4B10-A4AA-350940634397}" srcOrd="0" destOrd="0" presId="urn:microsoft.com/office/officeart/2009/3/layout/SubStepProcess"/>
    <dgm:cxn modelId="{59B2F5D4-4CA3-40AB-BBCD-971B201BB79C}" type="presOf" srcId="{0937227F-CD8C-42FD-90CF-79EF19299BFE}" destId="{67F812B3-A103-45CC-BCDA-334E06E45E72}" srcOrd="0" destOrd="0" presId="urn:microsoft.com/office/officeart/2009/3/layout/SubStepProcess"/>
    <dgm:cxn modelId="{124F5B25-2D3A-4863-9C5E-FAC3BAAB24A7}" srcId="{39120D86-52B3-410B-91C2-9276E7C3AC30}" destId="{0937227F-CD8C-42FD-90CF-79EF19299BFE}" srcOrd="2" destOrd="0" parTransId="{A95DD0E0-AA12-46F7-8937-623D97BF0EC2}" sibTransId="{6B280880-C7AA-42FD-B2BA-BA134C620CAE}"/>
    <dgm:cxn modelId="{03D853AB-1960-4AF7-B8C4-51C27DA96A8C}" type="presOf" srcId="{27EA1B1A-E57C-4F26-A2EF-E4853A5936DF}" destId="{E89FC7F4-5632-47AB-B477-716621553463}" srcOrd="0" destOrd="0" presId="urn:microsoft.com/office/officeart/2009/3/layout/SubStepProcess"/>
    <dgm:cxn modelId="{68B99A56-A824-4D4C-87D3-B9AEBDB28BB5}" srcId="{39120D86-52B3-410B-91C2-9276E7C3AC30}" destId="{BFFBFB02-7B43-4DC9-B08C-74F9F85E1741}" srcOrd="3" destOrd="0" parTransId="{F50412FF-626E-4032-BD70-F29B574B9D06}" sibTransId="{9F02FDE0-C48F-4BB3-B7E6-90D6D7D73C40}"/>
    <dgm:cxn modelId="{F0E7D9B5-8B29-4D02-A293-C5D0D4223117}" type="presOf" srcId="{D9BC7F8A-252E-49BB-A85D-D0C3569664B2}" destId="{DAFCDFB8-6CAF-4921-97A9-D6E934D76951}" srcOrd="0" destOrd="0" presId="urn:microsoft.com/office/officeart/2009/3/layout/SubStepProcess"/>
    <dgm:cxn modelId="{7F3F149D-61F5-458D-978F-C739747CD4CF}" srcId="{D9BC7F8A-252E-49BB-A85D-D0C3569664B2}" destId="{A80AC2C1-5C34-4189-B48B-FDC1172104B6}" srcOrd="0" destOrd="0" parTransId="{160EF0FA-BBEC-4028-8301-62BACB47224E}" sibTransId="{4A1349F2-433F-468A-8F04-7B56B02342EE}"/>
    <dgm:cxn modelId="{F0403055-699F-4963-8268-81225B2EDE71}" type="presParOf" srcId="{82CBFCB2-D88A-44E7-976B-28614671F5D7}" destId="{DAFCDFB8-6CAF-4921-97A9-D6E934D76951}" srcOrd="0" destOrd="0" presId="urn:microsoft.com/office/officeart/2009/3/layout/SubStepProcess"/>
    <dgm:cxn modelId="{638D11BF-5818-4C43-B338-700D30BDA294}" type="presParOf" srcId="{82CBFCB2-D88A-44E7-976B-28614671F5D7}" destId="{6096DA1E-FFF9-4452-963F-201A49796D12}" srcOrd="1" destOrd="0" presId="urn:microsoft.com/office/officeart/2009/3/layout/SubStepProcess"/>
    <dgm:cxn modelId="{CAB237D8-4E5D-45C1-9E97-1B871477DA6C}" type="presParOf" srcId="{82CBFCB2-D88A-44E7-976B-28614671F5D7}" destId="{59A11004-B09D-4C66-B864-DF6B4FC18835}" srcOrd="2" destOrd="0" presId="urn:microsoft.com/office/officeart/2009/3/layout/SubStepProcess"/>
    <dgm:cxn modelId="{76BCF2A1-84D4-4DAA-BB4E-B82983DCEDD4}" type="presParOf" srcId="{59A11004-B09D-4C66-B864-DF6B4FC18835}" destId="{F7AE614C-5057-4A6C-8FDB-F5548C73F33E}" srcOrd="0" destOrd="0" presId="urn:microsoft.com/office/officeart/2009/3/layout/SubStepProcess"/>
    <dgm:cxn modelId="{B40BC221-E5DE-481E-8DB1-B293609FD47A}" type="presParOf" srcId="{59A11004-B09D-4C66-B864-DF6B4FC18835}" destId="{2201F051-58A5-4BA5-9820-891574ECF8AA}" srcOrd="1" destOrd="0" presId="urn:microsoft.com/office/officeart/2009/3/layout/SubStepProcess"/>
    <dgm:cxn modelId="{975C9C48-5B2B-4646-BFBE-E5418713588F}" type="presParOf" srcId="{59A11004-B09D-4C66-B864-DF6B4FC18835}" destId="{2172B671-19E3-42D0-BA57-B30790EA9CDA}" srcOrd="2" destOrd="0" presId="urn:microsoft.com/office/officeart/2009/3/layout/SubStepProcess"/>
    <dgm:cxn modelId="{8CA159B1-F181-4D73-96F1-D534E39EF683}" type="presParOf" srcId="{2172B671-19E3-42D0-BA57-B30790EA9CDA}" destId="{9F053337-A9E3-4CBA-A80B-57A9BFB6313E}" srcOrd="0" destOrd="0" presId="urn:microsoft.com/office/officeart/2009/3/layout/SubStepProcess"/>
    <dgm:cxn modelId="{4385B07E-F2A3-4037-958E-37AE99D46924}" type="presParOf" srcId="{2172B671-19E3-42D0-BA57-B30790EA9CDA}" destId="{9ED7AFBF-9A34-4300-BECB-37C453E7B1BD}" srcOrd="1" destOrd="0" presId="urn:microsoft.com/office/officeart/2009/3/layout/SubStepProcess"/>
    <dgm:cxn modelId="{9A4F7D3C-863E-4735-AE2D-6A58494CE36C}" type="presParOf" srcId="{2172B671-19E3-42D0-BA57-B30790EA9CDA}" destId="{BDE1190C-4E81-4F2D-A59D-947D40307681}" srcOrd="2" destOrd="0" presId="urn:microsoft.com/office/officeart/2009/3/layout/SubStepProcess"/>
    <dgm:cxn modelId="{3F56D7A7-CA40-4DF2-BD02-E83D7448E1BE}" type="presParOf" srcId="{2172B671-19E3-42D0-BA57-B30790EA9CDA}" destId="{A7242B27-CF39-4CF1-AFD8-B1BA441DBB5A}" srcOrd="3" destOrd="0" presId="urn:microsoft.com/office/officeart/2009/3/layout/SubStepProcess"/>
    <dgm:cxn modelId="{D8BE206F-B20D-47F5-BFB9-2E024677D033}" type="presParOf" srcId="{2172B671-19E3-42D0-BA57-B30790EA9CDA}" destId="{585A7EC6-3B57-4617-B254-5B1920626043}" srcOrd="4" destOrd="0" presId="urn:microsoft.com/office/officeart/2009/3/layout/SubStepProcess"/>
    <dgm:cxn modelId="{D46C7BCC-C217-4A55-8095-CF2AA7ABF68A}" type="presParOf" srcId="{59A11004-B09D-4C66-B864-DF6B4FC18835}" destId="{B04A7992-73E1-4904-9588-9E96F4436701}" srcOrd="3" destOrd="0" presId="urn:microsoft.com/office/officeart/2009/3/layout/SubStepProcess"/>
    <dgm:cxn modelId="{FADCF888-FB22-407B-8087-F2CF811A822D}" type="presParOf" srcId="{59A11004-B09D-4C66-B864-DF6B4FC18835}" destId="{263C5B88-B5AD-48BE-8937-58EA1F9842C8}" srcOrd="4" destOrd="0" presId="urn:microsoft.com/office/officeart/2009/3/layout/SubStepProcess"/>
    <dgm:cxn modelId="{024168C3-44B8-49A4-A854-56E6D624293D}" type="presParOf" srcId="{59A11004-B09D-4C66-B864-DF6B4FC18835}" destId="{E8BDE4B8-A298-495F-AE49-1EC5BCA144EF}" srcOrd="5" destOrd="0" presId="urn:microsoft.com/office/officeart/2009/3/layout/SubStepProcess"/>
    <dgm:cxn modelId="{3EF34A3A-BF83-469C-B7BC-E5B498FE6874}" type="presParOf" srcId="{E8BDE4B8-A298-495F-AE49-1EC5BCA144EF}" destId="{6B54D71F-AF31-448A-A25B-23418A51A258}" srcOrd="0" destOrd="0" presId="urn:microsoft.com/office/officeart/2009/3/layout/SubStepProcess"/>
    <dgm:cxn modelId="{CF92B7C7-1446-4389-ADD7-1CE58F2ADFD0}" type="presParOf" srcId="{E8BDE4B8-A298-495F-AE49-1EC5BCA144EF}" destId="{2CCCB7E4-70B8-4338-B189-7DF5E838D9D1}" srcOrd="1" destOrd="0" presId="urn:microsoft.com/office/officeart/2009/3/layout/SubStepProcess"/>
    <dgm:cxn modelId="{0C1D2E92-DD10-4925-A1B4-F352C9F9FC57}" type="presParOf" srcId="{E8BDE4B8-A298-495F-AE49-1EC5BCA144EF}" destId="{8B04095D-4435-493E-8F2D-66A8F6FDEEBD}" srcOrd="2" destOrd="0" presId="urn:microsoft.com/office/officeart/2009/3/layout/SubStepProcess"/>
    <dgm:cxn modelId="{828C4FA1-D880-4F75-A32B-260C386D0955}" type="presParOf" srcId="{E8BDE4B8-A298-495F-AE49-1EC5BCA144EF}" destId="{E89FC7F4-5632-47AB-B477-716621553463}" srcOrd="3" destOrd="0" presId="urn:microsoft.com/office/officeart/2009/3/layout/SubStepProcess"/>
    <dgm:cxn modelId="{4E052F84-9534-40FC-9CD1-5A266C09DFE0}" type="presParOf" srcId="{E8BDE4B8-A298-495F-AE49-1EC5BCA144EF}" destId="{40C81F71-73CB-4416-A345-E72732A07595}" srcOrd="4" destOrd="0" presId="urn:microsoft.com/office/officeart/2009/3/layout/SubStepProcess"/>
    <dgm:cxn modelId="{CC0C67AC-F72E-4BF0-BE69-E9B277F3B40B}" type="presParOf" srcId="{82CBFCB2-D88A-44E7-976B-28614671F5D7}" destId="{120103E3-F47D-4D0D-B2A9-2E286BC36F29}" srcOrd="3" destOrd="0" presId="urn:microsoft.com/office/officeart/2009/3/layout/SubStepProcess"/>
    <dgm:cxn modelId="{6D546FF5-2A19-49EE-9712-0332E02552B3}" type="presParOf" srcId="{82CBFCB2-D88A-44E7-976B-28614671F5D7}" destId="{8B32AB47-71DD-43E3-B94A-6B4115F3A463}" srcOrd="4" destOrd="0" presId="urn:microsoft.com/office/officeart/2009/3/layout/SubStepProcess"/>
    <dgm:cxn modelId="{0AA27854-8D1A-41C7-9787-AE0DDC7B7D43}" type="presParOf" srcId="{82CBFCB2-D88A-44E7-976B-28614671F5D7}" destId="{67F812B3-A103-45CC-BCDA-334E06E45E72}" srcOrd="5" destOrd="0" presId="urn:microsoft.com/office/officeart/2009/3/layout/SubStepProcess"/>
    <dgm:cxn modelId="{B7DD3DF0-B5DB-4665-B928-9F8873BF67A8}" type="presParOf" srcId="{82CBFCB2-D88A-44E7-976B-28614671F5D7}" destId="{DF0414A1-7666-4B10-A4AA-350940634397}" srcOrd="6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FF5F60C-CD0E-4F03-AB49-57277637E78F}" type="doc">
      <dgm:prSet loTypeId="urn:microsoft.com/office/officeart/2009/3/layout/SubStepProcess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538950B-7E74-44C0-8975-05CA0475FF5D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dirty="0" smtClean="0"/>
            <a:t>Decision of Importance</a:t>
          </a:r>
          <a:endParaRPr lang="en-US" dirty="0"/>
        </a:p>
      </dgm:t>
    </dgm:pt>
    <dgm:pt modelId="{940A4BCA-440D-490F-98B9-2ACA241AE35E}" type="parTrans" cxnId="{BE81BFE1-E64C-4F2D-A124-D435337D0DFB}">
      <dgm:prSet/>
      <dgm:spPr/>
      <dgm:t>
        <a:bodyPr/>
        <a:lstStyle/>
        <a:p>
          <a:endParaRPr lang="en-US"/>
        </a:p>
      </dgm:t>
    </dgm:pt>
    <dgm:pt modelId="{AEF1D12C-CA6D-4E60-A4AA-666B0D7DAFA9}" type="sibTrans" cxnId="{BE81BFE1-E64C-4F2D-A124-D435337D0DFB}">
      <dgm:prSet/>
      <dgm:spPr/>
      <dgm:t>
        <a:bodyPr/>
        <a:lstStyle/>
        <a:p>
          <a:endParaRPr lang="en-US"/>
        </a:p>
      </dgm:t>
    </dgm:pt>
    <dgm:pt modelId="{711C753B-A21B-47D0-8A61-4BFDF040F6D4}">
      <dgm:prSet phldrT="[Text]"/>
      <dgm:spPr/>
      <dgm:t>
        <a:bodyPr/>
        <a:lstStyle/>
        <a:p>
          <a:r>
            <a:rPr lang="en-US" dirty="0" smtClean="0"/>
            <a:t>Decision criteria </a:t>
          </a:r>
          <a:endParaRPr lang="en-US" dirty="0"/>
        </a:p>
      </dgm:t>
    </dgm:pt>
    <dgm:pt modelId="{448821DB-A980-48DB-AD97-1F75E4CB9A23}" type="parTrans" cxnId="{DFD4D433-59CE-4F5F-B5B3-7BAB778899B3}">
      <dgm:prSet/>
      <dgm:spPr/>
      <dgm:t>
        <a:bodyPr/>
        <a:lstStyle/>
        <a:p>
          <a:endParaRPr lang="en-US"/>
        </a:p>
      </dgm:t>
    </dgm:pt>
    <dgm:pt modelId="{0A73F847-4390-47ED-8CDA-0E0BAE5645F9}" type="sibTrans" cxnId="{DFD4D433-59CE-4F5F-B5B3-7BAB778899B3}">
      <dgm:prSet/>
      <dgm:spPr/>
      <dgm:t>
        <a:bodyPr/>
        <a:lstStyle/>
        <a:p>
          <a:endParaRPr lang="en-US"/>
        </a:p>
      </dgm:t>
    </dgm:pt>
    <dgm:pt modelId="{9E531CA2-265E-4C76-B5B6-C608DF482047}">
      <dgm:prSet phldrT="[Text]"/>
      <dgm:spPr/>
      <dgm:t>
        <a:bodyPr/>
        <a:lstStyle/>
        <a:p>
          <a:r>
            <a:rPr lang="en-US" dirty="0" smtClean="0"/>
            <a:t>Data required for decisions</a:t>
          </a:r>
          <a:endParaRPr lang="en-US" dirty="0"/>
        </a:p>
      </dgm:t>
    </dgm:pt>
    <dgm:pt modelId="{7B333776-643F-4ECF-827C-222C28CAF103}" type="parTrans" cxnId="{C4555725-38D8-4A3E-9B81-F2031BFC28B0}">
      <dgm:prSet/>
      <dgm:spPr/>
      <dgm:t>
        <a:bodyPr/>
        <a:lstStyle/>
        <a:p>
          <a:endParaRPr lang="en-US"/>
        </a:p>
      </dgm:t>
    </dgm:pt>
    <dgm:pt modelId="{1EEFF08C-C2FA-41DC-9925-AB6BB4430997}" type="sibTrans" cxnId="{C4555725-38D8-4A3E-9B81-F2031BFC28B0}">
      <dgm:prSet/>
      <dgm:spPr/>
      <dgm:t>
        <a:bodyPr/>
        <a:lstStyle/>
        <a:p>
          <a:endParaRPr lang="en-US"/>
        </a:p>
      </dgm:t>
    </dgm:pt>
    <dgm:pt modelId="{E0ABC702-3D2C-40AA-B87E-99E7A58DE4D4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 smtClean="0"/>
            <a:t>Availability of data and data gaps?</a:t>
          </a:r>
          <a:endParaRPr lang="en-US" dirty="0"/>
        </a:p>
      </dgm:t>
    </dgm:pt>
    <dgm:pt modelId="{59A6D640-BDAD-427B-BEAD-507657226587}" type="parTrans" cxnId="{E185295A-E22D-4300-87FA-2341B1D9A755}">
      <dgm:prSet/>
      <dgm:spPr/>
      <dgm:t>
        <a:bodyPr/>
        <a:lstStyle/>
        <a:p>
          <a:endParaRPr lang="en-US"/>
        </a:p>
      </dgm:t>
    </dgm:pt>
    <dgm:pt modelId="{D26E0F4A-BFE7-4B71-AC69-C1EAB999B651}" type="sibTrans" cxnId="{E185295A-E22D-4300-87FA-2341B1D9A755}">
      <dgm:prSet/>
      <dgm:spPr/>
      <dgm:t>
        <a:bodyPr/>
        <a:lstStyle/>
        <a:p>
          <a:endParaRPr lang="en-US"/>
        </a:p>
      </dgm:t>
    </dgm:pt>
    <dgm:pt modelId="{C4DEC5EF-BEA5-4ECD-BF61-69C5B37A03E8}">
      <dgm:prSet phldrT="[Text]"/>
      <dgm:spPr/>
      <dgm:t>
        <a:bodyPr/>
        <a:lstStyle/>
        <a:p>
          <a:r>
            <a:rPr lang="en-US" dirty="0" smtClean="0"/>
            <a:t>Data Sourcing Strategy</a:t>
          </a:r>
          <a:endParaRPr lang="en-US" dirty="0"/>
        </a:p>
      </dgm:t>
    </dgm:pt>
    <dgm:pt modelId="{D5192EBE-4875-41BC-975F-46ADA6D420F9}" type="parTrans" cxnId="{172F8D4E-163F-4FF7-810B-DD39989EA376}">
      <dgm:prSet/>
      <dgm:spPr/>
      <dgm:t>
        <a:bodyPr/>
        <a:lstStyle/>
        <a:p>
          <a:endParaRPr lang="en-US"/>
        </a:p>
      </dgm:t>
    </dgm:pt>
    <dgm:pt modelId="{6B6BFDAF-FE46-4D9C-8076-C4755285839C}" type="sibTrans" cxnId="{172F8D4E-163F-4FF7-810B-DD39989EA376}">
      <dgm:prSet/>
      <dgm:spPr/>
      <dgm:t>
        <a:bodyPr/>
        <a:lstStyle/>
        <a:p>
          <a:endParaRPr lang="en-US"/>
        </a:p>
      </dgm:t>
    </dgm:pt>
    <dgm:pt modelId="{5DF7E56F-8E7A-4B36-88CA-E62D24E0F0C2}">
      <dgm:prSet/>
      <dgm:spPr/>
      <dgm:t>
        <a:bodyPr/>
        <a:lstStyle/>
        <a:p>
          <a:r>
            <a:rPr lang="en-US" dirty="0" smtClean="0"/>
            <a:t>Analytics to improve Decisions</a:t>
          </a:r>
          <a:endParaRPr lang="en-US" dirty="0"/>
        </a:p>
      </dgm:t>
    </dgm:pt>
    <dgm:pt modelId="{F57B469D-E5D1-4254-B0B4-C1441EE13A99}" type="parTrans" cxnId="{1A7162F4-06A3-4BDF-9FD2-0A3B9A734CA3}">
      <dgm:prSet/>
      <dgm:spPr/>
      <dgm:t>
        <a:bodyPr/>
        <a:lstStyle/>
        <a:p>
          <a:endParaRPr lang="en-US"/>
        </a:p>
      </dgm:t>
    </dgm:pt>
    <dgm:pt modelId="{90CA0C29-189A-4649-9735-BE00760CD192}" type="sibTrans" cxnId="{1A7162F4-06A3-4BDF-9FD2-0A3B9A734CA3}">
      <dgm:prSet/>
      <dgm:spPr/>
      <dgm:t>
        <a:bodyPr/>
        <a:lstStyle/>
        <a:p>
          <a:endParaRPr lang="en-US"/>
        </a:p>
      </dgm:t>
    </dgm:pt>
    <dgm:pt modelId="{2C55C7A5-DDEB-4A1B-BA1F-4C89B5758F03}" type="pres">
      <dgm:prSet presAssocID="{5FF5F60C-CD0E-4F03-AB49-57277637E78F}" presName="Name0" presStyleCnt="0">
        <dgm:presLayoutVars>
          <dgm:chMax val="7"/>
          <dgm:dir/>
          <dgm:animOne val="branch"/>
        </dgm:presLayoutVars>
      </dgm:prSet>
      <dgm:spPr/>
      <dgm:t>
        <a:bodyPr/>
        <a:lstStyle/>
        <a:p>
          <a:endParaRPr lang="en-US"/>
        </a:p>
      </dgm:t>
    </dgm:pt>
    <dgm:pt modelId="{91DB9639-BBF9-4ABF-8EF3-E6C517512DB1}" type="pres">
      <dgm:prSet presAssocID="{5538950B-7E74-44C0-8975-05CA0475FF5D}" presName="parTx1" presStyleLbl="node1" presStyleIdx="0" presStyleCnt="4"/>
      <dgm:spPr/>
      <dgm:t>
        <a:bodyPr/>
        <a:lstStyle/>
        <a:p>
          <a:endParaRPr lang="en-US"/>
        </a:p>
      </dgm:t>
    </dgm:pt>
    <dgm:pt modelId="{9A3DC1E5-2381-4F41-965C-987EB025A3EE}" type="pres">
      <dgm:prSet presAssocID="{5538950B-7E74-44C0-8975-05CA0475FF5D}" presName="spPre1" presStyleCnt="0"/>
      <dgm:spPr/>
    </dgm:pt>
    <dgm:pt modelId="{73ABCBFE-7B23-41E0-B546-C7305DBEFADD}" type="pres">
      <dgm:prSet presAssocID="{5538950B-7E74-44C0-8975-05CA0475FF5D}" presName="chLin1" presStyleCnt="0"/>
      <dgm:spPr/>
    </dgm:pt>
    <dgm:pt modelId="{43B0176A-21ED-4362-90E6-E2A7B34B2A48}" type="pres">
      <dgm:prSet presAssocID="{448821DB-A980-48DB-AD97-1F75E4CB9A23}" presName="Name11" presStyleLbl="parChTrans1D1" presStyleIdx="0" presStyleCnt="8"/>
      <dgm:spPr/>
    </dgm:pt>
    <dgm:pt modelId="{06242209-7664-4354-9CE8-978F1903340E}" type="pres">
      <dgm:prSet presAssocID="{448821DB-A980-48DB-AD97-1F75E4CB9A23}" presName="Name31" presStyleLbl="parChTrans1D1" presStyleIdx="1" presStyleCnt="8"/>
      <dgm:spPr/>
    </dgm:pt>
    <dgm:pt modelId="{1A85F200-CC3A-4722-8AAE-69F4721095A5}" type="pres">
      <dgm:prSet presAssocID="{711C753B-A21B-47D0-8A61-4BFDF040F6D4}" presName="txAndLines1" presStyleCnt="0"/>
      <dgm:spPr/>
    </dgm:pt>
    <dgm:pt modelId="{1C7E90F1-1C62-452F-AAD1-CA05B503094A}" type="pres">
      <dgm:prSet presAssocID="{711C753B-A21B-47D0-8A61-4BFDF040F6D4}" presName="anchor1" presStyleCnt="0"/>
      <dgm:spPr/>
    </dgm:pt>
    <dgm:pt modelId="{1C6966A5-DE96-4133-B9B2-6E093852A69F}" type="pres">
      <dgm:prSet presAssocID="{711C753B-A21B-47D0-8A61-4BFDF040F6D4}" presName="backup1" presStyleCnt="0"/>
      <dgm:spPr/>
    </dgm:pt>
    <dgm:pt modelId="{B7B3FE1B-280B-4F77-879A-42DFFFE1C6DE}" type="pres">
      <dgm:prSet presAssocID="{711C753B-A21B-47D0-8A61-4BFDF040F6D4}" presName="preLine1" presStyleLbl="parChTrans1D1" presStyleIdx="2" presStyleCnt="8"/>
      <dgm:spPr/>
    </dgm:pt>
    <dgm:pt modelId="{84DC3FBF-5B1B-4A18-A4B6-C0862B51078B}" type="pres">
      <dgm:prSet presAssocID="{711C753B-A21B-47D0-8A61-4BFDF040F6D4}" presName="desTx1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4F6411-C471-452C-8B0B-C73EB6A6FE33}" type="pres">
      <dgm:prSet presAssocID="{711C753B-A21B-47D0-8A61-4BFDF040F6D4}" presName="postLine1" presStyleLbl="parChTrans1D1" presStyleIdx="3" presStyleCnt="8"/>
      <dgm:spPr/>
    </dgm:pt>
    <dgm:pt modelId="{5F5E17DD-33FD-4B3B-AFB1-EF2D03D87EC0}" type="pres">
      <dgm:prSet presAssocID="{7B333776-643F-4ECF-827C-222C28CAF103}" presName="Name11" presStyleLbl="parChTrans1D1" presStyleIdx="4" presStyleCnt="8"/>
      <dgm:spPr/>
    </dgm:pt>
    <dgm:pt modelId="{D75C7B92-3B3F-4F89-B862-B0211A1F6EF3}" type="pres">
      <dgm:prSet presAssocID="{7B333776-643F-4ECF-827C-222C28CAF103}" presName="Name31" presStyleLbl="parChTrans1D1" presStyleIdx="5" presStyleCnt="8"/>
      <dgm:spPr/>
    </dgm:pt>
    <dgm:pt modelId="{CB28B47F-2CD5-4169-A629-450B43ECB6BB}" type="pres">
      <dgm:prSet presAssocID="{9E531CA2-265E-4C76-B5B6-C608DF482047}" presName="txAndLines1" presStyleCnt="0"/>
      <dgm:spPr/>
    </dgm:pt>
    <dgm:pt modelId="{205A7939-6C31-4AEB-A281-05A5FCCA614E}" type="pres">
      <dgm:prSet presAssocID="{9E531CA2-265E-4C76-B5B6-C608DF482047}" presName="anchor1" presStyleCnt="0"/>
      <dgm:spPr/>
    </dgm:pt>
    <dgm:pt modelId="{FD4F1A47-CD15-4F91-977A-F4696C018A9C}" type="pres">
      <dgm:prSet presAssocID="{9E531CA2-265E-4C76-B5B6-C608DF482047}" presName="backup1" presStyleCnt="0"/>
      <dgm:spPr/>
    </dgm:pt>
    <dgm:pt modelId="{5774F43C-6DAD-4362-B9B1-2D9294614525}" type="pres">
      <dgm:prSet presAssocID="{9E531CA2-265E-4C76-B5B6-C608DF482047}" presName="preLine1" presStyleLbl="parChTrans1D1" presStyleIdx="6" presStyleCnt="8"/>
      <dgm:spPr/>
    </dgm:pt>
    <dgm:pt modelId="{72A45CAB-E3E1-4FDC-9A5F-2760C67F317A}" type="pres">
      <dgm:prSet presAssocID="{9E531CA2-265E-4C76-B5B6-C608DF482047}" presName="desTx1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DE4DA8-28C6-47BF-9D20-335BB2D15D5C}" type="pres">
      <dgm:prSet presAssocID="{9E531CA2-265E-4C76-B5B6-C608DF482047}" presName="postLine1" presStyleLbl="parChTrans1D1" presStyleIdx="7" presStyleCnt="8"/>
      <dgm:spPr/>
    </dgm:pt>
    <dgm:pt modelId="{FFF89A0D-D110-4E4B-A3B9-CBA275D9A384}" type="pres">
      <dgm:prSet presAssocID="{5538950B-7E74-44C0-8975-05CA0475FF5D}" presName="spPost1" presStyleCnt="0"/>
      <dgm:spPr/>
    </dgm:pt>
    <dgm:pt modelId="{29EAEF96-8A84-4548-AEDA-06FE5F084828}" type="pres">
      <dgm:prSet presAssocID="{E0ABC702-3D2C-40AA-B87E-99E7A58DE4D4}" presName="parTx2" presStyleLbl="node1" presStyleIdx="1" presStyleCnt="4"/>
      <dgm:spPr/>
      <dgm:t>
        <a:bodyPr/>
        <a:lstStyle/>
        <a:p>
          <a:endParaRPr lang="en-US"/>
        </a:p>
      </dgm:t>
    </dgm:pt>
    <dgm:pt modelId="{950245F0-1AD0-49B3-B37F-86685F44357A}" type="pres">
      <dgm:prSet presAssocID="{C4DEC5EF-BEA5-4ECD-BF61-69C5B37A03E8}" presName="parTx3" presStyleLbl="node1" presStyleIdx="2" presStyleCnt="4"/>
      <dgm:spPr/>
      <dgm:t>
        <a:bodyPr/>
        <a:lstStyle/>
        <a:p>
          <a:endParaRPr lang="en-US"/>
        </a:p>
      </dgm:t>
    </dgm:pt>
    <dgm:pt modelId="{61C9DF1A-86B2-4625-BA18-C7E239F26691}" type="pres">
      <dgm:prSet presAssocID="{5DF7E56F-8E7A-4B36-88CA-E62D24E0F0C2}" presName="parTx4" presStyleLbl="node1" presStyleIdx="3" presStyleCnt="4"/>
      <dgm:spPr/>
      <dgm:t>
        <a:bodyPr/>
        <a:lstStyle/>
        <a:p>
          <a:endParaRPr lang="en-US"/>
        </a:p>
      </dgm:t>
    </dgm:pt>
  </dgm:ptLst>
  <dgm:cxnLst>
    <dgm:cxn modelId="{172F8D4E-163F-4FF7-810B-DD39989EA376}" srcId="{5FF5F60C-CD0E-4F03-AB49-57277637E78F}" destId="{C4DEC5EF-BEA5-4ECD-BF61-69C5B37A03E8}" srcOrd="2" destOrd="0" parTransId="{D5192EBE-4875-41BC-975F-46ADA6D420F9}" sibTransId="{6B6BFDAF-FE46-4D9C-8076-C4755285839C}"/>
    <dgm:cxn modelId="{1A7162F4-06A3-4BDF-9FD2-0A3B9A734CA3}" srcId="{5FF5F60C-CD0E-4F03-AB49-57277637E78F}" destId="{5DF7E56F-8E7A-4B36-88CA-E62D24E0F0C2}" srcOrd="3" destOrd="0" parTransId="{F57B469D-E5D1-4254-B0B4-C1441EE13A99}" sibTransId="{90CA0C29-189A-4649-9735-BE00760CD192}"/>
    <dgm:cxn modelId="{AC58799B-2F00-4CDE-9313-7431A4F449AB}" type="presOf" srcId="{711C753B-A21B-47D0-8A61-4BFDF040F6D4}" destId="{84DC3FBF-5B1B-4A18-A4B6-C0862B51078B}" srcOrd="0" destOrd="0" presId="urn:microsoft.com/office/officeart/2009/3/layout/SubStepProcess"/>
    <dgm:cxn modelId="{E185295A-E22D-4300-87FA-2341B1D9A755}" srcId="{5FF5F60C-CD0E-4F03-AB49-57277637E78F}" destId="{E0ABC702-3D2C-40AA-B87E-99E7A58DE4D4}" srcOrd="1" destOrd="0" parTransId="{59A6D640-BDAD-427B-BEAD-507657226587}" sibTransId="{D26E0F4A-BFE7-4B71-AC69-C1EAB999B651}"/>
    <dgm:cxn modelId="{FAB1B07C-C6DE-4A47-8166-40B69E27E261}" type="presOf" srcId="{E0ABC702-3D2C-40AA-B87E-99E7A58DE4D4}" destId="{29EAEF96-8A84-4548-AEDA-06FE5F084828}" srcOrd="0" destOrd="0" presId="urn:microsoft.com/office/officeart/2009/3/layout/SubStepProcess"/>
    <dgm:cxn modelId="{20317805-62BD-4D60-B1BE-67153503CD26}" type="presOf" srcId="{9E531CA2-265E-4C76-B5B6-C608DF482047}" destId="{72A45CAB-E3E1-4FDC-9A5F-2760C67F317A}" srcOrd="0" destOrd="0" presId="urn:microsoft.com/office/officeart/2009/3/layout/SubStepProcess"/>
    <dgm:cxn modelId="{5EE1E7FE-ECC6-4854-855A-6575F68245AE}" type="presOf" srcId="{5FF5F60C-CD0E-4F03-AB49-57277637E78F}" destId="{2C55C7A5-DDEB-4A1B-BA1F-4C89B5758F03}" srcOrd="0" destOrd="0" presId="urn:microsoft.com/office/officeart/2009/3/layout/SubStepProcess"/>
    <dgm:cxn modelId="{BE81BFE1-E64C-4F2D-A124-D435337D0DFB}" srcId="{5FF5F60C-CD0E-4F03-AB49-57277637E78F}" destId="{5538950B-7E74-44C0-8975-05CA0475FF5D}" srcOrd="0" destOrd="0" parTransId="{940A4BCA-440D-490F-98B9-2ACA241AE35E}" sibTransId="{AEF1D12C-CA6D-4E60-A4AA-666B0D7DAFA9}"/>
    <dgm:cxn modelId="{DFD4D433-59CE-4F5F-B5B3-7BAB778899B3}" srcId="{5538950B-7E74-44C0-8975-05CA0475FF5D}" destId="{711C753B-A21B-47D0-8A61-4BFDF040F6D4}" srcOrd="0" destOrd="0" parTransId="{448821DB-A980-48DB-AD97-1F75E4CB9A23}" sibTransId="{0A73F847-4390-47ED-8CDA-0E0BAE5645F9}"/>
    <dgm:cxn modelId="{9E5EB323-597B-466C-90F8-BC7B4F61B78B}" type="presOf" srcId="{5538950B-7E74-44C0-8975-05CA0475FF5D}" destId="{91DB9639-BBF9-4ABF-8EF3-E6C517512DB1}" srcOrd="0" destOrd="0" presId="urn:microsoft.com/office/officeart/2009/3/layout/SubStepProcess"/>
    <dgm:cxn modelId="{0FF5B517-4B64-4B9F-95B9-70973C6DFD64}" type="presOf" srcId="{5DF7E56F-8E7A-4B36-88CA-E62D24E0F0C2}" destId="{61C9DF1A-86B2-4625-BA18-C7E239F26691}" srcOrd="0" destOrd="0" presId="urn:microsoft.com/office/officeart/2009/3/layout/SubStepProcess"/>
    <dgm:cxn modelId="{C4555725-38D8-4A3E-9B81-F2031BFC28B0}" srcId="{5538950B-7E74-44C0-8975-05CA0475FF5D}" destId="{9E531CA2-265E-4C76-B5B6-C608DF482047}" srcOrd="1" destOrd="0" parTransId="{7B333776-643F-4ECF-827C-222C28CAF103}" sibTransId="{1EEFF08C-C2FA-41DC-9925-AB6BB4430997}"/>
    <dgm:cxn modelId="{906D73BC-ABD5-46FC-8976-CC4055155CD4}" type="presOf" srcId="{C4DEC5EF-BEA5-4ECD-BF61-69C5B37A03E8}" destId="{950245F0-1AD0-49B3-B37F-86685F44357A}" srcOrd="0" destOrd="0" presId="urn:microsoft.com/office/officeart/2009/3/layout/SubStepProcess"/>
    <dgm:cxn modelId="{20F16662-1434-42F4-9B8C-77C972FACB9E}" type="presParOf" srcId="{2C55C7A5-DDEB-4A1B-BA1F-4C89B5758F03}" destId="{91DB9639-BBF9-4ABF-8EF3-E6C517512DB1}" srcOrd="0" destOrd="0" presId="urn:microsoft.com/office/officeart/2009/3/layout/SubStepProcess"/>
    <dgm:cxn modelId="{689CA2D8-7ED1-47CC-B684-9AA4ADA9912C}" type="presParOf" srcId="{2C55C7A5-DDEB-4A1B-BA1F-4C89B5758F03}" destId="{9A3DC1E5-2381-4F41-965C-987EB025A3EE}" srcOrd="1" destOrd="0" presId="urn:microsoft.com/office/officeart/2009/3/layout/SubStepProcess"/>
    <dgm:cxn modelId="{ECAEA4F5-E6AD-4F87-9793-0F5326702A60}" type="presParOf" srcId="{2C55C7A5-DDEB-4A1B-BA1F-4C89B5758F03}" destId="{73ABCBFE-7B23-41E0-B546-C7305DBEFADD}" srcOrd="2" destOrd="0" presId="urn:microsoft.com/office/officeart/2009/3/layout/SubStepProcess"/>
    <dgm:cxn modelId="{3FC74D5D-F6B2-4DA9-974D-F92D1A2E6512}" type="presParOf" srcId="{73ABCBFE-7B23-41E0-B546-C7305DBEFADD}" destId="{43B0176A-21ED-4362-90E6-E2A7B34B2A48}" srcOrd="0" destOrd="0" presId="urn:microsoft.com/office/officeart/2009/3/layout/SubStepProcess"/>
    <dgm:cxn modelId="{35C91383-E754-4C67-9B47-2DE3FA21724B}" type="presParOf" srcId="{73ABCBFE-7B23-41E0-B546-C7305DBEFADD}" destId="{06242209-7664-4354-9CE8-978F1903340E}" srcOrd="1" destOrd="0" presId="urn:microsoft.com/office/officeart/2009/3/layout/SubStepProcess"/>
    <dgm:cxn modelId="{E3636BFA-83F2-4EA5-94CC-0A8DE79C1E5C}" type="presParOf" srcId="{73ABCBFE-7B23-41E0-B546-C7305DBEFADD}" destId="{1A85F200-CC3A-4722-8AAE-69F4721095A5}" srcOrd="2" destOrd="0" presId="urn:microsoft.com/office/officeart/2009/3/layout/SubStepProcess"/>
    <dgm:cxn modelId="{D8AEA6F4-19F8-48CF-ADD8-8BDC13876EBC}" type="presParOf" srcId="{1A85F200-CC3A-4722-8AAE-69F4721095A5}" destId="{1C7E90F1-1C62-452F-AAD1-CA05B503094A}" srcOrd="0" destOrd="0" presId="urn:microsoft.com/office/officeart/2009/3/layout/SubStepProcess"/>
    <dgm:cxn modelId="{EB81081B-5B77-4BD5-956E-54EF36E255FF}" type="presParOf" srcId="{1A85F200-CC3A-4722-8AAE-69F4721095A5}" destId="{1C6966A5-DE96-4133-B9B2-6E093852A69F}" srcOrd="1" destOrd="0" presId="urn:microsoft.com/office/officeart/2009/3/layout/SubStepProcess"/>
    <dgm:cxn modelId="{4B747494-636E-4FC8-A88B-B7A2620A187E}" type="presParOf" srcId="{1A85F200-CC3A-4722-8AAE-69F4721095A5}" destId="{B7B3FE1B-280B-4F77-879A-42DFFFE1C6DE}" srcOrd="2" destOrd="0" presId="urn:microsoft.com/office/officeart/2009/3/layout/SubStepProcess"/>
    <dgm:cxn modelId="{5080C13F-B7D4-41E1-BB82-FE3FC4FECA1C}" type="presParOf" srcId="{1A85F200-CC3A-4722-8AAE-69F4721095A5}" destId="{84DC3FBF-5B1B-4A18-A4B6-C0862B51078B}" srcOrd="3" destOrd="0" presId="urn:microsoft.com/office/officeart/2009/3/layout/SubStepProcess"/>
    <dgm:cxn modelId="{DF5573D8-2C8F-4A55-B6F3-71E2CD293D61}" type="presParOf" srcId="{1A85F200-CC3A-4722-8AAE-69F4721095A5}" destId="{614F6411-C471-452C-8B0B-C73EB6A6FE33}" srcOrd="4" destOrd="0" presId="urn:microsoft.com/office/officeart/2009/3/layout/SubStepProcess"/>
    <dgm:cxn modelId="{7B698F1A-4B4B-445B-93BC-3556A8207E2E}" type="presParOf" srcId="{73ABCBFE-7B23-41E0-B546-C7305DBEFADD}" destId="{5F5E17DD-33FD-4B3B-AFB1-EF2D03D87EC0}" srcOrd="3" destOrd="0" presId="urn:microsoft.com/office/officeart/2009/3/layout/SubStepProcess"/>
    <dgm:cxn modelId="{94C17AFC-126C-4AAF-8778-8A279A3E9858}" type="presParOf" srcId="{73ABCBFE-7B23-41E0-B546-C7305DBEFADD}" destId="{D75C7B92-3B3F-4F89-B862-B0211A1F6EF3}" srcOrd="4" destOrd="0" presId="urn:microsoft.com/office/officeart/2009/3/layout/SubStepProcess"/>
    <dgm:cxn modelId="{14E33CC7-BC44-4060-806E-5CAE6B131579}" type="presParOf" srcId="{73ABCBFE-7B23-41E0-B546-C7305DBEFADD}" destId="{CB28B47F-2CD5-4169-A629-450B43ECB6BB}" srcOrd="5" destOrd="0" presId="urn:microsoft.com/office/officeart/2009/3/layout/SubStepProcess"/>
    <dgm:cxn modelId="{4E2338D2-D806-4B25-B77F-B3030041045B}" type="presParOf" srcId="{CB28B47F-2CD5-4169-A629-450B43ECB6BB}" destId="{205A7939-6C31-4AEB-A281-05A5FCCA614E}" srcOrd="0" destOrd="0" presId="urn:microsoft.com/office/officeart/2009/3/layout/SubStepProcess"/>
    <dgm:cxn modelId="{8A3CF637-5AE6-4AD4-8609-856AB4547C8A}" type="presParOf" srcId="{CB28B47F-2CD5-4169-A629-450B43ECB6BB}" destId="{FD4F1A47-CD15-4F91-977A-F4696C018A9C}" srcOrd="1" destOrd="0" presId="urn:microsoft.com/office/officeart/2009/3/layout/SubStepProcess"/>
    <dgm:cxn modelId="{F0CC39B2-F341-455B-A8CE-E469D8B660AD}" type="presParOf" srcId="{CB28B47F-2CD5-4169-A629-450B43ECB6BB}" destId="{5774F43C-6DAD-4362-B9B1-2D9294614525}" srcOrd="2" destOrd="0" presId="urn:microsoft.com/office/officeart/2009/3/layout/SubStepProcess"/>
    <dgm:cxn modelId="{531E1943-835C-462B-B9DF-CC03910FAFC7}" type="presParOf" srcId="{CB28B47F-2CD5-4169-A629-450B43ECB6BB}" destId="{72A45CAB-E3E1-4FDC-9A5F-2760C67F317A}" srcOrd="3" destOrd="0" presId="urn:microsoft.com/office/officeart/2009/3/layout/SubStepProcess"/>
    <dgm:cxn modelId="{5F3F8A25-A7F0-4FE6-B3AE-1F8229DFC7E6}" type="presParOf" srcId="{CB28B47F-2CD5-4169-A629-450B43ECB6BB}" destId="{84DE4DA8-28C6-47BF-9D20-335BB2D15D5C}" srcOrd="4" destOrd="0" presId="urn:microsoft.com/office/officeart/2009/3/layout/SubStepProcess"/>
    <dgm:cxn modelId="{4F21EF7F-FBB6-46D6-857E-457492649917}" type="presParOf" srcId="{2C55C7A5-DDEB-4A1B-BA1F-4C89B5758F03}" destId="{FFF89A0D-D110-4E4B-A3B9-CBA275D9A384}" srcOrd="3" destOrd="0" presId="urn:microsoft.com/office/officeart/2009/3/layout/SubStepProcess"/>
    <dgm:cxn modelId="{D4B6184F-AB5E-484B-A1D4-D8C1E2CD38E5}" type="presParOf" srcId="{2C55C7A5-DDEB-4A1B-BA1F-4C89B5758F03}" destId="{29EAEF96-8A84-4548-AEDA-06FE5F084828}" srcOrd="4" destOrd="0" presId="urn:microsoft.com/office/officeart/2009/3/layout/SubStepProcess"/>
    <dgm:cxn modelId="{0030BBF1-4B5A-49B6-9215-3BA52369813E}" type="presParOf" srcId="{2C55C7A5-DDEB-4A1B-BA1F-4C89B5758F03}" destId="{950245F0-1AD0-49B3-B37F-86685F44357A}" srcOrd="5" destOrd="0" presId="urn:microsoft.com/office/officeart/2009/3/layout/SubStepProcess"/>
    <dgm:cxn modelId="{BD25C52E-F984-418C-B1F8-7C2BAB6FA025}" type="presParOf" srcId="{2C55C7A5-DDEB-4A1B-BA1F-4C89B5758F03}" destId="{61C9DF1A-86B2-4625-BA18-C7E239F26691}" srcOrd="6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9CDA0-A142-44D9-B49D-2641AC0E581B}">
      <dsp:nvSpPr>
        <dsp:cNvPr id="0" name=""/>
        <dsp:cNvSpPr/>
      </dsp:nvSpPr>
      <dsp:spPr>
        <a:xfrm>
          <a:off x="3292" y="454695"/>
          <a:ext cx="1146848" cy="11468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We have a lot of DATA</a:t>
          </a:r>
          <a:endParaRPr lang="en-US" sz="1400" kern="1200" dirty="0"/>
        </a:p>
      </dsp:txBody>
      <dsp:txXfrm>
        <a:off x="171244" y="622647"/>
        <a:ext cx="810944" cy="810944"/>
      </dsp:txXfrm>
    </dsp:sp>
    <dsp:sp modelId="{01DDEBB1-6462-4755-932F-70909E958793}">
      <dsp:nvSpPr>
        <dsp:cNvPr id="0" name=""/>
        <dsp:cNvSpPr/>
      </dsp:nvSpPr>
      <dsp:spPr>
        <a:xfrm>
          <a:off x="1150140" y="454695"/>
          <a:ext cx="1146848" cy="1146848"/>
        </a:xfrm>
        <a:prstGeom prst="ellips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What are the DATA Needs</a:t>
          </a:r>
          <a:endParaRPr lang="en-US" sz="1400" kern="1200" dirty="0"/>
        </a:p>
      </dsp:txBody>
      <dsp:txXfrm>
        <a:off x="1318092" y="622647"/>
        <a:ext cx="810944" cy="810944"/>
      </dsp:txXfrm>
    </dsp:sp>
    <dsp:sp modelId="{18839D52-1183-45FF-98A9-02D15024D3F9}">
      <dsp:nvSpPr>
        <dsp:cNvPr id="0" name=""/>
        <dsp:cNvSpPr/>
      </dsp:nvSpPr>
      <dsp:spPr>
        <a:xfrm rot="20116549">
          <a:off x="2337299" y="869854"/>
          <a:ext cx="60679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67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1AA753-9CE5-4B23-A53D-C548A123CD94}">
      <dsp:nvSpPr>
        <dsp:cNvPr id="0" name=""/>
        <dsp:cNvSpPr/>
      </dsp:nvSpPr>
      <dsp:spPr>
        <a:xfrm rot="12283451">
          <a:off x="4107115" y="869854"/>
          <a:ext cx="60679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67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A8C350-C5C0-44FF-BB46-77CC9F9BF8D9}">
      <dsp:nvSpPr>
        <dsp:cNvPr id="0" name=""/>
        <dsp:cNvSpPr/>
      </dsp:nvSpPr>
      <dsp:spPr>
        <a:xfrm>
          <a:off x="2916286" y="742957"/>
          <a:ext cx="134050" cy="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37CE61-4089-4D22-B460-A3CE574F7469}">
      <dsp:nvSpPr>
        <dsp:cNvPr id="0" name=""/>
        <dsp:cNvSpPr/>
      </dsp:nvSpPr>
      <dsp:spPr>
        <a:xfrm>
          <a:off x="3050337" y="457795"/>
          <a:ext cx="950539" cy="57032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Clean</a:t>
          </a:r>
          <a:endParaRPr lang="en-US" sz="1500" kern="1200" dirty="0"/>
        </a:p>
      </dsp:txBody>
      <dsp:txXfrm>
        <a:off x="3050337" y="457795"/>
        <a:ext cx="950539" cy="570323"/>
      </dsp:txXfrm>
    </dsp:sp>
    <dsp:sp modelId="{D3874051-63C4-43D8-A799-8E35A1C88691}">
      <dsp:nvSpPr>
        <dsp:cNvPr id="0" name=""/>
        <dsp:cNvSpPr/>
      </dsp:nvSpPr>
      <dsp:spPr>
        <a:xfrm>
          <a:off x="4000877" y="742957"/>
          <a:ext cx="134050" cy="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ABAE88-59FF-43D4-9843-D6E99267A57F}">
      <dsp:nvSpPr>
        <dsp:cNvPr id="0" name=""/>
        <dsp:cNvSpPr/>
      </dsp:nvSpPr>
      <dsp:spPr>
        <a:xfrm rot="1483451">
          <a:off x="2337299" y="1186384"/>
          <a:ext cx="60679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67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51D812-B1A5-48F7-BCA0-3E68E40FD1A7}">
      <dsp:nvSpPr>
        <dsp:cNvPr id="0" name=""/>
        <dsp:cNvSpPr/>
      </dsp:nvSpPr>
      <dsp:spPr>
        <a:xfrm rot="9316549">
          <a:off x="4107115" y="1186384"/>
          <a:ext cx="60679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67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CC3816-D394-453B-8967-B49BE975EF9E}">
      <dsp:nvSpPr>
        <dsp:cNvPr id="0" name=""/>
        <dsp:cNvSpPr/>
      </dsp:nvSpPr>
      <dsp:spPr>
        <a:xfrm>
          <a:off x="2916286" y="1313281"/>
          <a:ext cx="134050" cy="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3EAE3D-E229-4DD3-AC87-4A226A2A4DE8}">
      <dsp:nvSpPr>
        <dsp:cNvPr id="0" name=""/>
        <dsp:cNvSpPr/>
      </dsp:nvSpPr>
      <dsp:spPr>
        <a:xfrm>
          <a:off x="3050337" y="1028119"/>
          <a:ext cx="950539" cy="57032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Integrate</a:t>
          </a:r>
          <a:endParaRPr lang="en-US" sz="1500" kern="1200" dirty="0"/>
        </a:p>
      </dsp:txBody>
      <dsp:txXfrm>
        <a:off x="3050337" y="1028119"/>
        <a:ext cx="950539" cy="570323"/>
      </dsp:txXfrm>
    </dsp:sp>
    <dsp:sp modelId="{F9A73DBC-0F43-4F28-ACF3-35F676197FC3}">
      <dsp:nvSpPr>
        <dsp:cNvPr id="0" name=""/>
        <dsp:cNvSpPr/>
      </dsp:nvSpPr>
      <dsp:spPr>
        <a:xfrm>
          <a:off x="4000877" y="1313281"/>
          <a:ext cx="134050" cy="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9CA08F-958E-450E-800E-780B633FD1BF}">
      <dsp:nvSpPr>
        <dsp:cNvPr id="0" name=""/>
        <dsp:cNvSpPr/>
      </dsp:nvSpPr>
      <dsp:spPr>
        <a:xfrm>
          <a:off x="4754225" y="454695"/>
          <a:ext cx="1146848" cy="1146848"/>
        </a:xfrm>
        <a:prstGeom prst="ellips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Visualize</a:t>
          </a:r>
          <a:endParaRPr lang="en-US" sz="1400" kern="1200" dirty="0"/>
        </a:p>
      </dsp:txBody>
      <dsp:txXfrm>
        <a:off x="4922177" y="622647"/>
        <a:ext cx="810944" cy="810944"/>
      </dsp:txXfrm>
    </dsp:sp>
    <dsp:sp modelId="{301998A8-D68A-4A8F-AC7E-868AA267BEB5}">
      <dsp:nvSpPr>
        <dsp:cNvPr id="0" name=""/>
        <dsp:cNvSpPr/>
      </dsp:nvSpPr>
      <dsp:spPr>
        <a:xfrm>
          <a:off x="5901074" y="454695"/>
          <a:ext cx="1146848" cy="1146848"/>
        </a:xfrm>
        <a:prstGeom prst="ellips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Insights</a:t>
          </a:r>
          <a:endParaRPr lang="en-US" sz="1400" kern="1200" dirty="0"/>
        </a:p>
      </dsp:txBody>
      <dsp:txXfrm>
        <a:off x="6069026" y="622647"/>
        <a:ext cx="810944" cy="810944"/>
      </dsp:txXfrm>
    </dsp:sp>
    <dsp:sp modelId="{B704693A-5C91-4379-A1D7-A164DB30FEBF}">
      <dsp:nvSpPr>
        <dsp:cNvPr id="0" name=""/>
        <dsp:cNvSpPr/>
      </dsp:nvSpPr>
      <dsp:spPr>
        <a:xfrm>
          <a:off x="7047922" y="454695"/>
          <a:ext cx="1146848" cy="1146848"/>
        </a:xfrm>
        <a:prstGeom prst="ellips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What Decisions can be taken?</a:t>
          </a:r>
          <a:endParaRPr lang="en-US" sz="1400" kern="1200" dirty="0"/>
        </a:p>
      </dsp:txBody>
      <dsp:txXfrm>
        <a:off x="7215874" y="622647"/>
        <a:ext cx="810944" cy="8109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B9639-BBF9-4ABF-8EF3-E6C517512DB1}">
      <dsp:nvSpPr>
        <dsp:cNvPr id="0" name=""/>
        <dsp:cNvSpPr/>
      </dsp:nvSpPr>
      <dsp:spPr>
        <a:xfrm>
          <a:off x="495" y="675894"/>
          <a:ext cx="1450578" cy="145057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DST scope</a:t>
          </a:r>
          <a:endParaRPr lang="en-US" sz="1400" kern="1200" dirty="0"/>
        </a:p>
      </dsp:txBody>
      <dsp:txXfrm>
        <a:off x="212927" y="888326"/>
        <a:ext cx="1025714" cy="1025714"/>
      </dsp:txXfrm>
    </dsp:sp>
    <dsp:sp modelId="{43B0176A-21ED-4362-90E6-E2A7B34B2A48}">
      <dsp:nvSpPr>
        <dsp:cNvPr id="0" name=""/>
        <dsp:cNvSpPr/>
      </dsp:nvSpPr>
      <dsp:spPr>
        <a:xfrm rot="19041445">
          <a:off x="1431509" y="1201004"/>
          <a:ext cx="47386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7386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242209-7664-4354-9CE8-978F1903340E}">
      <dsp:nvSpPr>
        <dsp:cNvPr id="0" name=""/>
        <dsp:cNvSpPr/>
      </dsp:nvSpPr>
      <dsp:spPr>
        <a:xfrm rot="13358555">
          <a:off x="3321467" y="1201004"/>
          <a:ext cx="47386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7386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B3FE1B-280B-4F77-879A-42DFFFE1C6DE}">
      <dsp:nvSpPr>
        <dsp:cNvPr id="0" name=""/>
        <dsp:cNvSpPr/>
      </dsp:nvSpPr>
      <dsp:spPr>
        <a:xfrm>
          <a:off x="1842729" y="1040500"/>
          <a:ext cx="169552" cy="0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DC3FBF-5B1B-4A18-A4B6-C0862B51078B}">
      <dsp:nvSpPr>
        <dsp:cNvPr id="0" name=""/>
        <dsp:cNvSpPr/>
      </dsp:nvSpPr>
      <dsp:spPr>
        <a:xfrm>
          <a:off x="2012281" y="679816"/>
          <a:ext cx="1202279" cy="72136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Decision criteria </a:t>
          </a:r>
          <a:endParaRPr lang="en-US" sz="1400" kern="1200" dirty="0"/>
        </a:p>
      </dsp:txBody>
      <dsp:txXfrm>
        <a:off x="2012281" y="679816"/>
        <a:ext cx="1202279" cy="721367"/>
      </dsp:txXfrm>
    </dsp:sp>
    <dsp:sp modelId="{614F6411-C471-452C-8B0B-C73EB6A6FE33}">
      <dsp:nvSpPr>
        <dsp:cNvPr id="0" name=""/>
        <dsp:cNvSpPr/>
      </dsp:nvSpPr>
      <dsp:spPr>
        <a:xfrm>
          <a:off x="3214561" y="1040500"/>
          <a:ext cx="169552" cy="0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5E17DD-33FD-4B3B-AFB1-EF2D03D87EC0}">
      <dsp:nvSpPr>
        <dsp:cNvPr id="0" name=""/>
        <dsp:cNvSpPr/>
      </dsp:nvSpPr>
      <dsp:spPr>
        <a:xfrm rot="2558555">
          <a:off x="1431509" y="1601363"/>
          <a:ext cx="47386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7386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5C7B92-3B3F-4F89-B862-B0211A1F6EF3}">
      <dsp:nvSpPr>
        <dsp:cNvPr id="0" name=""/>
        <dsp:cNvSpPr/>
      </dsp:nvSpPr>
      <dsp:spPr>
        <a:xfrm rot="8241445">
          <a:off x="3321467" y="1601363"/>
          <a:ext cx="47386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7386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74F43C-6DAD-4362-B9B1-2D9294614525}">
      <dsp:nvSpPr>
        <dsp:cNvPr id="0" name=""/>
        <dsp:cNvSpPr/>
      </dsp:nvSpPr>
      <dsp:spPr>
        <a:xfrm>
          <a:off x="1842729" y="1761867"/>
          <a:ext cx="169552" cy="0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A45CAB-E3E1-4FDC-9A5F-2760C67F317A}">
      <dsp:nvSpPr>
        <dsp:cNvPr id="0" name=""/>
        <dsp:cNvSpPr/>
      </dsp:nvSpPr>
      <dsp:spPr>
        <a:xfrm>
          <a:off x="2012281" y="1401184"/>
          <a:ext cx="1202279" cy="72136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Data required for decisions</a:t>
          </a:r>
          <a:endParaRPr lang="en-US" sz="1400" kern="1200" dirty="0"/>
        </a:p>
      </dsp:txBody>
      <dsp:txXfrm>
        <a:off x="2012281" y="1401184"/>
        <a:ext cx="1202279" cy="721367"/>
      </dsp:txXfrm>
    </dsp:sp>
    <dsp:sp modelId="{84DE4DA8-28C6-47BF-9D20-335BB2D15D5C}">
      <dsp:nvSpPr>
        <dsp:cNvPr id="0" name=""/>
        <dsp:cNvSpPr/>
      </dsp:nvSpPr>
      <dsp:spPr>
        <a:xfrm>
          <a:off x="3214561" y="1761867"/>
          <a:ext cx="169552" cy="0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EAEF96-8A84-4548-AEDA-06FE5F084828}">
      <dsp:nvSpPr>
        <dsp:cNvPr id="0" name=""/>
        <dsp:cNvSpPr/>
      </dsp:nvSpPr>
      <dsp:spPr>
        <a:xfrm>
          <a:off x="3775770" y="675894"/>
          <a:ext cx="1450578" cy="1450578"/>
        </a:xfrm>
        <a:prstGeom prst="ellipse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Availability of data and data gaps?</a:t>
          </a:r>
          <a:endParaRPr lang="en-US" sz="1400" kern="1200" dirty="0"/>
        </a:p>
      </dsp:txBody>
      <dsp:txXfrm>
        <a:off x="3988202" y="888326"/>
        <a:ext cx="1025714" cy="1025714"/>
      </dsp:txXfrm>
    </dsp:sp>
    <dsp:sp modelId="{950245F0-1AD0-49B3-B37F-86685F44357A}">
      <dsp:nvSpPr>
        <dsp:cNvPr id="0" name=""/>
        <dsp:cNvSpPr/>
      </dsp:nvSpPr>
      <dsp:spPr>
        <a:xfrm>
          <a:off x="5226348" y="675894"/>
          <a:ext cx="1450578" cy="1450578"/>
        </a:xfrm>
        <a:prstGeom prst="ellipse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Data management </a:t>
          </a:r>
          <a:endParaRPr lang="en-US" sz="1400" kern="1200" dirty="0"/>
        </a:p>
      </dsp:txBody>
      <dsp:txXfrm>
        <a:off x="5438780" y="888326"/>
        <a:ext cx="1025714" cy="1025714"/>
      </dsp:txXfrm>
    </dsp:sp>
    <dsp:sp modelId="{61C9DF1A-86B2-4625-BA18-C7E239F26691}">
      <dsp:nvSpPr>
        <dsp:cNvPr id="0" name=""/>
        <dsp:cNvSpPr/>
      </dsp:nvSpPr>
      <dsp:spPr>
        <a:xfrm>
          <a:off x="6676926" y="675894"/>
          <a:ext cx="1450578" cy="1450578"/>
        </a:xfrm>
        <a:prstGeom prst="ellips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Development of decision logic</a:t>
          </a:r>
          <a:endParaRPr lang="en-US" sz="1400" kern="1200" dirty="0"/>
        </a:p>
      </dsp:txBody>
      <dsp:txXfrm>
        <a:off x="6889358" y="888326"/>
        <a:ext cx="1025714" cy="10257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38443-E902-4765-894D-3015A2ECCD1E}" type="datetimeFigureOut">
              <a:rPr lang="en-US" smtClean="0"/>
              <a:t>7/4/2016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BB011-E394-40AD-8BAA-B527968D3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7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BB011-E394-40AD-8BAA-B527968D3A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60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If we consider only one decision that this decision support</a:t>
            </a:r>
            <a:r>
              <a:rPr lang="en-US" baseline="0" dirty="0" smtClean="0"/>
              <a:t> tool can support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BB011-E394-40AD-8BAA-B527968D3A9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14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TCSS: traffic control and scheduling system</a:t>
            </a:r>
          </a:p>
          <a:p>
            <a:r>
              <a:rPr lang="en-US" dirty="0" smtClean="0"/>
              <a:t>Before</a:t>
            </a:r>
            <a:r>
              <a:rPr lang="en-US" baseline="0" dirty="0" smtClean="0"/>
              <a:t> going in detail of data retrieval problem</a:t>
            </a:r>
          </a:p>
          <a:p>
            <a:r>
              <a:rPr lang="en-US" baseline="0" dirty="0" smtClean="0"/>
              <a:t>Explain end-users</a:t>
            </a:r>
          </a:p>
          <a:p>
            <a:r>
              <a:rPr lang="en-US" baseline="0" dirty="0" smtClean="0"/>
              <a:t>End-users are those that help in development of DST </a:t>
            </a:r>
            <a:r>
              <a:rPr lang="en-US" baseline="0" dirty="0" err="1" smtClean="0"/>
              <a:t>becauase</a:t>
            </a:r>
            <a:r>
              <a:rPr lang="en-US" baseline="0" dirty="0" smtClean="0"/>
              <a:t> they have domain knowledge as well as the main intended users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BB011-E394-40AD-8BAA-B527968D3A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75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Omit all the protocol and technical details</a:t>
            </a:r>
          </a:p>
          <a:p>
            <a:r>
              <a:rPr lang="en-US" dirty="0" smtClean="0"/>
              <a:t>End-users can understand this model and can give us feedback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BB011-E394-40AD-8BAA-B527968D3A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91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End-users</a:t>
            </a:r>
            <a:r>
              <a:rPr lang="en-US" baseline="0" dirty="0" smtClean="0"/>
              <a:t> are people who will be using this system in form of providing the input during development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BB011-E394-40AD-8BAA-B527968D3A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69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developed IM in three iterative steps</a:t>
            </a:r>
          </a:p>
          <a:p>
            <a:r>
              <a:rPr lang="en-US" dirty="0" smtClean="0"/>
              <a:t>We developed first</a:t>
            </a:r>
            <a:r>
              <a:rPr lang="en-US" baseline="0" dirty="0" smtClean="0"/>
              <a:t> version of IM by </a:t>
            </a:r>
            <a:r>
              <a:rPr lang="en-US" baseline="0" dirty="0" err="1" smtClean="0"/>
              <a:t>highlitening</a:t>
            </a:r>
            <a:r>
              <a:rPr lang="en-US" baseline="0" dirty="0" smtClean="0"/>
              <a:t> the names of railway objects </a:t>
            </a:r>
            <a:r>
              <a:rPr lang="en-US" baseline="0" dirty="0" err="1" smtClean="0"/>
              <a:t>menstioed</a:t>
            </a:r>
            <a:r>
              <a:rPr lang="en-US" baseline="0" dirty="0" smtClean="0"/>
              <a:t> in 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BB011-E394-40AD-8BAA-B527968D3A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96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purpose of railway</a:t>
            </a:r>
            <a:r>
              <a:rPr lang="en-US" baseline="0" dirty="0" smtClean="0"/>
              <a:t> load management is to store data about the different rolling stocks of the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BB011-E394-40AD-8BAA-B527968D3A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83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ISO 2009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BB011-E394-40AD-8BAA-B527968D3A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6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Decomposition:</a:t>
            </a:r>
            <a:r>
              <a:rPr lang="en-US" baseline="0" dirty="0" smtClean="0"/>
              <a:t> Which objects to choose, selection </a:t>
            </a:r>
            <a:r>
              <a:rPr lang="en-US" baseline="0" dirty="0" err="1" smtClean="0"/>
              <a:t>og</a:t>
            </a:r>
            <a:r>
              <a:rPr lang="en-US" baseline="0" dirty="0" smtClean="0"/>
              <a:t> objects</a:t>
            </a:r>
          </a:p>
          <a:p>
            <a:r>
              <a:rPr lang="en-US" baseline="0" dirty="0" smtClean="0"/>
              <a:t>When we going to high level of detail, which objects we should model</a:t>
            </a:r>
          </a:p>
          <a:p>
            <a:r>
              <a:rPr lang="en-US" baseline="0" dirty="0" smtClean="0"/>
              <a:t>Modification in information model is a troublesome task. As it will require the changes 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BB011-E394-40AD-8BAA-B527968D3A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77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Planning, designing, building</a:t>
            </a:r>
            <a:r>
              <a:rPr lang="en-US" baseline="0" dirty="0" smtClean="0"/>
              <a:t> and managing </a:t>
            </a:r>
            <a:r>
              <a:rPr lang="en-US" baseline="0" smtClean="0"/>
              <a:t>buildings infrastructures.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BB011-E394-40AD-8BAA-B527968D3A9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4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A3C9-28ED-4CF7-BE00-324FB8F7ECB1}" type="datetime1">
              <a:rPr lang="en-US" smtClean="0"/>
              <a:t>7/4/2016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57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29292-90EC-4324-8410-21641FC6286F}" type="datetime1">
              <a:rPr lang="en-US" smtClean="0"/>
              <a:t>7/4/2016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0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8362-74BB-456A-89AA-B54428168691}" type="datetime1">
              <a:rPr lang="en-US" smtClean="0"/>
              <a:t>7/4/2016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48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E08B-00F8-4986-AB2B-E5A8F24D8E38}" type="datetime1">
              <a:rPr lang="en-US" smtClean="0"/>
              <a:t>7/4/2016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892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8B8F-E89A-4061-BACE-B2DE2DE7E9AA}" type="datetime1">
              <a:rPr lang="en-US" smtClean="0"/>
              <a:t>7/4/2016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52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560D-C119-402D-B142-D2762CBE9B98}" type="datetime1">
              <a:rPr lang="en-US" smtClean="0"/>
              <a:t>7/4/2016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60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7F860-7605-4CE9-97FC-F28D0CFDEF7E}" type="datetime1">
              <a:rPr lang="en-US" smtClean="0"/>
              <a:t>7/4/2016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2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00BB-2272-425B-95D7-7CB35C23D537}" type="datetime1">
              <a:rPr lang="en-US" smtClean="0"/>
              <a:t>7/4/2016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853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9B4F7-359C-41B0-A5DD-FCB39307FACC}" type="datetime1">
              <a:rPr lang="en-US" smtClean="0"/>
              <a:t>7/4/2016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6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27D0-CEAB-409C-BAAF-3B1BA015B78E}" type="datetime1">
              <a:rPr lang="en-US" smtClean="0"/>
              <a:t>7/4/2016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74D1-3980-407A-A26D-E3393D557A25}" type="datetime1">
              <a:rPr lang="en-US" smtClean="0"/>
              <a:t>7/4/2016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93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54C89-28EA-4BE9-BB6C-B0774583A769}" type="datetime1">
              <a:rPr lang="en-US" smtClean="0"/>
              <a:t>7/4/2016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51AE8-E041-4B90-9E99-8606D51B0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247" y="854329"/>
            <a:ext cx="8591676" cy="2098226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Cambria" panose="02040503050406030204" pitchFamily="18" charset="0"/>
              </a:rPr>
              <a:t>From Analysis of Information Needs towards An Information </a:t>
            </a:r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M</a:t>
            </a:r>
            <a:r>
              <a:rPr lang="en-US" sz="3200" dirty="0" smtClean="0">
                <a:solidFill>
                  <a:srgbClr val="C00000"/>
                </a:solidFill>
                <a:latin typeface="Cambria" panose="02040503050406030204" pitchFamily="18" charset="0"/>
              </a:rPr>
              <a:t>odel of Railway Infrastructure </a:t>
            </a:r>
            <a:endParaRPr lang="en-US" sz="6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4" y="3840185"/>
            <a:ext cx="6831673" cy="1086237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ambria" panose="02040503050406030204" pitchFamily="18" charset="0"/>
              </a:rPr>
              <a:t>Presenter: Zaharah Allah Bukhsh</a:t>
            </a:r>
          </a:p>
          <a:p>
            <a:r>
              <a:rPr lang="en-US" dirty="0" smtClean="0">
                <a:latin typeface="Cambria" panose="02040503050406030204" pitchFamily="18" charset="0"/>
              </a:rPr>
              <a:t>Co-Authors: Timo Hartmann and Irina Stipanovic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1</a:t>
            </a:fld>
            <a:endParaRPr lang="en-US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94032" y="311210"/>
            <a:ext cx="11997968" cy="1086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>
                <a:latin typeface="Cambria" panose="02040503050406030204" pitchFamily="18" charset="0"/>
              </a:rPr>
              <a:t>23</a:t>
            </a:r>
            <a:r>
              <a:rPr lang="en-US" sz="1800" baseline="30000" dirty="0" smtClean="0">
                <a:latin typeface="Cambria" panose="02040503050406030204" pitchFamily="18" charset="0"/>
              </a:rPr>
              <a:t>rd</a:t>
            </a:r>
            <a:r>
              <a:rPr lang="en-US" sz="1800" dirty="0" smtClean="0">
                <a:latin typeface="Cambria" panose="02040503050406030204" pitchFamily="18" charset="0"/>
              </a:rPr>
              <a:t> International Workshop of the European Group for Intelligent Computing in Engineering</a:t>
            </a:r>
            <a:endParaRPr lang="en-US" sz="1800" dirty="0">
              <a:latin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32" y="6285737"/>
            <a:ext cx="2969901" cy="5722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166" y="5850261"/>
            <a:ext cx="1559400" cy="87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6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Cambria" panose="02040503050406030204" pitchFamily="18" charset="0"/>
              </a:rPr>
              <a:t>Motivation	</a:t>
            </a:r>
            <a:endParaRPr lang="en-US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213" y="1690688"/>
            <a:ext cx="9601200" cy="40211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 err="1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</a:rPr>
              <a:t>DESTination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</a:rPr>
              <a:t> RAIL </a:t>
            </a:r>
            <a:r>
              <a:rPr lang="en-US" sz="2600" dirty="0" smtClean="0">
                <a:latin typeface="Cambria" panose="02040503050406030204" pitchFamily="18" charset="0"/>
              </a:rPr>
              <a:t>seeks to develop a decision support tool for the railway infrastructure managers.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300" dirty="0" smtClean="0">
              <a:latin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Cambria" panose="02040503050406030204" pitchFamily="18" charset="0"/>
              </a:rPr>
              <a:t> </a:t>
            </a:r>
            <a:r>
              <a:rPr lang="en-US" sz="2600" dirty="0" smtClean="0">
                <a:latin typeface="Cambria" panose="02040503050406030204" pitchFamily="18" charset="0"/>
              </a:rPr>
              <a:t>A particular decision(e.g. maintenance decision) poses various types of data needs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i="0" dirty="0" smtClean="0">
                <a:latin typeface="Cambria" panose="02040503050406030204" pitchFamily="18" charset="0"/>
              </a:rPr>
              <a:t>Assets’ condition assessment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i="0" dirty="0" smtClean="0">
                <a:latin typeface="Cambria" panose="02040503050406030204" pitchFamily="18" charset="0"/>
              </a:rPr>
              <a:t>Maintenance history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i="0" dirty="0" smtClean="0">
                <a:latin typeface="Cambria" panose="02040503050406030204" pitchFamily="18" charset="0"/>
              </a:rPr>
              <a:t>Network schedules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i="0" dirty="0" smtClean="0">
                <a:latin typeface="Cambria" panose="02040503050406030204" pitchFamily="18" charset="0"/>
              </a:rPr>
              <a:t>Others..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21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Cambria" panose="02040503050406030204" pitchFamily="18" charset="0"/>
              </a:rPr>
              <a:t>Problem Context</a:t>
            </a:r>
            <a:endParaRPr lang="en-US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257" y="1688776"/>
            <a:ext cx="5980399" cy="281952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Cambria" panose="02040503050406030204" pitchFamily="18" charset="0"/>
              </a:rPr>
              <a:t>Data is stored in separate database management system (e.g. CMMS, TCSS)</a:t>
            </a:r>
          </a:p>
          <a:p>
            <a:endParaRPr lang="en-US" sz="2400" dirty="0" smtClean="0">
              <a:latin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</a:rPr>
              <a:t>Challenge </a:t>
            </a:r>
            <a:r>
              <a:rPr lang="en-US" sz="2400" dirty="0">
                <a:latin typeface="Cambria" panose="02040503050406030204" pitchFamily="18" charset="0"/>
              </a:rPr>
              <a:t>is to retrieve and process data from various systems with different data </a:t>
            </a:r>
            <a:r>
              <a:rPr lang="en-US" sz="2400" dirty="0" smtClean="0">
                <a:latin typeface="Cambria" panose="02040503050406030204" pitchFamily="18" charset="0"/>
              </a:rPr>
              <a:t>formats</a:t>
            </a:r>
          </a:p>
          <a:p>
            <a:endParaRPr lang="en-US" sz="2400" dirty="0">
              <a:latin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</a:rPr>
              <a:t>There </a:t>
            </a:r>
            <a:r>
              <a:rPr lang="en-US" sz="2400" smtClean="0">
                <a:latin typeface="Cambria" panose="02040503050406030204" pitchFamily="18" charset="0"/>
              </a:rPr>
              <a:t>is a need </a:t>
            </a:r>
            <a:r>
              <a:rPr lang="en-US" sz="2400" dirty="0" smtClean="0">
                <a:latin typeface="Cambria" panose="02040503050406030204" pitchFamily="18" charset="0"/>
              </a:rPr>
              <a:t>to understand </a:t>
            </a:r>
          </a:p>
          <a:p>
            <a:pPr lvl="1"/>
            <a:r>
              <a:rPr lang="en-US" sz="2400" dirty="0" smtClean="0">
                <a:latin typeface="Cambria" panose="02040503050406030204" pitchFamily="18" charset="0"/>
              </a:rPr>
              <a:t>What are those </a:t>
            </a:r>
            <a:r>
              <a:rPr lang="en-US" dirty="0" smtClean="0">
                <a:latin typeface="Cambria" panose="02040503050406030204" pitchFamily="18" charset="0"/>
              </a:rPr>
              <a:t>objects/domains a</a:t>
            </a:r>
            <a:r>
              <a:rPr lang="en-US" sz="2400" dirty="0" smtClean="0">
                <a:latin typeface="Cambria" panose="02040503050406030204" pitchFamily="18" charset="0"/>
              </a:rPr>
              <a:t>bout which data should be stored</a:t>
            </a:r>
          </a:p>
          <a:p>
            <a:pPr lvl="1"/>
            <a:r>
              <a:rPr lang="en-US" sz="2400" dirty="0" smtClean="0">
                <a:latin typeface="Cambria" panose="02040503050406030204" pitchFamily="18" charset="0"/>
              </a:rPr>
              <a:t>What are the data needs of end-users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3</a:t>
            </a:fld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6741107" y="1688776"/>
            <a:ext cx="4648203" cy="505973"/>
          </a:xfrm>
          <a:prstGeom prst="roundRect">
            <a:avLst>
              <a:gd name="adj" fmla="val 26101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rgbClr val="0070C0"/>
                </a:solidFill>
                <a:latin typeface="Cambria" panose="02040503050406030204" pitchFamily="18" charset="0"/>
              </a:rPr>
              <a:t>Decision Analysis?</a:t>
            </a:r>
            <a:endParaRPr lang="en-US" sz="3200" dirty="0">
              <a:solidFill>
                <a:srgbClr val="0070C0"/>
              </a:solidFill>
              <a:latin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74978" y="3993274"/>
            <a:ext cx="1025192" cy="431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Maintenance </a:t>
            </a:r>
          </a:p>
          <a:p>
            <a:pPr algn="ctr"/>
            <a:r>
              <a:rPr lang="en-US" sz="1400" dirty="0"/>
              <a:t>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3144" y="3970579"/>
            <a:ext cx="906252" cy="431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Operational</a:t>
            </a:r>
          </a:p>
          <a:p>
            <a:pPr algn="ctr"/>
            <a:r>
              <a:rPr lang="en-US" sz="1400" dirty="0"/>
              <a:t>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6309" y="3910107"/>
            <a:ext cx="1102348" cy="431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Assets </a:t>
            </a:r>
          </a:p>
          <a:p>
            <a:pPr algn="ctr"/>
            <a:r>
              <a:rPr lang="en-US" sz="1400" dirty="0" smtClean="0"/>
              <a:t>Condition Data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7963602" y="3976698"/>
            <a:ext cx="796045" cy="2535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Legacy DB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128" y="2902766"/>
            <a:ext cx="891692" cy="8522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978" y="2885945"/>
            <a:ext cx="891692" cy="8522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384" y="2902766"/>
            <a:ext cx="891692" cy="8522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978" y="2902766"/>
            <a:ext cx="891692" cy="8522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3" name="Right Brace 22"/>
          <p:cNvSpPr/>
          <p:nvPr/>
        </p:nvSpPr>
        <p:spPr>
          <a:xfrm rot="16200000">
            <a:off x="8935081" y="153388"/>
            <a:ext cx="260256" cy="506992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01260" y="6550223"/>
            <a:ext cx="4078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 smtClean="0"/>
              <a:t>(</a:t>
            </a:r>
            <a:r>
              <a:rPr lang="en-US" sz="1400" dirty="0" err="1" smtClean="0"/>
              <a:t>Thaduri</a:t>
            </a:r>
            <a:r>
              <a:rPr lang="en-US" sz="1400" dirty="0"/>
              <a:t> </a:t>
            </a:r>
            <a:r>
              <a:rPr lang="en-US" sz="1400" dirty="0" smtClean="0"/>
              <a:t>et. al, 2015) (Moore and Starr, 2006)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746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9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Cambria" panose="02040503050406030204" pitchFamily="18" charset="0"/>
              </a:rPr>
              <a:t>Information Modeling</a:t>
            </a:r>
            <a:endParaRPr lang="en-US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Cambria" panose="02040503050406030204" pitchFamily="18" charset="0"/>
              </a:rPr>
              <a:t>Simplified representation</a:t>
            </a:r>
          </a:p>
          <a:p>
            <a:r>
              <a:rPr lang="en-US" sz="2400" dirty="0" smtClean="0">
                <a:latin typeface="Cambria" panose="02040503050406030204" pitchFamily="18" charset="0"/>
              </a:rPr>
              <a:t>Structures the problem domain </a:t>
            </a:r>
          </a:p>
          <a:p>
            <a:r>
              <a:rPr lang="en-US" sz="2400" dirty="0" smtClean="0">
                <a:latin typeface="Cambria" panose="02040503050406030204" pitchFamily="18" charset="0"/>
              </a:rPr>
              <a:t>Provide the semantic interpretation </a:t>
            </a:r>
          </a:p>
          <a:p>
            <a:r>
              <a:rPr lang="en-US" sz="2400" dirty="0" smtClean="0">
                <a:latin typeface="Cambria" panose="02040503050406030204" pitchFamily="18" charset="0"/>
              </a:rPr>
              <a:t>Represent real-world objects </a:t>
            </a:r>
          </a:p>
          <a:p>
            <a:r>
              <a:rPr lang="en-US" sz="2400" dirty="0" smtClean="0">
                <a:latin typeface="Cambria" panose="02040503050406030204" pitchFamily="18" charset="0"/>
              </a:rPr>
              <a:t>Represent abstract objects  (e.g.  concept, a group of persons or an individual)</a:t>
            </a:r>
          </a:p>
          <a:p>
            <a:r>
              <a:rPr lang="en-US" sz="2400" dirty="0" smtClean="0">
                <a:latin typeface="Cambria" panose="02040503050406030204" pitchFamily="18" charset="0"/>
              </a:rPr>
              <a:t>Enable the active communication  and involve the stakeholders (e.g. infrastructure managers, researchers, </a:t>
            </a:r>
            <a:r>
              <a:rPr lang="en-US" sz="2400" dirty="0" err="1" smtClean="0">
                <a:latin typeface="Cambria" panose="02040503050406030204" pitchFamily="18" charset="0"/>
              </a:rPr>
              <a:t>etc</a:t>
            </a:r>
            <a:r>
              <a:rPr lang="en-US" sz="2400" dirty="0" smtClean="0">
                <a:latin typeface="Cambria" panose="02040503050406030204" pitchFamily="18" charset="0"/>
              </a:rPr>
              <a:t>)</a:t>
            </a:r>
          </a:p>
          <a:p>
            <a:endParaRPr lang="en-US" sz="2400" dirty="0" smtClean="0">
              <a:latin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521893" y="6550223"/>
            <a:ext cx="367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 smtClean="0"/>
              <a:t>(Turk, 2001)(Kent and </a:t>
            </a:r>
            <a:r>
              <a:rPr lang="en-US" sz="1400" dirty="0" err="1" smtClean="0"/>
              <a:t>Hoberman</a:t>
            </a:r>
            <a:r>
              <a:rPr lang="en-US" sz="1400" dirty="0" smtClean="0"/>
              <a:t>, 2012)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5168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Cambria" panose="02040503050406030204" pitchFamily="18" charset="0"/>
              </a:rPr>
              <a:t>Objective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5407" y="2005012"/>
            <a:ext cx="7520848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sz="5400" dirty="0" smtClean="0">
                <a:latin typeface="Cambria" panose="02040503050406030204" pitchFamily="18" charset="0"/>
              </a:rPr>
              <a:t>“</a:t>
            </a:r>
            <a:r>
              <a:rPr lang="en-US" dirty="0" smtClean="0">
                <a:latin typeface="Cambria" panose="02040503050406030204" pitchFamily="18" charset="0"/>
              </a:rPr>
              <a:t>Specify </a:t>
            </a:r>
            <a:r>
              <a:rPr lang="en-US" dirty="0">
                <a:latin typeface="Cambria" panose="02040503050406030204" pitchFamily="18" charset="0"/>
              </a:rPr>
              <a:t>and understand the end-users’ data needs by identifying the railway network objects and their relationships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7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143" y="115404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Cambria" panose="02040503050406030204" pitchFamily="18" charset="0"/>
              </a:rPr>
              <a:t>Methodology</a:t>
            </a:r>
            <a:endParaRPr lang="en-US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6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5358426" y="1153028"/>
            <a:ext cx="4656081" cy="2802953"/>
            <a:chOff x="5358426" y="1153028"/>
            <a:chExt cx="4656081" cy="2802953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1302" y="1153028"/>
              <a:ext cx="1720156" cy="1720156"/>
            </a:xfrm>
            <a:prstGeom prst="rect">
              <a:avLst/>
            </a:prstGeom>
          </p:spPr>
        </p:pic>
        <p:sp>
          <p:nvSpPr>
            <p:cNvPr id="15" name="Rounded Rectangle 14"/>
            <p:cNvSpPr/>
            <p:nvPr/>
          </p:nvSpPr>
          <p:spPr>
            <a:xfrm>
              <a:off x="7855613" y="2473092"/>
              <a:ext cx="2158894" cy="596227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 smtClean="0"/>
                <a:t>DESTination</a:t>
              </a:r>
              <a:r>
                <a:rPr lang="en-US" sz="1600" dirty="0" smtClean="0"/>
                <a:t> Project Proposal</a:t>
              </a:r>
              <a:endParaRPr lang="en-US" sz="1600" dirty="0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5358426" y="1565275"/>
              <a:ext cx="2450260" cy="2390706"/>
              <a:chOff x="5358426" y="1565275"/>
              <a:chExt cx="2450260" cy="2390706"/>
            </a:xfrm>
          </p:grpSpPr>
          <p:sp>
            <p:nvSpPr>
              <p:cNvPr id="8" name="Circular Arrow 7"/>
              <p:cNvSpPr/>
              <p:nvPr/>
            </p:nvSpPr>
            <p:spPr>
              <a:xfrm>
                <a:off x="5358426" y="1565275"/>
                <a:ext cx="2450260" cy="2390706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0800000"/>
                  <a:gd name="adj5" fmla="val 12500"/>
                </a:avLst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" name="Freeform 8"/>
              <p:cNvSpPr/>
              <p:nvPr/>
            </p:nvSpPr>
            <p:spPr>
              <a:xfrm>
                <a:off x="5761653" y="2455707"/>
                <a:ext cx="1549545" cy="663974"/>
              </a:xfrm>
              <a:custGeom>
                <a:avLst/>
                <a:gdLst>
                  <a:gd name="connsiteX0" fmla="*/ 0 w 1233460"/>
                  <a:gd name="connsiteY0" fmla="*/ 0 h 616582"/>
                  <a:gd name="connsiteX1" fmla="*/ 1233460 w 1233460"/>
                  <a:gd name="connsiteY1" fmla="*/ 0 h 616582"/>
                  <a:gd name="connsiteX2" fmla="*/ 1233460 w 1233460"/>
                  <a:gd name="connsiteY2" fmla="*/ 616582 h 616582"/>
                  <a:gd name="connsiteX3" fmla="*/ 0 w 1233460"/>
                  <a:gd name="connsiteY3" fmla="*/ 616582 h 616582"/>
                  <a:gd name="connsiteX4" fmla="*/ 0 w 1233460"/>
                  <a:gd name="connsiteY4" fmla="*/ 0 h 616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3460" h="616582">
                    <a:moveTo>
                      <a:pt x="0" y="0"/>
                    </a:moveTo>
                    <a:lnTo>
                      <a:pt x="1233460" y="0"/>
                    </a:lnTo>
                    <a:lnTo>
                      <a:pt x="1233460" y="616582"/>
                    </a:lnTo>
                    <a:lnTo>
                      <a:pt x="0" y="61658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795" tIns="10795" rIns="10795" bIns="10795" numCol="1" spcCol="1270" anchor="ctr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>
                    <a:latin typeface="Cambria" panose="02040503050406030204" pitchFamily="18" charset="0"/>
                  </a:rPr>
                  <a:t>First version of Information Model </a:t>
                </a:r>
                <a:endParaRPr lang="en-US" kern="1200" dirty="0">
                  <a:latin typeface="Cambria" panose="02040503050406030204" pitchFamily="18" charset="0"/>
                </a:endParaRPr>
              </a:p>
            </p:txBody>
          </p:sp>
        </p:grpSp>
        <p:sp>
          <p:nvSpPr>
            <p:cNvPr id="18" name="Left Bracket 17"/>
            <p:cNvSpPr/>
            <p:nvPr/>
          </p:nvSpPr>
          <p:spPr>
            <a:xfrm flipH="1">
              <a:off x="7417107" y="1629137"/>
              <a:ext cx="285670" cy="1897536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669786" y="2654386"/>
            <a:ext cx="4458348" cy="2675233"/>
            <a:chOff x="2669786" y="2654386"/>
            <a:chExt cx="4458348" cy="2675233"/>
          </a:xfrm>
        </p:grpSpPr>
        <p:grpSp>
          <p:nvGrpSpPr>
            <p:cNvPr id="34" name="Group 33"/>
            <p:cNvGrpSpPr/>
            <p:nvPr/>
          </p:nvGrpSpPr>
          <p:grpSpPr>
            <a:xfrm>
              <a:off x="2769565" y="2654386"/>
              <a:ext cx="2158894" cy="1522595"/>
              <a:chOff x="2684875" y="2302191"/>
              <a:chExt cx="2158894" cy="1522595"/>
            </a:xfrm>
          </p:grpSpPr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60667" y="2302191"/>
                <a:ext cx="1888602" cy="1373014"/>
              </a:xfrm>
              <a:prstGeom prst="rect">
                <a:avLst/>
              </a:prstGeom>
            </p:spPr>
          </p:pic>
          <p:sp>
            <p:nvSpPr>
              <p:cNvPr id="20" name="Rounded Rectangle 19"/>
              <p:cNvSpPr/>
              <p:nvPr/>
            </p:nvSpPr>
            <p:spPr>
              <a:xfrm>
                <a:off x="2684875" y="3228559"/>
                <a:ext cx="2158894" cy="596227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/>
                  <a:t>Seminal Literature</a:t>
                </a:r>
                <a:endParaRPr lang="en-US" sz="1600" dirty="0"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2669786" y="2938913"/>
              <a:ext cx="4458348" cy="2390706"/>
              <a:chOff x="2669786" y="2938913"/>
              <a:chExt cx="4458348" cy="2390706"/>
            </a:xfrm>
          </p:grpSpPr>
          <p:sp>
            <p:nvSpPr>
              <p:cNvPr id="10" name="Shape 9"/>
              <p:cNvSpPr/>
              <p:nvPr/>
            </p:nvSpPr>
            <p:spPr>
              <a:xfrm>
                <a:off x="4677874" y="2938913"/>
                <a:ext cx="2450260" cy="2390706"/>
              </a:xfrm>
              <a:prstGeom prst="leftCircularArrow">
                <a:avLst>
                  <a:gd name="adj1" fmla="val 10980"/>
                  <a:gd name="adj2" fmla="val 1142322"/>
                  <a:gd name="adj3" fmla="val 6300000"/>
                  <a:gd name="adj4" fmla="val 18900000"/>
                  <a:gd name="adj5" fmla="val 12500"/>
                </a:avLst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" name="Freeform 10"/>
              <p:cNvSpPr/>
              <p:nvPr/>
            </p:nvSpPr>
            <p:spPr>
              <a:xfrm>
                <a:off x="5222222" y="3809976"/>
                <a:ext cx="1520045" cy="663974"/>
              </a:xfrm>
              <a:custGeom>
                <a:avLst/>
                <a:gdLst>
                  <a:gd name="connsiteX0" fmla="*/ 0 w 1233460"/>
                  <a:gd name="connsiteY0" fmla="*/ 0 h 616582"/>
                  <a:gd name="connsiteX1" fmla="*/ 1233460 w 1233460"/>
                  <a:gd name="connsiteY1" fmla="*/ 0 h 616582"/>
                  <a:gd name="connsiteX2" fmla="*/ 1233460 w 1233460"/>
                  <a:gd name="connsiteY2" fmla="*/ 616582 h 616582"/>
                  <a:gd name="connsiteX3" fmla="*/ 0 w 1233460"/>
                  <a:gd name="connsiteY3" fmla="*/ 616582 h 616582"/>
                  <a:gd name="connsiteX4" fmla="*/ 0 w 1233460"/>
                  <a:gd name="connsiteY4" fmla="*/ 0 h 616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3460" h="616582">
                    <a:moveTo>
                      <a:pt x="0" y="0"/>
                    </a:moveTo>
                    <a:lnTo>
                      <a:pt x="1233460" y="0"/>
                    </a:lnTo>
                    <a:lnTo>
                      <a:pt x="1233460" y="616582"/>
                    </a:lnTo>
                    <a:lnTo>
                      <a:pt x="0" y="61658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795" tIns="10795" rIns="10795" bIns="10795" numCol="1" spcCol="1270" anchor="ctr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>
                    <a:latin typeface="Cambria" panose="02040503050406030204" pitchFamily="18" charset="0"/>
                  </a:rPr>
                  <a:t>Second version of</a:t>
                </a:r>
                <a:r>
                  <a:rPr lang="en-US" dirty="0">
                    <a:latin typeface="Cambria" panose="02040503050406030204" pitchFamily="18" charset="0"/>
                  </a:rPr>
                  <a:t> Information Model </a:t>
                </a:r>
                <a:endParaRPr lang="en-US" kern="1200" dirty="0">
                  <a:latin typeface="Cambria" panose="02040503050406030204" pitchFamily="18" charset="0"/>
                </a:endParaRPr>
              </a:p>
            </p:txBody>
          </p:sp>
          <p:sp>
            <p:nvSpPr>
              <p:cNvPr id="17" name="Left Bracket 16"/>
              <p:cNvSpPr/>
              <p:nvPr/>
            </p:nvSpPr>
            <p:spPr>
              <a:xfrm>
                <a:off x="4749269" y="3296012"/>
                <a:ext cx="189001" cy="1897536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69786" y="4370473"/>
                <a:ext cx="1963171" cy="568286"/>
              </a:xfrm>
              <a:prstGeom prst="rect">
                <a:avLst/>
              </a:prstGeom>
            </p:spPr>
          </p:pic>
        </p:grpSp>
      </p:grpSp>
      <p:grpSp>
        <p:nvGrpSpPr>
          <p:cNvPr id="38" name="Group 37"/>
          <p:cNvGrpSpPr/>
          <p:nvPr/>
        </p:nvGrpSpPr>
        <p:grpSpPr>
          <a:xfrm>
            <a:off x="5532819" y="3886152"/>
            <a:ext cx="4482535" cy="2939848"/>
            <a:chOff x="5532819" y="3886152"/>
            <a:chExt cx="4482535" cy="2939848"/>
          </a:xfrm>
        </p:grpSpPr>
        <p:sp>
          <p:nvSpPr>
            <p:cNvPr id="24" name="Left Bracket 23"/>
            <p:cNvSpPr/>
            <p:nvPr/>
          </p:nvSpPr>
          <p:spPr>
            <a:xfrm flipH="1">
              <a:off x="7417370" y="4576767"/>
              <a:ext cx="285670" cy="1897536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5532819" y="3886152"/>
              <a:ext cx="4482535" cy="2939848"/>
              <a:chOff x="5532819" y="3886152"/>
              <a:chExt cx="4482535" cy="2939848"/>
            </a:xfrm>
          </p:grpSpPr>
          <p:sp>
            <p:nvSpPr>
              <p:cNvPr id="12" name="Block Arc 11"/>
              <p:cNvSpPr/>
              <p:nvPr/>
            </p:nvSpPr>
            <p:spPr>
              <a:xfrm>
                <a:off x="5532819" y="4476931"/>
                <a:ext cx="2105153" cy="2054498"/>
              </a:xfrm>
              <a:prstGeom prst="blockArc">
                <a:avLst>
                  <a:gd name="adj1" fmla="val 13500000"/>
                  <a:gd name="adj2" fmla="val 10800000"/>
                  <a:gd name="adj3" fmla="val 12740"/>
                </a:avLst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" name="Freeform 12"/>
              <p:cNvSpPr/>
              <p:nvPr/>
            </p:nvSpPr>
            <p:spPr>
              <a:xfrm>
                <a:off x="5903235" y="5193548"/>
                <a:ext cx="1513872" cy="663974"/>
              </a:xfrm>
              <a:custGeom>
                <a:avLst/>
                <a:gdLst>
                  <a:gd name="connsiteX0" fmla="*/ 0 w 1233460"/>
                  <a:gd name="connsiteY0" fmla="*/ 0 h 616582"/>
                  <a:gd name="connsiteX1" fmla="*/ 1233460 w 1233460"/>
                  <a:gd name="connsiteY1" fmla="*/ 0 h 616582"/>
                  <a:gd name="connsiteX2" fmla="*/ 1233460 w 1233460"/>
                  <a:gd name="connsiteY2" fmla="*/ 616582 h 616582"/>
                  <a:gd name="connsiteX3" fmla="*/ 0 w 1233460"/>
                  <a:gd name="connsiteY3" fmla="*/ 616582 h 616582"/>
                  <a:gd name="connsiteX4" fmla="*/ 0 w 1233460"/>
                  <a:gd name="connsiteY4" fmla="*/ 0 h 616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3460" h="616582">
                    <a:moveTo>
                      <a:pt x="0" y="0"/>
                    </a:moveTo>
                    <a:lnTo>
                      <a:pt x="1233460" y="0"/>
                    </a:lnTo>
                    <a:lnTo>
                      <a:pt x="1233460" y="616582"/>
                    </a:lnTo>
                    <a:lnTo>
                      <a:pt x="0" y="61658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795" tIns="10795" rIns="10795" bIns="10795" numCol="1" spcCol="1270" anchor="ctr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>
                    <a:latin typeface="Cambria" panose="02040503050406030204" pitchFamily="18" charset="0"/>
                  </a:rPr>
                  <a:t>Third version of </a:t>
                </a:r>
                <a:r>
                  <a:rPr lang="en-US" dirty="0">
                    <a:latin typeface="Cambria" panose="02040503050406030204" pitchFamily="18" charset="0"/>
                  </a:rPr>
                  <a:t>Information Model </a:t>
                </a:r>
                <a:endParaRPr lang="en-US" kern="1200" dirty="0">
                  <a:latin typeface="Cambria" panose="02040503050406030204" pitchFamily="18" charset="0"/>
                </a:endParaRPr>
              </a:p>
            </p:txBody>
          </p:sp>
          <p:pic>
            <p:nvPicPr>
              <p:cNvPr id="27" name="Picture 26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06621" y="3886152"/>
                <a:ext cx="1139260" cy="1139260"/>
              </a:xfrm>
              <a:prstGeom prst="rect">
                <a:avLst/>
              </a:prstGeom>
            </p:spPr>
          </p:pic>
          <p:sp>
            <p:nvSpPr>
              <p:cNvPr id="28" name="Rounded Rectangle 27"/>
              <p:cNvSpPr/>
              <p:nvPr/>
            </p:nvSpPr>
            <p:spPr>
              <a:xfrm>
                <a:off x="7855613" y="4844182"/>
                <a:ext cx="2158894" cy="596227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/>
                  <a:t>Questionnaire</a:t>
                </a:r>
                <a:endParaRPr lang="en-US" sz="1600" dirty="0"/>
              </a:p>
            </p:txBody>
          </p:sp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04159" y="5323020"/>
                <a:ext cx="1530247" cy="1151283"/>
              </a:xfrm>
              <a:prstGeom prst="rect">
                <a:avLst/>
              </a:prstGeom>
            </p:spPr>
          </p:pic>
          <p:sp>
            <p:nvSpPr>
              <p:cNvPr id="30" name="Rounded Rectangle 29"/>
              <p:cNvSpPr/>
              <p:nvPr/>
            </p:nvSpPr>
            <p:spPr>
              <a:xfrm>
                <a:off x="7856460" y="6229773"/>
                <a:ext cx="2158894" cy="596227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/>
                  <a:t>Interviews</a:t>
                </a:r>
                <a:endParaRPr lang="en-US" sz="1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876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Cambria" panose="02040503050406030204" pitchFamily="18" charset="0"/>
              </a:rPr>
              <a:t>Methodology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mbria" panose="02040503050406030204" pitchFamily="18" charset="0"/>
              </a:rPr>
              <a:t>Questionnaire</a:t>
            </a:r>
          </a:p>
          <a:p>
            <a:pPr lvl="1"/>
            <a:r>
              <a:rPr lang="en-US" dirty="0" smtClean="0">
                <a:latin typeface="Cambria" panose="02040503050406030204" pitchFamily="18" charset="0"/>
              </a:rPr>
              <a:t>5 text-questions about Railway Infrastructure</a:t>
            </a:r>
          </a:p>
          <a:p>
            <a:pPr lvl="1"/>
            <a:r>
              <a:rPr lang="en-US" dirty="0" smtClean="0">
                <a:latin typeface="Cambria" panose="02040503050406030204" pitchFamily="18" charset="0"/>
              </a:rPr>
              <a:t>4 text-questions about data needs</a:t>
            </a:r>
          </a:p>
          <a:p>
            <a:pPr lvl="1"/>
            <a:endParaRPr lang="en-US" dirty="0">
              <a:latin typeface="Cambria" panose="02040503050406030204" pitchFamily="18" charset="0"/>
            </a:endParaRPr>
          </a:p>
          <a:p>
            <a:r>
              <a:rPr lang="en-US" dirty="0" smtClean="0">
                <a:latin typeface="Cambria" panose="02040503050406030204" pitchFamily="18" charset="0"/>
              </a:rPr>
              <a:t>Semi-structured Interviews</a:t>
            </a:r>
          </a:p>
          <a:p>
            <a:pPr lvl="1"/>
            <a:r>
              <a:rPr lang="en-US" dirty="0" smtClean="0">
                <a:latin typeface="Cambria" panose="02040503050406030204" pitchFamily="18" charset="0"/>
              </a:rPr>
              <a:t>14 Participants, </a:t>
            </a:r>
            <a:r>
              <a:rPr lang="en-US" dirty="0">
                <a:latin typeface="Cambria" panose="02040503050406030204" pitchFamily="18" charset="0"/>
              </a:rPr>
              <a:t>9 Institutes, </a:t>
            </a:r>
            <a:r>
              <a:rPr lang="en-US" dirty="0" smtClean="0">
                <a:latin typeface="Cambria" panose="02040503050406030204" pitchFamily="18" charset="0"/>
              </a:rPr>
              <a:t>8 countries</a:t>
            </a:r>
          </a:p>
          <a:p>
            <a:pPr lvl="1"/>
            <a:r>
              <a:rPr lang="en-US" dirty="0" smtClean="0">
                <a:latin typeface="Cambria" panose="02040503050406030204" pitchFamily="18" charset="0"/>
              </a:rPr>
              <a:t>Varying focus from sub-soil assessment to life cycle costing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2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073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  <a:latin typeface="Cambria" panose="02040503050406030204" pitchFamily="18" charset="0"/>
              </a:rPr>
              <a:t>Domain of Railway Asset Management</a:t>
            </a:r>
            <a:endParaRPr lang="en-US" sz="36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171" y="1586105"/>
            <a:ext cx="7069404" cy="453148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7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  <a:latin typeface="Cambria" panose="02040503050406030204" pitchFamily="18" charset="0"/>
              </a:rPr>
              <a:t>Information Model of Railway Asset Management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214" y="1469164"/>
            <a:ext cx="9041104" cy="4963744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9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416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  <a:latin typeface="Cambria" panose="02040503050406030204" pitchFamily="18" charset="0"/>
              </a:rPr>
              <a:t>Information Model of Railway Infrastructure Assets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575" y="1349725"/>
            <a:ext cx="9231587" cy="5054342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383" y="0"/>
            <a:ext cx="7869233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42" y="880928"/>
            <a:ext cx="9590514" cy="556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5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  <a:latin typeface="Cambria" panose="02040503050406030204" pitchFamily="18" charset="0"/>
              </a:rPr>
              <a:t>Information Model of Railway Load Management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155" y="1825625"/>
            <a:ext cx="5631689" cy="4351338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  <a:latin typeface="Cambria" panose="02040503050406030204" pitchFamily="18" charset="0"/>
              </a:rPr>
              <a:t>Information Model of Railway Maintenance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808" y="1825625"/>
            <a:ext cx="4146383" cy="4351338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8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  <a:latin typeface="Cambria" panose="02040503050406030204" pitchFamily="18" charset="0"/>
              </a:rPr>
              <a:t>Information Model of Railway Failure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448" y="1825625"/>
            <a:ext cx="4547103" cy="4351338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9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  <a:latin typeface="Cambria" panose="02040503050406030204" pitchFamily="18" charset="0"/>
              </a:rPr>
              <a:t>Information Model of Risk Assessment Method</a:t>
            </a:r>
            <a:endParaRPr lang="en-US" sz="4000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97068" cy="416767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0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Cambria" panose="02040503050406030204" pitchFamily="18" charset="0"/>
              </a:rPr>
              <a:t>Modeling Challenges</a:t>
            </a:r>
            <a:endParaRPr lang="en-US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mbria" panose="02040503050406030204" pitchFamily="18" charset="0"/>
              </a:rPr>
              <a:t>Level of Granularity </a:t>
            </a:r>
          </a:p>
          <a:p>
            <a:pPr lvl="1"/>
            <a:r>
              <a:rPr lang="en-US" dirty="0" smtClean="0">
                <a:latin typeface="Cambria" panose="02040503050406030204" pitchFamily="18" charset="0"/>
              </a:rPr>
              <a:t>High granularity -&gt;  Complex information model</a:t>
            </a:r>
          </a:p>
          <a:p>
            <a:pPr lvl="1"/>
            <a:r>
              <a:rPr lang="en-US" dirty="0" smtClean="0">
                <a:latin typeface="Cambria" panose="02040503050406030204" pitchFamily="18" charset="0"/>
              </a:rPr>
              <a:t>Low granularity -&gt; too simple to represent problem domain</a:t>
            </a:r>
          </a:p>
          <a:p>
            <a:r>
              <a:rPr lang="en-US" dirty="0" smtClean="0">
                <a:latin typeface="Cambria" panose="02040503050406030204" pitchFamily="18" charset="0"/>
              </a:rPr>
              <a:t>Decomposition </a:t>
            </a:r>
          </a:p>
          <a:p>
            <a:r>
              <a:rPr lang="en-US" dirty="0" smtClean="0">
                <a:latin typeface="Cambria" panose="02040503050406030204" pitchFamily="18" charset="0"/>
              </a:rPr>
              <a:t>Changes </a:t>
            </a:r>
          </a:p>
          <a:p>
            <a:endParaRPr lang="en-US" dirty="0" smtClean="0">
              <a:latin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958422" y="6550223"/>
            <a:ext cx="3233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 smtClean="0"/>
              <a:t>(</a:t>
            </a:r>
            <a:r>
              <a:rPr lang="nl-NL" sz="1400" dirty="0"/>
              <a:t>Kent, W., &amp; </a:t>
            </a:r>
            <a:r>
              <a:rPr lang="nl-NL" sz="1400" dirty="0" err="1"/>
              <a:t>Hoberman</a:t>
            </a:r>
            <a:r>
              <a:rPr lang="nl-NL" sz="1400" dirty="0"/>
              <a:t>, S</a:t>
            </a:r>
            <a:r>
              <a:rPr lang="nl-NL" sz="1400" dirty="0" smtClean="0"/>
              <a:t>., 2012</a:t>
            </a:r>
            <a:r>
              <a:rPr lang="en-US" sz="1400" dirty="0" smtClean="0"/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654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Cambria" panose="02040503050406030204" pitchFamily="18" charset="0"/>
              </a:rPr>
              <a:t>Contribution &amp; </a:t>
            </a:r>
            <a:r>
              <a:rPr lang="en-US" sz="4000" dirty="0" smtClean="0">
                <a:solidFill>
                  <a:srgbClr val="C00000"/>
                </a:solidFill>
                <a:latin typeface="Cambria" panose="02040503050406030204" pitchFamily="18" charset="0"/>
              </a:rPr>
              <a:t>Conclusions</a:t>
            </a:r>
            <a:endParaRPr lang="en-US" sz="4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Cambria" panose="02040503050406030204" pitchFamily="18" charset="0"/>
              </a:rPr>
              <a:t>Structures and represents the railway objects and relationships among them</a:t>
            </a:r>
          </a:p>
          <a:p>
            <a:r>
              <a:rPr lang="en-US" sz="2400" dirty="0" smtClean="0">
                <a:latin typeface="Cambria" panose="02040503050406030204" pitchFamily="18" charset="0"/>
              </a:rPr>
              <a:t>Provide the data design for the development of information management systems</a:t>
            </a:r>
          </a:p>
          <a:p>
            <a:r>
              <a:rPr lang="en-US" sz="2400" dirty="0" smtClean="0">
                <a:latin typeface="Cambria" panose="02040503050406030204" pitchFamily="18" charset="0"/>
              </a:rPr>
              <a:t>Fuels the discussions among the </a:t>
            </a:r>
            <a:r>
              <a:rPr lang="en-US" sz="2400" dirty="0">
                <a:latin typeface="Cambria" panose="02040503050406030204" pitchFamily="18" charset="0"/>
              </a:rPr>
              <a:t>stakeholders to understand their data needs and to gain domain knowledge</a:t>
            </a:r>
          </a:p>
          <a:p>
            <a:r>
              <a:rPr lang="en-US" sz="2400" dirty="0" smtClean="0">
                <a:latin typeface="Cambria" panose="02040503050406030204" pitchFamily="18" charset="0"/>
              </a:rPr>
              <a:t>The presented information model is generic-enough to be used for the development of infrastructure related data applications</a:t>
            </a:r>
            <a:endParaRPr lang="en-US" sz="2400" dirty="0">
              <a:latin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7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194" y="160404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Cambria" panose="02040503050406030204" pitchFamily="18" charset="0"/>
              </a:rPr>
              <a:t>Future Work</a:t>
            </a:r>
            <a:endParaRPr lang="en-US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476637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dirty="0" smtClean="0">
                <a:latin typeface="Cambria" panose="02040503050406030204" pitchFamily="18" charset="0"/>
              </a:rPr>
              <a:t>Understand which data is needed by project participants</a:t>
            </a:r>
          </a:p>
          <a:p>
            <a:pPr lvl="1"/>
            <a:r>
              <a:rPr lang="en-US" dirty="0" smtClean="0">
                <a:latin typeface="Cambria" panose="02040503050406030204" pitchFamily="18" charset="0"/>
              </a:rPr>
              <a:t>Development of a network-wide information management system framework</a:t>
            </a:r>
          </a:p>
          <a:p>
            <a:pPr marL="3429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>
              <a:latin typeface="Cambria" panose="02040503050406030204" pitchFamily="18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188935176"/>
              </p:ext>
            </p:extLst>
          </p:nvPr>
        </p:nvGraphicFramePr>
        <p:xfrm>
          <a:off x="1871353" y="2802200"/>
          <a:ext cx="8198063" cy="2056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810258" y="6550223"/>
            <a:ext cx="2417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 smtClean="0"/>
              <a:t>(R. Krishna </a:t>
            </a:r>
            <a:r>
              <a:rPr lang="en-US" sz="1400" dirty="0" err="1" smtClean="0"/>
              <a:t>Pera</a:t>
            </a:r>
            <a:r>
              <a:rPr lang="en-US" sz="1400" dirty="0" smtClean="0"/>
              <a:t>, 2016)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764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Cambria" panose="02040503050406030204" pitchFamily="18" charset="0"/>
              </a:rPr>
              <a:t>Future Work</a:t>
            </a:r>
            <a:endParaRPr lang="en-US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 smtClean="0">
                <a:latin typeface="Cambria" panose="02040503050406030204" pitchFamily="18" charset="0"/>
              </a:rPr>
              <a:t>Which </a:t>
            </a:r>
            <a:r>
              <a:rPr lang="en-US" dirty="0">
                <a:latin typeface="Cambria" panose="02040503050406030204" pitchFamily="18" charset="0"/>
              </a:rPr>
              <a:t>decisions </a:t>
            </a:r>
            <a:r>
              <a:rPr lang="en-US" dirty="0" smtClean="0">
                <a:latin typeface="Cambria" panose="02040503050406030204" pitchFamily="18" charset="0"/>
              </a:rPr>
              <a:t>are required to be supported? </a:t>
            </a:r>
            <a:endParaRPr lang="en-US" dirty="0">
              <a:latin typeface="Cambria" panose="02040503050406030204" pitchFamily="18" charset="0"/>
            </a:endParaRPr>
          </a:p>
          <a:p>
            <a:pPr lvl="1"/>
            <a:r>
              <a:rPr lang="en-US" dirty="0">
                <a:latin typeface="Cambria" panose="02040503050406030204" pitchFamily="18" charset="0"/>
              </a:rPr>
              <a:t>What are the data needs to </a:t>
            </a:r>
            <a:r>
              <a:rPr lang="en-US" dirty="0" smtClean="0">
                <a:latin typeface="Cambria" panose="02040503050406030204" pitchFamily="18" charset="0"/>
              </a:rPr>
              <a:t>support those </a:t>
            </a:r>
            <a:r>
              <a:rPr lang="en-US" dirty="0">
                <a:latin typeface="Cambria" panose="02040503050406030204" pitchFamily="18" charset="0"/>
              </a:rPr>
              <a:t>decisions?</a:t>
            </a:r>
          </a:p>
          <a:p>
            <a:pPr marL="342900" lvl="1" indent="0">
              <a:buNone/>
            </a:pPr>
            <a:endParaRPr lang="en-US" dirty="0" smtClean="0">
              <a:latin typeface="Cambria" panose="02040503050406030204" pitchFamily="18" charset="0"/>
            </a:endParaRPr>
          </a:p>
          <a:p>
            <a:pPr marL="457200" lvl="1" indent="0">
              <a:buNone/>
            </a:pPr>
            <a:endParaRPr lang="en-US" dirty="0" smtClean="0">
              <a:latin typeface="Cambria" panose="020405030504060302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748552061"/>
              </p:ext>
            </p:extLst>
          </p:nvPr>
        </p:nvGraphicFramePr>
        <p:xfrm>
          <a:off x="1682258" y="3367352"/>
          <a:ext cx="8128000" cy="280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810258" y="6550223"/>
            <a:ext cx="2417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 smtClean="0"/>
              <a:t>(R. Krishna </a:t>
            </a:r>
            <a:r>
              <a:rPr lang="en-US" sz="1400" dirty="0" err="1" smtClean="0"/>
              <a:t>Pera</a:t>
            </a:r>
            <a:r>
              <a:rPr lang="en-US" sz="1400" dirty="0" smtClean="0"/>
              <a:t>, 2016)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426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4045" y="0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Cambria" panose="02040503050406030204" pitchFamily="18" charset="0"/>
              </a:rPr>
              <a:t>Thank you for your attention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199" y="2229739"/>
            <a:ext cx="2980373" cy="322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00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Information Modeling Approach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380501"/>
              </p:ext>
            </p:extLst>
          </p:nvPr>
        </p:nvGraphicFramePr>
        <p:xfrm>
          <a:off x="1194459" y="1690688"/>
          <a:ext cx="9291455" cy="47351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2040"/>
                <a:gridCol w="2347519"/>
                <a:gridCol w="2244577"/>
                <a:gridCol w="918563"/>
                <a:gridCol w="918563"/>
                <a:gridCol w="1220193"/>
              </a:tblGrid>
              <a:tr h="404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 smtClean="0">
                          <a:effectLst/>
                        </a:rPr>
                        <a:t>Interest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Partner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Country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Date (2015)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Duration</a:t>
                      </a:r>
                      <a:endParaRPr lang="en-US" sz="1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(Minutes)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Medium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04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Slopes (Soil)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GDG (Gavin and Doherty Geosolutions)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Dublin, Ireland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16th Oct.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Skype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04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Slopes + Past experiences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GDG (Gavin and Doherty Geosolutions)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Dublin, Ireland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19th Oct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Skpye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957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Slopes+Rocks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UZ  (University of Zagreb)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Zagreb, Croatia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3rd Oct.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65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Skype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04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Bridges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UT (University of Twente)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 err="1">
                          <a:effectLst/>
                        </a:rPr>
                        <a:t>Enschede</a:t>
                      </a:r>
                      <a:r>
                        <a:rPr lang="en-GB" sz="1400" dirty="0">
                          <a:effectLst/>
                        </a:rPr>
                        <a:t>, the Netherlands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55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Face-to-face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957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Track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TU Munich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Munich, Germany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3rd Nov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40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Skype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04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Risk assessment framework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ETH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Zurich, Switzerland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9th Oct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40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Skype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04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Switches and crossings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NTNU (Norwegian University of Science and Technology)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Trondheim, Norway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19th Oct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40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Skype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04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Bridges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RODIS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Dublin, Ireland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15th Oct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35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Skype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04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Design remediation measures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ZAG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Ljubljana, Slovenia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2nd Nov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Skype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04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Life Cycle Cost Model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TRL (Transport Research Laboratory)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London, UK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2nd Nov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40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Telephone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7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mbria" panose="02040503050406030204" pitchFamily="18" charset="0"/>
              </a:rPr>
              <a:t>Conclusion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mbria" panose="02040503050406030204" pitchFamily="18" charset="0"/>
              </a:rPr>
              <a:t>Information model structures the railway infrastructure based on data properties </a:t>
            </a:r>
          </a:p>
          <a:p>
            <a:r>
              <a:rPr lang="en-US" dirty="0" smtClean="0">
                <a:latin typeface="Cambria" panose="02040503050406030204" pitchFamily="18" charset="0"/>
              </a:rPr>
              <a:t>Information model provide the data design for the development of information management system</a:t>
            </a:r>
            <a:endParaRPr lang="en-US" dirty="0">
              <a:latin typeface="Cambria" panose="02040503050406030204" pitchFamily="18" charset="0"/>
            </a:endParaRPr>
          </a:p>
          <a:p>
            <a:r>
              <a:rPr lang="en-US" dirty="0" smtClean="0">
                <a:latin typeface="Cambria" panose="02040503050406030204" pitchFamily="18" charset="0"/>
              </a:rPr>
              <a:t>Developed information model is used as a communication tool among stakeholders to understand their data needs and to gain domain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0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Cambria" panose="02040503050406030204" pitchFamily="18" charset="0"/>
              </a:rPr>
              <a:t>Data Requirements (IMS)</a:t>
            </a:r>
            <a:endParaRPr lang="en-US" sz="3600" dirty="0">
              <a:latin typeface="Cambria" panose="020405030504060302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22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2058823" y="2322731"/>
            <a:ext cx="8074354" cy="3357125"/>
            <a:chOff x="2688898" y="3031644"/>
            <a:chExt cx="7707351" cy="3001154"/>
          </a:xfrm>
        </p:grpSpPr>
        <p:sp>
          <p:nvSpPr>
            <p:cNvPr id="5" name="Flowchart: Magnetic Disk 4"/>
            <p:cNvSpPr/>
            <p:nvPr/>
          </p:nvSpPr>
          <p:spPr>
            <a:xfrm>
              <a:off x="5746764" y="4650066"/>
              <a:ext cx="1672936" cy="1070264"/>
            </a:xfrm>
            <a:prstGeom prst="flowChartMagneticDisk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IMS</a:t>
              </a:r>
              <a:endParaRPr lang="en-US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707852" y="3239268"/>
              <a:ext cx="1660358" cy="673768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Cambria" panose="02040503050406030204" pitchFamily="18" charset="0"/>
                </a:rPr>
                <a:t>Maintenance History</a:t>
              </a:r>
              <a:endParaRPr lang="en-US" sz="2000" dirty="0">
                <a:latin typeface="Cambria" panose="02040503050406030204" pitchFamily="18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759342" y="3031644"/>
              <a:ext cx="1660358" cy="673142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Cambria" panose="02040503050406030204" pitchFamily="18" charset="0"/>
                </a:rPr>
                <a:t>Processed sensor data</a:t>
              </a:r>
              <a:endParaRPr lang="en-US" sz="2000" dirty="0">
                <a:latin typeface="Cambria" panose="02040503050406030204" pitchFamily="18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386010" y="4376767"/>
              <a:ext cx="1491821" cy="673768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Cambria" panose="02040503050406030204" pitchFamily="18" charset="0"/>
                </a:rPr>
                <a:t>Operational Data</a:t>
              </a:r>
              <a:endParaRPr lang="en-US" sz="2000" dirty="0">
                <a:latin typeface="Cambria" panose="02040503050406030204" pitchFamily="18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688898" y="5359030"/>
              <a:ext cx="1660358" cy="673768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Cambria" panose="02040503050406030204" pitchFamily="18" charset="0"/>
                </a:rPr>
                <a:t>Failures History</a:t>
              </a:r>
              <a:endParaRPr lang="en-US" sz="2000" dirty="0">
                <a:latin typeface="Cambria" panose="02040503050406030204" pitchFamily="18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98740" y="5359030"/>
              <a:ext cx="1397509" cy="673768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Cambria" panose="02040503050406030204" pitchFamily="18" charset="0"/>
                </a:rPr>
                <a:t>Assets</a:t>
              </a:r>
              <a:endParaRPr lang="en-US" sz="2000" dirty="0">
                <a:latin typeface="Cambria" panose="02040503050406030204" pitchFamily="18" charset="0"/>
              </a:endParaRPr>
            </a:p>
          </p:txBody>
        </p:sp>
        <p:cxnSp>
          <p:nvCxnSpPr>
            <p:cNvPr id="11" name="Straight Arrow Connector 10"/>
            <p:cNvCxnSpPr>
              <a:stCxn id="7" idx="2"/>
              <a:endCxn id="5" idx="1"/>
            </p:cNvCxnSpPr>
            <p:nvPr/>
          </p:nvCxnSpPr>
          <p:spPr>
            <a:xfrm flipH="1">
              <a:off x="6583232" y="3704786"/>
              <a:ext cx="6289" cy="9452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5299447" y="3891441"/>
              <a:ext cx="797486" cy="8222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>
              <a:off x="7164699" y="3891441"/>
              <a:ext cx="887140" cy="8222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7894093" y="3247900"/>
              <a:ext cx="1660358" cy="673768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Cambria" panose="02040503050406030204" pitchFamily="18" charset="0"/>
                </a:rPr>
                <a:t>Assets Conditions</a:t>
              </a:r>
              <a:endParaRPr lang="en-US" sz="2000" dirty="0">
                <a:latin typeface="Cambria" panose="02040503050406030204" pitchFamily="18" charset="0"/>
              </a:endParaRPr>
            </a:p>
          </p:txBody>
        </p:sp>
        <p:cxnSp>
          <p:nvCxnSpPr>
            <p:cNvPr id="15" name="Straight Arrow Connector 14"/>
            <p:cNvCxnSpPr>
              <a:stCxn id="8" idx="1"/>
            </p:cNvCxnSpPr>
            <p:nvPr/>
          </p:nvCxnSpPr>
          <p:spPr>
            <a:xfrm flipH="1">
              <a:off x="7419700" y="4713651"/>
              <a:ext cx="966310" cy="3368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0" idx="1"/>
            </p:cNvCxnSpPr>
            <p:nvPr/>
          </p:nvCxnSpPr>
          <p:spPr>
            <a:xfrm flipH="1" flipV="1">
              <a:off x="7419701" y="5387419"/>
              <a:ext cx="1579039" cy="30849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4604257" y="4882093"/>
              <a:ext cx="1155085" cy="887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3"/>
            </p:cNvCxnSpPr>
            <p:nvPr/>
          </p:nvCxnSpPr>
          <p:spPr>
            <a:xfrm flipV="1">
              <a:off x="4349256" y="5359030"/>
              <a:ext cx="1410086" cy="3368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/>
            <p:cNvSpPr/>
            <p:nvPr/>
          </p:nvSpPr>
          <p:spPr>
            <a:xfrm>
              <a:off x="3253693" y="4376767"/>
              <a:ext cx="1403684" cy="673768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Cambria" panose="02040503050406030204" pitchFamily="18" charset="0"/>
                </a:rPr>
                <a:t>Failure Reasons</a:t>
              </a:r>
              <a:endParaRPr lang="en-US" sz="2000" dirty="0">
                <a:latin typeface="Cambria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883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423315903"/>
              </p:ext>
            </p:extLst>
          </p:nvPr>
        </p:nvGraphicFramePr>
        <p:xfrm>
          <a:off x="1871353" y="2802200"/>
          <a:ext cx="8418401" cy="2309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271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1AE8-E041-4B90-9E99-8606D51B0D7D}" type="slidenum">
              <a:rPr lang="en-US" smtClean="0"/>
              <a:t>24</a:t>
            </a:fld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81857823"/>
              </p:ext>
            </p:extLst>
          </p:nvPr>
        </p:nvGraphicFramePr>
        <p:xfrm>
          <a:off x="1777508" y="1557602"/>
          <a:ext cx="8128000" cy="280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340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4159</TotalTime>
  <Words>1009</Words>
  <Application>Microsoft Office PowerPoint</Application>
  <PresentationFormat>Widescreen</PresentationFormat>
  <Paragraphs>243</Paragraphs>
  <Slides>24</Slides>
  <Notes>10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</vt:lpstr>
      <vt:lpstr>Franklin Gothic Book</vt:lpstr>
      <vt:lpstr>Times New Roman</vt:lpstr>
      <vt:lpstr>Wingdings</vt:lpstr>
      <vt:lpstr>Office Theme</vt:lpstr>
      <vt:lpstr>From Analysis of Information Needs towards An Information Model of Railway Infrastructure </vt:lpstr>
      <vt:lpstr>Motivation </vt:lpstr>
      <vt:lpstr>Problem Context</vt:lpstr>
      <vt:lpstr>Information Modeling</vt:lpstr>
      <vt:lpstr>Objective</vt:lpstr>
      <vt:lpstr>Methodology</vt:lpstr>
      <vt:lpstr>Methodology</vt:lpstr>
      <vt:lpstr>Domain of Railway Asset Management</vt:lpstr>
      <vt:lpstr>Information Model of Railway Asset Management</vt:lpstr>
      <vt:lpstr>Information Model of Railway Infrastructure Assets</vt:lpstr>
      <vt:lpstr>Information Model of Railway Load Management</vt:lpstr>
      <vt:lpstr>Information Model of Railway Maintenance</vt:lpstr>
      <vt:lpstr>Information Model of Railway Failure</vt:lpstr>
      <vt:lpstr>Information Model of Risk Assessment Method</vt:lpstr>
      <vt:lpstr>Modeling Challenges</vt:lpstr>
      <vt:lpstr>Contribution &amp; Conclusions</vt:lpstr>
      <vt:lpstr>Future Work</vt:lpstr>
      <vt:lpstr>Future Work</vt:lpstr>
      <vt:lpstr>Thank you for your attention</vt:lpstr>
      <vt:lpstr>Information Modeling Approach</vt:lpstr>
      <vt:lpstr>Conclusion</vt:lpstr>
      <vt:lpstr>Data Requirements (IMS)</vt:lpstr>
      <vt:lpstr>PowerPoint Presentation</vt:lpstr>
      <vt:lpstr>PowerPoint Presentation</vt:lpstr>
    </vt:vector>
  </TitlesOfParts>
  <Company>University of Twente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Allah Bukhsh, Z. (CTW)</dc:creator>
  <cp:lastModifiedBy>Allah Bukhsh, Z. (CTW)</cp:lastModifiedBy>
  <cp:revision>108</cp:revision>
  <dcterms:created xsi:type="dcterms:W3CDTF">2016-06-10T13:37:16Z</dcterms:created>
  <dcterms:modified xsi:type="dcterms:W3CDTF">2016-07-04T14:40:24Z</dcterms:modified>
</cp:coreProperties>
</file>