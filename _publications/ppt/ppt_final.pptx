
<file path=[Content_Types].xml><?xml version="1.0" encoding="utf-8"?>
<Types xmlns="http://schemas.openxmlformats.org/package/2006/content-types">
  <Override PartName="/ppt/slides/slide29.xml" ContentType="application/vnd.openxmlformats-officedocument.presentationml.slide+xml"/>
  <Override PartName="/ppt/slides/slide47.xml" ContentType="application/vnd.openxmlformats-officedocument.presentationml.slide+xml"/>
  <Override PartName="/ppt/notesSlides/notesSlide2.xml" ContentType="application/vnd.openxmlformats-officedocument.presentationml.notesSlide+xml"/>
  <Override PartName="/ppt/diagrams/drawing2.xml" ContentType="application/vnd.ms-office.drawingml.diagramDrawing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36.xml" ContentType="application/vnd.openxmlformats-officedocument.presentationml.slide+xml"/>
  <Override PartName="/ppt/slideLayouts/slideLayout6.xml" ContentType="application/vnd.openxmlformats-officedocument.presentationml.slideLayout+xml"/>
  <Override PartName="/ppt/diagrams/quickStyle2.xml" ContentType="application/vnd.openxmlformats-officedocument.drawingml.diagramStyle+xml"/>
  <Override PartName="/ppt/slides/slide25.xml" ContentType="application/vnd.openxmlformats-officedocument.presentationml.slide+xml"/>
  <Override PartName="/ppt/slides/slide43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diagrams/layout9.xml" ContentType="application/vnd.openxmlformats-officedocument.drawingml.diagramLayout+xml"/>
  <Default Extension="xml" ContentType="application/xml"/>
  <Override PartName="/ppt/slides/slide14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slides/slide10.xml" ContentType="application/vnd.openxmlformats-officedocument.presentationml.slide+xml"/>
  <Override PartName="/ppt/slides/slide21.xml" ContentType="application/vnd.openxmlformats-officedocument.presentationml.slide+xml"/>
  <Override PartName="/ppt/tableStyles.xml" ContentType="application/vnd.openxmlformats-officedocument.presentationml.tableStyles+xml"/>
  <Override PartName="/ppt/diagrams/layout5.xml" ContentType="application/vnd.openxmlformats-officedocument.drawingml.diagramLayout+xml"/>
  <Override PartName="/ppt/diagrams/data6.xml" ContentType="application/vnd.openxmlformats-officedocument.drawingml.diagramData+xml"/>
  <Override PartName="/ppt/diagrams/colors8.xml" ContentType="application/vnd.openxmlformats-officedocument.drawingml.diagramColors+xml"/>
  <Override PartName="/ppt/diagrams/layout1.xml" ContentType="application/vnd.openxmlformats-officedocument.drawingml.diagramLayout+xml"/>
  <Override PartName="/ppt/notesSlides/notesSlide7.xml" ContentType="application/vnd.openxmlformats-officedocument.presentationml.notesSlide+xml"/>
  <Override PartName="/ppt/diagrams/data2.xml" ContentType="application/vnd.openxmlformats-officedocument.drawingml.diagramData+xml"/>
  <Override PartName="/ppt/diagrams/colors6.xml" ContentType="application/vnd.openxmlformats-officedocument.drawingml.diagramColors+xml"/>
  <Override PartName="/ppt/diagrams/drawing7.xml" ContentType="application/vnd.ms-office.drawingml.diagramDrawing+xml"/>
  <Override PartName="/ppt/diagrams/quickStyle9.xml" ContentType="application/vnd.openxmlformats-officedocument.drawingml.diagramStyle+xml"/>
  <Override PartName="/ppt/slides/slide7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notesSlides/notesSlide5.xml" ContentType="application/vnd.openxmlformats-officedocument.presentationml.notesSlide+xml"/>
  <Override PartName="/ppt/diagrams/colors4.xml" ContentType="application/vnd.openxmlformats-officedocument.drawingml.diagramColors+xml"/>
  <Override PartName="/ppt/diagrams/drawing5.xml" ContentType="application/vnd.ms-office.drawingml.diagramDrawing+xml"/>
  <Override PartName="/ppt/diagrams/quickStyle7.xml" ContentType="application/vnd.openxmlformats-officedocument.drawingml.diagramStyle+xml"/>
  <Override PartName="/ppt/diagrams/drawing10.xml" ContentType="application/vnd.ms-office.drawingml.diagramDrawing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28.xml" ContentType="application/vnd.openxmlformats-officedocument.presentationml.slide+xml"/>
  <Override PartName="/ppt/slides/slide39.xml" ContentType="application/vnd.openxmlformats-officedocument.presentationml.slide+xml"/>
  <Override PartName="/ppt/slideLayouts/slideLayout7.xml" ContentType="application/vnd.openxmlformats-officedocument.presentationml.slideLayout+xml"/>
  <Default Extension="png" ContentType="image/png"/>
  <Override PartName="/ppt/notesSlides/notesSlide1.xml" ContentType="application/vnd.openxmlformats-officedocument.presentationml.notesSlide+xml"/>
  <Override PartName="/ppt/notesSlides/notesSlide3.xml" ContentType="application/vnd.openxmlformats-officedocument.presentationml.notesSlide+xml"/>
  <Override PartName="/ppt/diagrams/colors2.xml" ContentType="application/vnd.openxmlformats-officedocument.drawingml.diagramColors+xml"/>
  <Override PartName="/ppt/diagrams/drawing3.xml" ContentType="application/vnd.ms-office.drawingml.diagramDrawing+xml"/>
  <Override PartName="/ppt/diagrams/quickStyle5.xml" ContentType="application/vnd.openxmlformats-officedocument.drawingml.diagramStyle+xml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26.xml" ContentType="application/vnd.openxmlformats-officedocument.presentationml.slide+xml"/>
  <Override PartName="/ppt/slides/slide37.xml" ContentType="application/vnd.openxmlformats-officedocument.presentationml.slide+xml"/>
  <Override PartName="/ppt/slides/slide46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diagrams/drawing1.xml" ContentType="application/vnd.ms-office.drawingml.diagramDrawing+xml"/>
  <Override PartName="/ppt/diagrams/quickStyle3.xml" ContentType="application/vnd.openxmlformats-officedocument.drawingml.diagramStyle+xml"/>
  <Override PartName="/ppt/diagrams/colors10.xml" ContentType="application/vnd.openxmlformats-officedocument.drawingml.diagramColors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24.xml" ContentType="application/vnd.openxmlformats-officedocument.presentationml.slide+xml"/>
  <Override PartName="/ppt/slides/slide33.xml" ContentType="application/vnd.openxmlformats-officedocument.presentationml.slide+xml"/>
  <Override PartName="/ppt/slides/slide35.xml" ContentType="application/vnd.openxmlformats-officedocument.presentationml.slide+xml"/>
  <Override PartName="/ppt/slides/slide44.xml" ContentType="application/vnd.openxmlformats-officedocument.presentationml.slide+xml"/>
  <Default Extension="jpeg" ContentType="image/jpeg"/>
  <Override PartName="/ppt/slideLayouts/slideLayout3.xml" ContentType="application/vnd.openxmlformats-officedocument.presentationml.slideLayout+xml"/>
  <Override PartName="/ppt/diagrams/quickStyle1.xml" ContentType="application/vnd.openxmlformats-officedocument.drawingml.diagramStyle+xml"/>
  <Override PartName="/ppt/diagrams/layout8.xml" ContentType="application/vnd.openxmlformats-officedocument.drawingml.diagramLayout+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22.xml" ContentType="application/vnd.openxmlformats-officedocument.presentationml.slide+xml"/>
  <Override PartName="/ppt/slides/slide31.xml" ContentType="application/vnd.openxmlformats-officedocument.presentationml.slide+xml"/>
  <Override PartName="/ppt/slides/slide42.xml" ContentType="application/vnd.openxmlformats-officedocument.presentationml.slide+xml"/>
  <Override PartName="/ppt/slideLayouts/slideLayout1.xml" ContentType="application/vnd.openxmlformats-officedocument.presentationml.slideLayout+xml"/>
  <Override PartName="/ppt/diagrams/layout6.xml" ContentType="application/vnd.openxmlformats-officedocument.drawingml.diagramLayout+xml"/>
  <Override PartName="/ppt/diagrams/data9.xml" ContentType="application/vnd.openxmlformats-officedocument.drawingml.diagramData+xml"/>
  <Override PartName="/ppt/diagrams/data10.xml" ContentType="application/vnd.openxmlformats-officedocument.drawingml.diagramData+xml"/>
  <Override PartName="/docProps/app.xml" ContentType="application/vnd.openxmlformats-officedocument.extended-properties+xml"/>
  <Override PartName="/ppt/slides/slide11.xml" ContentType="application/vnd.openxmlformats-officedocument.presentationml.slide+xml"/>
  <Override PartName="/ppt/slides/slide20.xml" ContentType="application/vnd.openxmlformats-officedocument.presentationml.slide+xml"/>
  <Override PartName="/ppt/slides/slide40.xml" ContentType="application/vnd.openxmlformats-officedocument.presentationml.slide+xml"/>
  <Override PartName="/ppt/diagrams/layout4.xml" ContentType="application/vnd.openxmlformats-officedocument.drawingml.diagramLayout+xml"/>
  <Override PartName="/ppt/diagrams/data7.xml" ContentType="application/vnd.openxmlformats-officedocument.drawingml.diagramData+xml"/>
  <Override PartName="/ppt/diagrams/colors9.xml" ContentType="application/vnd.openxmlformats-officedocument.drawingml.diagramColors+xml"/>
  <Override PartName="/ppt/slideLayouts/slideLayout10.xml" ContentType="application/vnd.openxmlformats-officedocument.presentationml.slideLayout+xml"/>
  <Override PartName="/ppt/notesSlides/notesSlide8.xml" ContentType="application/vnd.openxmlformats-officedocument.presentationml.notesSlide+xml"/>
  <Override PartName="/ppt/diagrams/layout2.xml" ContentType="application/vnd.openxmlformats-officedocument.drawingml.diagramLayout+xml"/>
  <Override PartName="/ppt/diagrams/data5.xml" ContentType="application/vnd.openxmlformats-officedocument.drawingml.diagramData+xml"/>
  <Override PartName="/ppt/diagrams/colors7.xml" ContentType="application/vnd.openxmlformats-officedocument.drawingml.diagramColors+xml"/>
  <Override PartName="/ppt/diagrams/drawing8.xml" ContentType="application/vnd.ms-office.drawingml.diagramDrawing+xml"/>
  <Override PartName="/ppt/notesSlides/notesSlide6.xml" ContentType="application/vnd.openxmlformats-officedocument.presentationml.notesSlide+xml"/>
  <Override PartName="/ppt/diagrams/data3.xml" ContentType="application/vnd.openxmlformats-officedocument.drawingml.diagramData+xml"/>
  <Override PartName="/ppt/diagrams/colors5.xml" ContentType="application/vnd.openxmlformats-officedocument.drawingml.diagramColors+xml"/>
  <Override PartName="/ppt/diagrams/drawing6.xml" ContentType="application/vnd.ms-office.drawingml.diagramDrawing+xml"/>
  <Override PartName="/ppt/diagrams/quickStyle8.xml" ContentType="application/vnd.openxmlformats-officedocument.drawingml.diagramStyle+xml"/>
  <Override PartName="/ppt/diagrams/quickStyle10.xml" ContentType="application/vnd.openxmlformats-officedocument.drawingml.diagramStyle+xml"/>
  <Override PartName="/ppt/slides/slide8.xml" ContentType="application/vnd.openxmlformats-officedocument.presentationml.slide+xml"/>
  <Override PartName="/ppt/notesSlides/notesSlide4.xml" ContentType="application/vnd.openxmlformats-officedocument.presentationml.notesSlide+xml"/>
  <Override PartName="/ppt/diagrams/data1.xml" ContentType="application/vnd.openxmlformats-officedocument.drawingml.diagramData+xml"/>
  <Override PartName="/ppt/diagrams/colors3.xml" ContentType="application/vnd.openxmlformats-officedocument.drawingml.diagramColors+xml"/>
  <Override PartName="/ppt/diagrams/drawing4.xml" ContentType="application/vnd.ms-office.drawingml.diagramDrawing+xml"/>
  <Override PartName="/ppt/diagrams/quickStyle6.xml" ContentType="application/vnd.openxmlformats-officedocument.drawingml.diagramStyle+xml"/>
  <Override PartName="/docProps/core.xml" ContentType="application/vnd.openxmlformats-package.core-properties+xml"/>
  <Override PartName="/ppt/slides/slide6.xml" ContentType="application/vnd.openxmlformats-officedocument.presentationml.slide+xml"/>
  <Override PartName="/ppt/slides/slide38.xml" ContentType="application/vnd.openxmlformats-officedocument.presentationml.slide+xml"/>
  <Override PartName="/ppt/slideLayouts/slideLayout8.xml" ContentType="application/vnd.openxmlformats-officedocument.presentationml.slideLayout+xml"/>
  <Override PartName="/ppt/diagrams/colors1.xml" ContentType="application/vnd.openxmlformats-officedocument.drawingml.diagramColors+xml"/>
  <Override PartName="/ppt/diagrams/quickStyle4.xml" ContentType="application/vnd.openxmlformats-officedocument.drawingml.diagramStyle+xml"/>
  <Override PartName="/ppt/diagrams/layout10.xml" ContentType="application/vnd.openxmlformats-officedocument.drawingml.diagramLayout+xml"/>
  <Override PartName="/ppt/slideMasters/slideMaster1.xml" ContentType="application/vnd.openxmlformats-officedocument.presentationml.slideMaster+xml"/>
  <Override PartName="/ppt/slides/slide27.xml" ContentType="application/vnd.openxmlformats-officedocument.presentationml.slide+xml"/>
  <Override PartName="/ppt/slides/slide45.xml" ContentType="application/vnd.openxmlformats-officedocument.presentationml.slide+xml"/>
  <Override PartName="/ppt/slideLayouts/slideLayout4.xml" ContentType="application/vnd.openxmlformats-officedocument.presentationml.slideLayout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slides/slide34.xml" ContentType="application/vnd.openxmlformats-officedocument.presentationml.slide+xml"/>
  <Default Extension="rels" ContentType="application/vnd.openxmlformats-package.relationships+xml"/>
  <Override PartName="/ppt/slides/slide23.xml" ContentType="application/vnd.openxmlformats-officedocument.presentationml.slide+xml"/>
  <Override PartName="/ppt/slides/slide41.xml" ContentType="application/vnd.openxmlformats-officedocument.presentationml.slide+xml"/>
  <Override PartName="/ppt/diagrams/layout7.xml" ContentType="application/vnd.openxmlformats-officedocument.drawingml.diagramLayout+xml"/>
  <Override PartName="/ppt/diagrams/data8.xml" ContentType="application/vnd.openxmlformats-officedocument.drawingml.diagramData+xml"/>
  <Override PartName="/ppt/slides/slide12.xml" ContentType="application/vnd.openxmlformats-officedocument.presentationml.slide+xml"/>
  <Override PartName="/ppt/slides/slide30.xml" ContentType="application/vnd.openxmlformats-officedocument.presentationml.slide+xml"/>
  <Override PartName="/ppt/slideLayouts/slideLayout11.xml" ContentType="application/vnd.openxmlformats-officedocument.presentationml.slideLayout+xml"/>
  <Override PartName="/ppt/notesSlides/notesSlide9.xml" ContentType="application/vnd.openxmlformats-officedocument.presentationml.notesSlide+xml"/>
  <Override PartName="/ppt/diagrams/layout3.xml" ContentType="application/vnd.openxmlformats-officedocument.drawingml.diagramLayout+xml"/>
  <Override PartName="/ppt/diagrams/data4.xml" ContentType="application/vnd.openxmlformats-officedocument.drawingml.diagramData+xml"/>
  <Override PartName="/ppt/diagrams/drawing9.xml" ContentType="application/vnd.ms-office.drawingml.diagramDrawing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6" r:id="rId1"/>
  </p:sldMasterIdLst>
  <p:notesMasterIdLst>
    <p:notesMasterId r:id="rId49"/>
  </p:notesMasterIdLst>
  <p:sldIdLst>
    <p:sldId id="256" r:id="rId2"/>
    <p:sldId id="258" r:id="rId3"/>
    <p:sldId id="257" r:id="rId4"/>
    <p:sldId id="346" r:id="rId5"/>
    <p:sldId id="297" r:id="rId6"/>
    <p:sldId id="357" r:id="rId7"/>
    <p:sldId id="348" r:id="rId8"/>
    <p:sldId id="259" r:id="rId9"/>
    <p:sldId id="337" r:id="rId10"/>
    <p:sldId id="338" r:id="rId11"/>
    <p:sldId id="342" r:id="rId12"/>
    <p:sldId id="358" r:id="rId13"/>
    <p:sldId id="352" r:id="rId14"/>
    <p:sldId id="353" r:id="rId15"/>
    <p:sldId id="345" r:id="rId16"/>
    <p:sldId id="355" r:id="rId17"/>
    <p:sldId id="359" r:id="rId18"/>
    <p:sldId id="307" r:id="rId19"/>
    <p:sldId id="301" r:id="rId20"/>
    <p:sldId id="308" r:id="rId21"/>
    <p:sldId id="309" r:id="rId22"/>
    <p:sldId id="310" r:id="rId23"/>
    <p:sldId id="311" r:id="rId24"/>
    <p:sldId id="312" r:id="rId25"/>
    <p:sldId id="313" r:id="rId26"/>
    <p:sldId id="276" r:id="rId27"/>
    <p:sldId id="321" r:id="rId28"/>
    <p:sldId id="322" r:id="rId29"/>
    <p:sldId id="323" r:id="rId30"/>
    <p:sldId id="324" r:id="rId31"/>
    <p:sldId id="325" r:id="rId32"/>
    <p:sldId id="326" r:id="rId33"/>
    <p:sldId id="327" r:id="rId34"/>
    <p:sldId id="328" r:id="rId35"/>
    <p:sldId id="315" r:id="rId36"/>
    <p:sldId id="331" r:id="rId37"/>
    <p:sldId id="332" r:id="rId38"/>
    <p:sldId id="333" r:id="rId39"/>
    <p:sldId id="334" r:id="rId40"/>
    <p:sldId id="335" r:id="rId41"/>
    <p:sldId id="336" r:id="rId42"/>
    <p:sldId id="285" r:id="rId43"/>
    <p:sldId id="349" r:id="rId44"/>
    <p:sldId id="354" r:id="rId45"/>
    <p:sldId id="300" r:id="rId46"/>
    <p:sldId id="339" r:id="rId47"/>
    <p:sldId id="294" r:id="rId48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2473" autoAdjust="0"/>
  </p:normalViewPr>
  <p:slideViewPr>
    <p:cSldViewPr>
      <p:cViewPr>
        <p:scale>
          <a:sx n="60" d="100"/>
          <a:sy n="60" d="100"/>
        </p:scale>
        <p:origin x="-1014" y="-1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8" Type="http://schemas.openxmlformats.org/officeDocument/2006/relationships/slide" Target="slides/slide7.xml"/><Relationship Id="rId51" Type="http://schemas.openxmlformats.org/officeDocument/2006/relationships/viewProps" Target="view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3">
  <dgm:title val=""/>
  <dgm:desc val=""/>
  <dgm:catLst>
    <dgm:cat type="colorful" pri="103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3"/>
      <a:schemeClr val="accent4"/>
    </dgm:fillClrLst>
    <dgm:linClrLst>
      <a:schemeClr val="accent3"/>
      <a:schemeClr val="accent4"/>
    </dgm:linClrLst>
    <dgm:effectClrLst/>
    <dgm:txLinClrLst/>
    <dgm:txFillClrLst/>
    <dgm:txEffectClrLst/>
  </dgm:styleLbl>
  <dgm:styleLbl name="ln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3">
        <a:alpha val="50000"/>
      </a:schemeClr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3">
        <a:tint val="50000"/>
      </a:schemeClr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3"/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colorful3">
  <dgm:title val=""/>
  <dgm:desc val=""/>
  <dgm:catLst>
    <dgm:cat type="colorful" pri="103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3"/>
      <a:schemeClr val="accent4"/>
    </dgm:fillClrLst>
    <dgm:linClrLst>
      <a:schemeClr val="accent3"/>
      <a:schemeClr val="accent4"/>
    </dgm:linClrLst>
    <dgm:effectClrLst/>
    <dgm:txLinClrLst/>
    <dgm:txFillClrLst/>
    <dgm:txEffectClrLst/>
  </dgm:styleLbl>
  <dgm:styleLbl name="ln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3">
        <a:alpha val="50000"/>
      </a:schemeClr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3">
        <a:tint val="50000"/>
      </a:schemeClr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3"/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colorful3">
  <dgm:title val=""/>
  <dgm:desc val=""/>
  <dgm:catLst>
    <dgm:cat type="colorful" pri="103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3"/>
      <a:schemeClr val="accent4"/>
    </dgm:fillClrLst>
    <dgm:linClrLst>
      <a:schemeClr val="accent3"/>
      <a:schemeClr val="accent4"/>
    </dgm:linClrLst>
    <dgm:effectClrLst/>
    <dgm:txLinClrLst/>
    <dgm:txFillClrLst/>
    <dgm:txEffectClrLst/>
  </dgm:styleLbl>
  <dgm:styleLbl name="ln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3">
        <a:alpha val="50000"/>
      </a:schemeClr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3">
        <a:tint val="50000"/>
      </a:schemeClr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3"/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colorful3">
  <dgm:title val=""/>
  <dgm:desc val=""/>
  <dgm:catLst>
    <dgm:cat type="colorful" pri="103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3"/>
      <a:schemeClr val="accent4"/>
    </dgm:fillClrLst>
    <dgm:linClrLst>
      <a:schemeClr val="accent3"/>
      <a:schemeClr val="accent4"/>
    </dgm:linClrLst>
    <dgm:effectClrLst/>
    <dgm:txLinClrLst/>
    <dgm:txFillClrLst/>
    <dgm:txEffectClrLst/>
  </dgm:styleLbl>
  <dgm:styleLbl name="ln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3">
        <a:alpha val="50000"/>
      </a:schemeClr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3">
        <a:tint val="50000"/>
      </a:schemeClr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3"/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colorful3">
  <dgm:title val=""/>
  <dgm:desc val=""/>
  <dgm:catLst>
    <dgm:cat type="colorful" pri="103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3"/>
      <a:schemeClr val="accent4"/>
    </dgm:fillClrLst>
    <dgm:linClrLst>
      <a:schemeClr val="accent3"/>
      <a:schemeClr val="accent4"/>
    </dgm:linClrLst>
    <dgm:effectClrLst/>
    <dgm:txLinClrLst/>
    <dgm:txFillClrLst/>
    <dgm:txEffectClrLst/>
  </dgm:styleLbl>
  <dgm:styleLbl name="ln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3">
        <a:alpha val="50000"/>
      </a:schemeClr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3">
        <a:tint val="50000"/>
      </a:schemeClr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3"/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05/8/colors/colorful3">
  <dgm:title val=""/>
  <dgm:desc val=""/>
  <dgm:catLst>
    <dgm:cat type="colorful" pri="103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3"/>
      <a:schemeClr val="accent4"/>
    </dgm:fillClrLst>
    <dgm:linClrLst>
      <a:schemeClr val="accent3"/>
      <a:schemeClr val="accent4"/>
    </dgm:linClrLst>
    <dgm:effectClrLst/>
    <dgm:txLinClrLst/>
    <dgm:txFillClrLst/>
    <dgm:txEffectClrLst/>
  </dgm:styleLbl>
  <dgm:styleLbl name="ln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3">
        <a:alpha val="50000"/>
      </a:schemeClr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3">
        <a:tint val="50000"/>
      </a:schemeClr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3"/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9.xml><?xml version="1.0" encoding="utf-8"?>
<dgm:colorsDef xmlns:dgm="http://schemas.openxmlformats.org/drawingml/2006/diagram" xmlns:a="http://schemas.openxmlformats.org/drawingml/2006/main" uniqueId="urn:microsoft.com/office/officeart/2005/8/colors/colorful3">
  <dgm:title val=""/>
  <dgm:desc val=""/>
  <dgm:catLst>
    <dgm:cat type="colorful" pri="103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3"/>
      <a:schemeClr val="accent4"/>
    </dgm:fillClrLst>
    <dgm:linClrLst>
      <a:schemeClr val="accent3"/>
      <a:schemeClr val="accent4"/>
    </dgm:linClrLst>
    <dgm:effectClrLst/>
    <dgm:txLinClrLst/>
    <dgm:txFillClrLst/>
    <dgm:txEffectClrLst/>
  </dgm:styleLbl>
  <dgm:styleLbl name="ln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3">
        <a:alpha val="50000"/>
      </a:schemeClr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3">
        <a:tint val="50000"/>
      </a:schemeClr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3"/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0.xml><?xml version="1.0" encoding="utf-8"?>
<dgm:colorsDef xmlns:dgm="http://schemas.openxmlformats.org/drawingml/2006/diagram" xmlns:a="http://schemas.openxmlformats.org/drawingml/2006/main" uniqueId="urn:microsoft.com/office/officeart/2005/8/colors/colorful3">
  <dgm:title val=""/>
  <dgm:desc val=""/>
  <dgm:catLst>
    <dgm:cat type="colorful" pri="103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3"/>
      <a:schemeClr val="accent4"/>
    </dgm:fillClrLst>
    <dgm:linClrLst>
      <a:schemeClr val="accent3"/>
      <a:schemeClr val="accent4"/>
    </dgm:linClrLst>
    <dgm:effectClrLst/>
    <dgm:txLinClrLst/>
    <dgm:txFillClrLst/>
    <dgm:txEffectClrLst/>
  </dgm:styleLbl>
  <dgm:styleLbl name="ln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3">
        <a:alpha val="50000"/>
      </a:schemeClr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3">
        <a:tint val="50000"/>
      </a:schemeClr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3"/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462F8BFC-BCED-47FB-8C48-BD5221E54432}" type="doc">
      <dgm:prSet loTypeId="urn:microsoft.com/office/officeart/2005/8/layout/radial4" loCatId="relationship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GB"/>
        </a:p>
      </dgm:t>
    </dgm:pt>
    <dgm:pt modelId="{8AA734DB-4445-4E97-817A-E0DB05BA346A}">
      <dgm:prSet phldrT="[Text]"/>
      <dgm:spPr/>
      <dgm:t>
        <a:bodyPr/>
        <a:lstStyle/>
        <a:p>
          <a:r>
            <a:rPr lang="en-GB" dirty="0" smtClean="0">
              <a:solidFill>
                <a:schemeClr val="tx1"/>
              </a:solidFill>
              <a:latin typeface="Bell MT" pitchFamily="18" charset="0"/>
            </a:rPr>
            <a:t>Insurance claim Process</a:t>
          </a:r>
          <a:endParaRPr lang="en-GB" dirty="0">
            <a:solidFill>
              <a:schemeClr val="tx1"/>
            </a:solidFill>
            <a:latin typeface="Bell MT" pitchFamily="18" charset="0"/>
          </a:endParaRPr>
        </a:p>
      </dgm:t>
    </dgm:pt>
    <dgm:pt modelId="{EF247420-D971-4975-B6F9-29D7DFC19871}" type="parTrans" cxnId="{A75B087F-AD7C-451A-9C6E-1F4C6F97AC25}">
      <dgm:prSet/>
      <dgm:spPr/>
      <dgm:t>
        <a:bodyPr/>
        <a:lstStyle/>
        <a:p>
          <a:endParaRPr lang="en-GB">
            <a:solidFill>
              <a:schemeClr val="tx1"/>
            </a:solidFill>
            <a:latin typeface="Bell MT" pitchFamily="18" charset="0"/>
          </a:endParaRPr>
        </a:p>
      </dgm:t>
    </dgm:pt>
    <dgm:pt modelId="{4A87A0F9-3111-42FA-8248-102507C50FFE}" type="sibTrans" cxnId="{A75B087F-AD7C-451A-9C6E-1F4C6F97AC25}">
      <dgm:prSet/>
      <dgm:spPr/>
      <dgm:t>
        <a:bodyPr/>
        <a:lstStyle/>
        <a:p>
          <a:endParaRPr lang="en-GB">
            <a:solidFill>
              <a:schemeClr val="tx1"/>
            </a:solidFill>
            <a:latin typeface="Bell MT" pitchFamily="18" charset="0"/>
          </a:endParaRPr>
        </a:p>
      </dgm:t>
    </dgm:pt>
    <dgm:pt modelId="{9F94E561-17AB-4A80-AB7F-C827288156D1}">
      <dgm:prSet phldrT="[Text]"/>
      <dgm:spPr/>
      <dgm:t>
        <a:bodyPr/>
        <a:lstStyle/>
        <a:p>
          <a:r>
            <a:rPr lang="en-GB" dirty="0" smtClean="0">
              <a:solidFill>
                <a:schemeClr val="tx1"/>
              </a:solidFill>
              <a:latin typeface="Bell MT" pitchFamily="18" charset="0"/>
            </a:rPr>
            <a:t>Police reports</a:t>
          </a:r>
          <a:endParaRPr lang="en-GB" dirty="0">
            <a:solidFill>
              <a:schemeClr val="tx1"/>
            </a:solidFill>
            <a:latin typeface="Bell MT" pitchFamily="18" charset="0"/>
          </a:endParaRPr>
        </a:p>
      </dgm:t>
    </dgm:pt>
    <dgm:pt modelId="{6CCBEA76-834B-4C62-A1BD-A142F67C510A}" type="parTrans" cxnId="{9FF8DEBD-2419-48C9-BD17-CEC73B285729}">
      <dgm:prSet/>
      <dgm:spPr/>
      <dgm:t>
        <a:bodyPr/>
        <a:lstStyle/>
        <a:p>
          <a:endParaRPr lang="en-GB">
            <a:solidFill>
              <a:schemeClr val="tx1"/>
            </a:solidFill>
            <a:latin typeface="Bell MT" pitchFamily="18" charset="0"/>
          </a:endParaRPr>
        </a:p>
      </dgm:t>
    </dgm:pt>
    <dgm:pt modelId="{A6CF6196-CC87-41A0-97E4-2A18810E1884}" type="sibTrans" cxnId="{9FF8DEBD-2419-48C9-BD17-CEC73B285729}">
      <dgm:prSet/>
      <dgm:spPr/>
      <dgm:t>
        <a:bodyPr/>
        <a:lstStyle/>
        <a:p>
          <a:endParaRPr lang="en-GB">
            <a:solidFill>
              <a:schemeClr val="tx1"/>
            </a:solidFill>
            <a:latin typeface="Bell MT" pitchFamily="18" charset="0"/>
          </a:endParaRPr>
        </a:p>
      </dgm:t>
    </dgm:pt>
    <dgm:pt modelId="{A501BB8E-CEF0-4007-A1F9-EF72940AC402}">
      <dgm:prSet phldrT="[Text]"/>
      <dgm:spPr/>
      <dgm:t>
        <a:bodyPr/>
        <a:lstStyle/>
        <a:p>
          <a:r>
            <a:rPr lang="en-GB" dirty="0" smtClean="0">
              <a:solidFill>
                <a:schemeClr val="tx1"/>
              </a:solidFill>
              <a:latin typeface="Bell MT" pitchFamily="18" charset="0"/>
            </a:rPr>
            <a:t>Medical reports</a:t>
          </a:r>
          <a:endParaRPr lang="en-GB" dirty="0">
            <a:solidFill>
              <a:schemeClr val="tx1"/>
            </a:solidFill>
            <a:latin typeface="Bell MT" pitchFamily="18" charset="0"/>
          </a:endParaRPr>
        </a:p>
      </dgm:t>
    </dgm:pt>
    <dgm:pt modelId="{D9074C71-1EB3-4342-B79C-9045BEF093FF}" type="parTrans" cxnId="{5B87B374-A28A-4E07-AC6A-A3DDF03C0DEF}">
      <dgm:prSet/>
      <dgm:spPr/>
      <dgm:t>
        <a:bodyPr/>
        <a:lstStyle/>
        <a:p>
          <a:endParaRPr lang="en-GB">
            <a:solidFill>
              <a:schemeClr val="tx1"/>
            </a:solidFill>
            <a:latin typeface="Bell MT" pitchFamily="18" charset="0"/>
          </a:endParaRPr>
        </a:p>
      </dgm:t>
    </dgm:pt>
    <dgm:pt modelId="{50C83A8A-0DAA-40F0-85EC-433B38D92FA8}" type="sibTrans" cxnId="{5B87B374-A28A-4E07-AC6A-A3DDF03C0DEF}">
      <dgm:prSet/>
      <dgm:spPr/>
      <dgm:t>
        <a:bodyPr/>
        <a:lstStyle/>
        <a:p>
          <a:endParaRPr lang="en-GB">
            <a:solidFill>
              <a:schemeClr val="tx1"/>
            </a:solidFill>
            <a:latin typeface="Bell MT" pitchFamily="18" charset="0"/>
          </a:endParaRPr>
        </a:p>
      </dgm:t>
    </dgm:pt>
    <dgm:pt modelId="{A4645490-DA46-4991-A107-CA72037B6B54}">
      <dgm:prSet phldrT="[Text]"/>
      <dgm:spPr/>
      <dgm:t>
        <a:bodyPr/>
        <a:lstStyle/>
        <a:p>
          <a:r>
            <a:rPr lang="en-GB" dirty="0" smtClean="0">
              <a:solidFill>
                <a:schemeClr val="tx1"/>
              </a:solidFill>
              <a:latin typeface="Bell MT" pitchFamily="18" charset="0"/>
            </a:rPr>
            <a:t>Witnesses</a:t>
          </a:r>
        </a:p>
        <a:p>
          <a:r>
            <a:rPr lang="en-GB" dirty="0" smtClean="0">
              <a:solidFill>
                <a:schemeClr val="tx1"/>
              </a:solidFill>
              <a:latin typeface="Bell MT" pitchFamily="18" charset="0"/>
            </a:rPr>
            <a:t>report</a:t>
          </a:r>
          <a:endParaRPr lang="en-GB" dirty="0">
            <a:solidFill>
              <a:schemeClr val="tx1"/>
            </a:solidFill>
            <a:latin typeface="Bell MT" pitchFamily="18" charset="0"/>
          </a:endParaRPr>
        </a:p>
      </dgm:t>
    </dgm:pt>
    <dgm:pt modelId="{4E5ED62F-F320-4FF2-8876-50EAA3A239C1}" type="parTrans" cxnId="{D59CDCCC-99C0-442F-BCF6-24907049A3B6}">
      <dgm:prSet/>
      <dgm:spPr/>
      <dgm:t>
        <a:bodyPr/>
        <a:lstStyle/>
        <a:p>
          <a:endParaRPr lang="en-GB">
            <a:solidFill>
              <a:schemeClr val="tx1"/>
            </a:solidFill>
            <a:latin typeface="Bell MT" pitchFamily="18" charset="0"/>
          </a:endParaRPr>
        </a:p>
      </dgm:t>
    </dgm:pt>
    <dgm:pt modelId="{3EEFE688-AA17-49E4-B9C1-A505468017D1}" type="sibTrans" cxnId="{D59CDCCC-99C0-442F-BCF6-24907049A3B6}">
      <dgm:prSet/>
      <dgm:spPr/>
      <dgm:t>
        <a:bodyPr/>
        <a:lstStyle/>
        <a:p>
          <a:endParaRPr lang="en-GB">
            <a:solidFill>
              <a:schemeClr val="tx1"/>
            </a:solidFill>
            <a:latin typeface="Bell MT" pitchFamily="18" charset="0"/>
          </a:endParaRPr>
        </a:p>
      </dgm:t>
    </dgm:pt>
    <dgm:pt modelId="{6CA8E4E7-2F81-47FF-AE05-EED3DBA9C711}">
      <dgm:prSet phldrT="[Text]"/>
      <dgm:spPr/>
      <dgm:t>
        <a:bodyPr/>
        <a:lstStyle/>
        <a:p>
          <a:r>
            <a:rPr lang="en-GB" dirty="0" smtClean="0">
              <a:solidFill>
                <a:schemeClr val="tx1"/>
              </a:solidFill>
              <a:latin typeface="Bell MT" pitchFamily="18" charset="0"/>
            </a:rPr>
            <a:t>Insurance policy</a:t>
          </a:r>
          <a:endParaRPr lang="en-GB" dirty="0">
            <a:solidFill>
              <a:schemeClr val="tx1"/>
            </a:solidFill>
            <a:latin typeface="Bell MT" pitchFamily="18" charset="0"/>
          </a:endParaRPr>
        </a:p>
      </dgm:t>
    </dgm:pt>
    <dgm:pt modelId="{9029CCE9-2622-4373-B708-8BB49FE2BAEA}" type="parTrans" cxnId="{2C8E7A6D-AD90-4E7E-95BD-F42C82548E7B}">
      <dgm:prSet/>
      <dgm:spPr/>
      <dgm:t>
        <a:bodyPr/>
        <a:lstStyle/>
        <a:p>
          <a:endParaRPr lang="en-GB">
            <a:solidFill>
              <a:schemeClr val="tx1"/>
            </a:solidFill>
            <a:latin typeface="Bell MT" pitchFamily="18" charset="0"/>
          </a:endParaRPr>
        </a:p>
      </dgm:t>
    </dgm:pt>
    <dgm:pt modelId="{856E304A-47D8-4EF8-ACA4-5B62719F83CB}" type="sibTrans" cxnId="{2C8E7A6D-AD90-4E7E-95BD-F42C82548E7B}">
      <dgm:prSet/>
      <dgm:spPr/>
      <dgm:t>
        <a:bodyPr/>
        <a:lstStyle/>
        <a:p>
          <a:endParaRPr lang="en-GB">
            <a:solidFill>
              <a:schemeClr val="tx1"/>
            </a:solidFill>
            <a:latin typeface="Bell MT" pitchFamily="18" charset="0"/>
          </a:endParaRPr>
        </a:p>
      </dgm:t>
    </dgm:pt>
    <dgm:pt modelId="{574E9004-01F0-4D2D-85CA-88709621A710}">
      <dgm:prSet phldrT="[Text]"/>
      <dgm:spPr/>
      <dgm:t>
        <a:bodyPr/>
        <a:lstStyle/>
        <a:p>
          <a:r>
            <a:rPr lang="en-GB" dirty="0" smtClean="0">
              <a:solidFill>
                <a:schemeClr val="tx1"/>
              </a:solidFill>
              <a:latin typeface="Bell MT" pitchFamily="18" charset="0"/>
            </a:rPr>
            <a:t>Car damage report</a:t>
          </a:r>
          <a:endParaRPr lang="en-GB" dirty="0">
            <a:solidFill>
              <a:schemeClr val="tx1"/>
            </a:solidFill>
            <a:latin typeface="Bell MT" pitchFamily="18" charset="0"/>
          </a:endParaRPr>
        </a:p>
      </dgm:t>
    </dgm:pt>
    <dgm:pt modelId="{706488E4-213F-4551-B4E3-FA81564595A9}" type="parTrans" cxnId="{95C9296C-6FD5-403B-9C4C-EC7CF7B7C082}">
      <dgm:prSet/>
      <dgm:spPr/>
      <dgm:t>
        <a:bodyPr/>
        <a:lstStyle/>
        <a:p>
          <a:endParaRPr lang="en-GB">
            <a:solidFill>
              <a:schemeClr val="tx1"/>
            </a:solidFill>
            <a:latin typeface="Bell MT" pitchFamily="18" charset="0"/>
          </a:endParaRPr>
        </a:p>
      </dgm:t>
    </dgm:pt>
    <dgm:pt modelId="{0FCBF69D-EEAF-4C07-92F9-96F2C3803F7E}" type="sibTrans" cxnId="{95C9296C-6FD5-403B-9C4C-EC7CF7B7C082}">
      <dgm:prSet/>
      <dgm:spPr/>
      <dgm:t>
        <a:bodyPr/>
        <a:lstStyle/>
        <a:p>
          <a:endParaRPr lang="en-GB">
            <a:solidFill>
              <a:schemeClr val="tx1"/>
            </a:solidFill>
            <a:latin typeface="Bell MT" pitchFamily="18" charset="0"/>
          </a:endParaRPr>
        </a:p>
      </dgm:t>
    </dgm:pt>
    <dgm:pt modelId="{2458AB5B-3D76-4BA3-9C02-4332B52194A2}">
      <dgm:prSet phldrT="[Text]"/>
      <dgm:spPr/>
      <dgm:t>
        <a:bodyPr/>
        <a:lstStyle/>
        <a:p>
          <a:r>
            <a:rPr lang="en-GB" dirty="0" smtClean="0">
              <a:solidFill>
                <a:schemeClr val="tx1"/>
              </a:solidFill>
              <a:latin typeface="Bell MT" pitchFamily="18" charset="0"/>
            </a:rPr>
            <a:t>Driver ‘s driving history</a:t>
          </a:r>
          <a:endParaRPr lang="en-GB" dirty="0">
            <a:solidFill>
              <a:schemeClr val="tx1"/>
            </a:solidFill>
            <a:latin typeface="Bell MT" pitchFamily="18" charset="0"/>
          </a:endParaRPr>
        </a:p>
      </dgm:t>
    </dgm:pt>
    <dgm:pt modelId="{2B8E22BB-37EE-4491-9972-C51E4F03C873}" type="parTrans" cxnId="{72EB6346-F504-4596-8250-89FB5DB2A162}">
      <dgm:prSet/>
      <dgm:spPr/>
      <dgm:t>
        <a:bodyPr/>
        <a:lstStyle/>
        <a:p>
          <a:endParaRPr lang="en-GB">
            <a:solidFill>
              <a:schemeClr val="tx1"/>
            </a:solidFill>
            <a:latin typeface="Bell MT" pitchFamily="18" charset="0"/>
          </a:endParaRPr>
        </a:p>
      </dgm:t>
    </dgm:pt>
    <dgm:pt modelId="{06C2482B-1C3E-4108-A729-29244047BA35}" type="sibTrans" cxnId="{72EB6346-F504-4596-8250-89FB5DB2A162}">
      <dgm:prSet/>
      <dgm:spPr/>
      <dgm:t>
        <a:bodyPr/>
        <a:lstStyle/>
        <a:p>
          <a:endParaRPr lang="en-GB">
            <a:solidFill>
              <a:schemeClr val="tx1"/>
            </a:solidFill>
            <a:latin typeface="Bell MT" pitchFamily="18" charset="0"/>
          </a:endParaRPr>
        </a:p>
      </dgm:t>
    </dgm:pt>
    <dgm:pt modelId="{00D6C95F-56FE-4106-A181-DA9CA5116B37}" type="pres">
      <dgm:prSet presAssocID="{462F8BFC-BCED-47FB-8C48-BD5221E54432}" presName="cycle" presStyleCnt="0">
        <dgm:presLayoutVars>
          <dgm:chMax val="1"/>
          <dgm:dir/>
          <dgm:animLvl val="ctr"/>
          <dgm:resizeHandles val="exact"/>
        </dgm:presLayoutVars>
      </dgm:prSet>
      <dgm:spPr/>
      <dgm:t>
        <a:bodyPr/>
        <a:lstStyle/>
        <a:p>
          <a:endParaRPr lang="en-GB"/>
        </a:p>
      </dgm:t>
    </dgm:pt>
    <dgm:pt modelId="{7D120AD0-F323-4E92-BF71-6F4CAE15794F}" type="pres">
      <dgm:prSet presAssocID="{8AA734DB-4445-4E97-817A-E0DB05BA346A}" presName="centerShape" presStyleLbl="node0" presStyleIdx="0" presStyleCnt="1"/>
      <dgm:spPr/>
      <dgm:t>
        <a:bodyPr/>
        <a:lstStyle/>
        <a:p>
          <a:endParaRPr lang="en-GB"/>
        </a:p>
      </dgm:t>
    </dgm:pt>
    <dgm:pt modelId="{C4EBA183-68EB-439E-91F1-EC7CF89D0E74}" type="pres">
      <dgm:prSet presAssocID="{6CCBEA76-834B-4C62-A1BD-A142F67C510A}" presName="parTrans" presStyleLbl="bgSibTrans2D1" presStyleIdx="0" presStyleCnt="6"/>
      <dgm:spPr/>
      <dgm:t>
        <a:bodyPr/>
        <a:lstStyle/>
        <a:p>
          <a:endParaRPr lang="en-GB"/>
        </a:p>
      </dgm:t>
    </dgm:pt>
    <dgm:pt modelId="{59EE7597-464F-48A3-AE17-11A102AFB872}" type="pres">
      <dgm:prSet presAssocID="{9F94E561-17AB-4A80-AB7F-C827288156D1}" presName="node" presStyleLbl="node1" presStyleIdx="0" presStyleCnt="6">
        <dgm:presLayoutVars>
          <dgm:bulletEnabled val="1"/>
        </dgm:presLayoutVars>
      </dgm:prSet>
      <dgm:spPr/>
      <dgm:t>
        <a:bodyPr/>
        <a:lstStyle/>
        <a:p>
          <a:endParaRPr lang="en-GB"/>
        </a:p>
      </dgm:t>
    </dgm:pt>
    <dgm:pt modelId="{0E1E8867-5178-4897-BC6B-71B510B3DBEE}" type="pres">
      <dgm:prSet presAssocID="{D9074C71-1EB3-4342-B79C-9045BEF093FF}" presName="parTrans" presStyleLbl="bgSibTrans2D1" presStyleIdx="1" presStyleCnt="6"/>
      <dgm:spPr/>
      <dgm:t>
        <a:bodyPr/>
        <a:lstStyle/>
        <a:p>
          <a:endParaRPr lang="en-GB"/>
        </a:p>
      </dgm:t>
    </dgm:pt>
    <dgm:pt modelId="{12D27AA6-F6F4-42C2-A0E5-FE3E81E01EA5}" type="pres">
      <dgm:prSet presAssocID="{A501BB8E-CEF0-4007-A1F9-EF72940AC402}" presName="node" presStyleLbl="node1" presStyleIdx="1" presStyleCnt="6">
        <dgm:presLayoutVars>
          <dgm:bulletEnabled val="1"/>
        </dgm:presLayoutVars>
      </dgm:prSet>
      <dgm:spPr/>
      <dgm:t>
        <a:bodyPr/>
        <a:lstStyle/>
        <a:p>
          <a:endParaRPr lang="en-GB"/>
        </a:p>
      </dgm:t>
    </dgm:pt>
    <dgm:pt modelId="{6F372172-8D38-441F-8BA7-E34AC06CB6A5}" type="pres">
      <dgm:prSet presAssocID="{4E5ED62F-F320-4FF2-8876-50EAA3A239C1}" presName="parTrans" presStyleLbl="bgSibTrans2D1" presStyleIdx="2" presStyleCnt="6"/>
      <dgm:spPr/>
      <dgm:t>
        <a:bodyPr/>
        <a:lstStyle/>
        <a:p>
          <a:endParaRPr lang="en-GB"/>
        </a:p>
      </dgm:t>
    </dgm:pt>
    <dgm:pt modelId="{9DE6AE29-096C-44C8-9669-0B75629FF8FA}" type="pres">
      <dgm:prSet presAssocID="{A4645490-DA46-4991-A107-CA72037B6B54}" presName="node" presStyleLbl="node1" presStyleIdx="2" presStyleCnt="6">
        <dgm:presLayoutVars>
          <dgm:bulletEnabled val="1"/>
        </dgm:presLayoutVars>
      </dgm:prSet>
      <dgm:spPr/>
      <dgm:t>
        <a:bodyPr/>
        <a:lstStyle/>
        <a:p>
          <a:endParaRPr lang="en-GB"/>
        </a:p>
      </dgm:t>
    </dgm:pt>
    <dgm:pt modelId="{859D2673-17E1-47BC-9241-35DB582590E9}" type="pres">
      <dgm:prSet presAssocID="{9029CCE9-2622-4373-B708-8BB49FE2BAEA}" presName="parTrans" presStyleLbl="bgSibTrans2D1" presStyleIdx="3" presStyleCnt="6"/>
      <dgm:spPr/>
      <dgm:t>
        <a:bodyPr/>
        <a:lstStyle/>
        <a:p>
          <a:endParaRPr lang="en-GB"/>
        </a:p>
      </dgm:t>
    </dgm:pt>
    <dgm:pt modelId="{A18AB3D5-0A58-44A9-AA10-8FC656394981}" type="pres">
      <dgm:prSet presAssocID="{6CA8E4E7-2F81-47FF-AE05-EED3DBA9C711}" presName="node" presStyleLbl="node1" presStyleIdx="3" presStyleCnt="6">
        <dgm:presLayoutVars>
          <dgm:bulletEnabled val="1"/>
        </dgm:presLayoutVars>
      </dgm:prSet>
      <dgm:spPr/>
      <dgm:t>
        <a:bodyPr/>
        <a:lstStyle/>
        <a:p>
          <a:endParaRPr lang="en-GB"/>
        </a:p>
      </dgm:t>
    </dgm:pt>
    <dgm:pt modelId="{0F47E752-4622-4798-A8D0-F6D9F629F1D4}" type="pres">
      <dgm:prSet presAssocID="{706488E4-213F-4551-B4E3-FA81564595A9}" presName="parTrans" presStyleLbl="bgSibTrans2D1" presStyleIdx="4" presStyleCnt="6"/>
      <dgm:spPr/>
      <dgm:t>
        <a:bodyPr/>
        <a:lstStyle/>
        <a:p>
          <a:endParaRPr lang="en-GB"/>
        </a:p>
      </dgm:t>
    </dgm:pt>
    <dgm:pt modelId="{CDCD762B-45B7-4EAD-A3E7-535D4E0729CF}" type="pres">
      <dgm:prSet presAssocID="{574E9004-01F0-4D2D-85CA-88709621A710}" presName="node" presStyleLbl="node1" presStyleIdx="4" presStyleCnt="6">
        <dgm:presLayoutVars>
          <dgm:bulletEnabled val="1"/>
        </dgm:presLayoutVars>
      </dgm:prSet>
      <dgm:spPr/>
      <dgm:t>
        <a:bodyPr/>
        <a:lstStyle/>
        <a:p>
          <a:endParaRPr lang="en-GB"/>
        </a:p>
      </dgm:t>
    </dgm:pt>
    <dgm:pt modelId="{4F1B8AD6-5571-4A9A-9AF1-A00E41DBAC31}" type="pres">
      <dgm:prSet presAssocID="{2B8E22BB-37EE-4491-9972-C51E4F03C873}" presName="parTrans" presStyleLbl="bgSibTrans2D1" presStyleIdx="5" presStyleCnt="6"/>
      <dgm:spPr/>
      <dgm:t>
        <a:bodyPr/>
        <a:lstStyle/>
        <a:p>
          <a:endParaRPr lang="en-GB"/>
        </a:p>
      </dgm:t>
    </dgm:pt>
    <dgm:pt modelId="{100F3D07-98D8-4F3C-AA14-B72E6694E14D}" type="pres">
      <dgm:prSet presAssocID="{2458AB5B-3D76-4BA3-9C02-4332B52194A2}" presName="node" presStyleLbl="node1" presStyleIdx="5" presStyleCnt="6">
        <dgm:presLayoutVars>
          <dgm:bulletEnabled val="1"/>
        </dgm:presLayoutVars>
      </dgm:prSet>
      <dgm:spPr/>
      <dgm:t>
        <a:bodyPr/>
        <a:lstStyle/>
        <a:p>
          <a:endParaRPr lang="en-GB"/>
        </a:p>
      </dgm:t>
    </dgm:pt>
  </dgm:ptLst>
  <dgm:cxnLst>
    <dgm:cxn modelId="{FB958E29-18FF-4F77-AAA8-978A1BD917E0}" type="presOf" srcId="{8AA734DB-4445-4E97-817A-E0DB05BA346A}" destId="{7D120AD0-F323-4E92-BF71-6F4CAE15794F}" srcOrd="0" destOrd="0" presId="urn:microsoft.com/office/officeart/2005/8/layout/radial4"/>
    <dgm:cxn modelId="{95C9296C-6FD5-403B-9C4C-EC7CF7B7C082}" srcId="{8AA734DB-4445-4E97-817A-E0DB05BA346A}" destId="{574E9004-01F0-4D2D-85CA-88709621A710}" srcOrd="4" destOrd="0" parTransId="{706488E4-213F-4551-B4E3-FA81564595A9}" sibTransId="{0FCBF69D-EEAF-4C07-92F9-96F2C3803F7E}"/>
    <dgm:cxn modelId="{075665F4-10D2-4F19-829A-8E0AA7741497}" type="presOf" srcId="{4E5ED62F-F320-4FF2-8876-50EAA3A239C1}" destId="{6F372172-8D38-441F-8BA7-E34AC06CB6A5}" srcOrd="0" destOrd="0" presId="urn:microsoft.com/office/officeart/2005/8/layout/radial4"/>
    <dgm:cxn modelId="{A75B087F-AD7C-451A-9C6E-1F4C6F97AC25}" srcId="{462F8BFC-BCED-47FB-8C48-BD5221E54432}" destId="{8AA734DB-4445-4E97-817A-E0DB05BA346A}" srcOrd="0" destOrd="0" parTransId="{EF247420-D971-4975-B6F9-29D7DFC19871}" sibTransId="{4A87A0F9-3111-42FA-8248-102507C50FFE}"/>
    <dgm:cxn modelId="{14EF1C97-623B-4A79-8838-E7974EA3915B}" type="presOf" srcId="{574E9004-01F0-4D2D-85CA-88709621A710}" destId="{CDCD762B-45B7-4EAD-A3E7-535D4E0729CF}" srcOrd="0" destOrd="0" presId="urn:microsoft.com/office/officeart/2005/8/layout/radial4"/>
    <dgm:cxn modelId="{D59CDCCC-99C0-442F-BCF6-24907049A3B6}" srcId="{8AA734DB-4445-4E97-817A-E0DB05BA346A}" destId="{A4645490-DA46-4991-A107-CA72037B6B54}" srcOrd="2" destOrd="0" parTransId="{4E5ED62F-F320-4FF2-8876-50EAA3A239C1}" sibTransId="{3EEFE688-AA17-49E4-B9C1-A505468017D1}"/>
    <dgm:cxn modelId="{6F328071-992E-49B1-AF7D-F6DBD4A59EE1}" type="presOf" srcId="{A4645490-DA46-4991-A107-CA72037B6B54}" destId="{9DE6AE29-096C-44C8-9669-0B75629FF8FA}" srcOrd="0" destOrd="0" presId="urn:microsoft.com/office/officeart/2005/8/layout/radial4"/>
    <dgm:cxn modelId="{5B87B374-A28A-4E07-AC6A-A3DDF03C0DEF}" srcId="{8AA734DB-4445-4E97-817A-E0DB05BA346A}" destId="{A501BB8E-CEF0-4007-A1F9-EF72940AC402}" srcOrd="1" destOrd="0" parTransId="{D9074C71-1EB3-4342-B79C-9045BEF093FF}" sibTransId="{50C83A8A-0DAA-40F0-85EC-433B38D92FA8}"/>
    <dgm:cxn modelId="{D4BB26AB-BD15-41DB-BB68-251C2C5C4C38}" type="presOf" srcId="{2B8E22BB-37EE-4491-9972-C51E4F03C873}" destId="{4F1B8AD6-5571-4A9A-9AF1-A00E41DBAC31}" srcOrd="0" destOrd="0" presId="urn:microsoft.com/office/officeart/2005/8/layout/radial4"/>
    <dgm:cxn modelId="{72EB6346-F504-4596-8250-89FB5DB2A162}" srcId="{8AA734DB-4445-4E97-817A-E0DB05BA346A}" destId="{2458AB5B-3D76-4BA3-9C02-4332B52194A2}" srcOrd="5" destOrd="0" parTransId="{2B8E22BB-37EE-4491-9972-C51E4F03C873}" sibTransId="{06C2482B-1C3E-4108-A729-29244047BA35}"/>
    <dgm:cxn modelId="{ABF9B2D4-49CD-4DA0-A178-DD8C607C6973}" type="presOf" srcId="{9F94E561-17AB-4A80-AB7F-C827288156D1}" destId="{59EE7597-464F-48A3-AE17-11A102AFB872}" srcOrd="0" destOrd="0" presId="urn:microsoft.com/office/officeart/2005/8/layout/radial4"/>
    <dgm:cxn modelId="{AEEC0E1D-6690-487F-8072-B08728624F05}" type="presOf" srcId="{6CA8E4E7-2F81-47FF-AE05-EED3DBA9C711}" destId="{A18AB3D5-0A58-44A9-AA10-8FC656394981}" srcOrd="0" destOrd="0" presId="urn:microsoft.com/office/officeart/2005/8/layout/radial4"/>
    <dgm:cxn modelId="{171A25AE-5314-435C-BBB6-30113CF594AE}" type="presOf" srcId="{A501BB8E-CEF0-4007-A1F9-EF72940AC402}" destId="{12D27AA6-F6F4-42C2-A0E5-FE3E81E01EA5}" srcOrd="0" destOrd="0" presId="urn:microsoft.com/office/officeart/2005/8/layout/radial4"/>
    <dgm:cxn modelId="{9FF8DEBD-2419-48C9-BD17-CEC73B285729}" srcId="{8AA734DB-4445-4E97-817A-E0DB05BA346A}" destId="{9F94E561-17AB-4A80-AB7F-C827288156D1}" srcOrd="0" destOrd="0" parTransId="{6CCBEA76-834B-4C62-A1BD-A142F67C510A}" sibTransId="{A6CF6196-CC87-41A0-97E4-2A18810E1884}"/>
    <dgm:cxn modelId="{ADFF0317-9F3F-4414-82E0-825C9B31D0DB}" type="presOf" srcId="{2458AB5B-3D76-4BA3-9C02-4332B52194A2}" destId="{100F3D07-98D8-4F3C-AA14-B72E6694E14D}" srcOrd="0" destOrd="0" presId="urn:microsoft.com/office/officeart/2005/8/layout/radial4"/>
    <dgm:cxn modelId="{8EED2AF8-10CF-4C98-A6D1-D574A4D4269E}" type="presOf" srcId="{D9074C71-1EB3-4342-B79C-9045BEF093FF}" destId="{0E1E8867-5178-4897-BC6B-71B510B3DBEE}" srcOrd="0" destOrd="0" presId="urn:microsoft.com/office/officeart/2005/8/layout/radial4"/>
    <dgm:cxn modelId="{5D54526B-0C81-4C5E-B80F-5FE3D95754AD}" type="presOf" srcId="{706488E4-213F-4551-B4E3-FA81564595A9}" destId="{0F47E752-4622-4798-A8D0-F6D9F629F1D4}" srcOrd="0" destOrd="0" presId="urn:microsoft.com/office/officeart/2005/8/layout/radial4"/>
    <dgm:cxn modelId="{BCC9B153-53D1-4540-A8CA-BC23CDAA8380}" type="presOf" srcId="{6CCBEA76-834B-4C62-A1BD-A142F67C510A}" destId="{C4EBA183-68EB-439E-91F1-EC7CF89D0E74}" srcOrd="0" destOrd="0" presId="urn:microsoft.com/office/officeart/2005/8/layout/radial4"/>
    <dgm:cxn modelId="{F2DED7E0-816A-4BA5-9489-A0AA6B08A4B7}" type="presOf" srcId="{9029CCE9-2622-4373-B708-8BB49FE2BAEA}" destId="{859D2673-17E1-47BC-9241-35DB582590E9}" srcOrd="0" destOrd="0" presId="urn:microsoft.com/office/officeart/2005/8/layout/radial4"/>
    <dgm:cxn modelId="{7B81B318-88C8-4BE8-9A27-E4EF4360C486}" type="presOf" srcId="{462F8BFC-BCED-47FB-8C48-BD5221E54432}" destId="{00D6C95F-56FE-4106-A181-DA9CA5116B37}" srcOrd="0" destOrd="0" presId="urn:microsoft.com/office/officeart/2005/8/layout/radial4"/>
    <dgm:cxn modelId="{2C8E7A6D-AD90-4E7E-95BD-F42C82548E7B}" srcId="{8AA734DB-4445-4E97-817A-E0DB05BA346A}" destId="{6CA8E4E7-2F81-47FF-AE05-EED3DBA9C711}" srcOrd="3" destOrd="0" parTransId="{9029CCE9-2622-4373-B708-8BB49FE2BAEA}" sibTransId="{856E304A-47D8-4EF8-ACA4-5B62719F83CB}"/>
    <dgm:cxn modelId="{7E8DDD15-797E-495A-825F-462091D0B805}" type="presParOf" srcId="{00D6C95F-56FE-4106-A181-DA9CA5116B37}" destId="{7D120AD0-F323-4E92-BF71-6F4CAE15794F}" srcOrd="0" destOrd="0" presId="urn:microsoft.com/office/officeart/2005/8/layout/radial4"/>
    <dgm:cxn modelId="{FD97182D-36C5-4629-BD76-37E0B92D418D}" type="presParOf" srcId="{00D6C95F-56FE-4106-A181-DA9CA5116B37}" destId="{C4EBA183-68EB-439E-91F1-EC7CF89D0E74}" srcOrd="1" destOrd="0" presId="urn:microsoft.com/office/officeart/2005/8/layout/radial4"/>
    <dgm:cxn modelId="{449141C5-46F9-4BE4-8473-C87F23EEBF55}" type="presParOf" srcId="{00D6C95F-56FE-4106-A181-DA9CA5116B37}" destId="{59EE7597-464F-48A3-AE17-11A102AFB872}" srcOrd="2" destOrd="0" presId="urn:microsoft.com/office/officeart/2005/8/layout/radial4"/>
    <dgm:cxn modelId="{A2AA90BF-7A9F-4CF9-9B7F-9D16EB61A53B}" type="presParOf" srcId="{00D6C95F-56FE-4106-A181-DA9CA5116B37}" destId="{0E1E8867-5178-4897-BC6B-71B510B3DBEE}" srcOrd="3" destOrd="0" presId="urn:microsoft.com/office/officeart/2005/8/layout/radial4"/>
    <dgm:cxn modelId="{3879292B-C789-4C49-A810-A775B0164EA3}" type="presParOf" srcId="{00D6C95F-56FE-4106-A181-DA9CA5116B37}" destId="{12D27AA6-F6F4-42C2-A0E5-FE3E81E01EA5}" srcOrd="4" destOrd="0" presId="urn:microsoft.com/office/officeart/2005/8/layout/radial4"/>
    <dgm:cxn modelId="{9EC437D5-A4EE-481C-A348-E17EFA1129BC}" type="presParOf" srcId="{00D6C95F-56FE-4106-A181-DA9CA5116B37}" destId="{6F372172-8D38-441F-8BA7-E34AC06CB6A5}" srcOrd="5" destOrd="0" presId="urn:microsoft.com/office/officeart/2005/8/layout/radial4"/>
    <dgm:cxn modelId="{11D7E0E8-676E-4085-916F-D652FA652C0E}" type="presParOf" srcId="{00D6C95F-56FE-4106-A181-DA9CA5116B37}" destId="{9DE6AE29-096C-44C8-9669-0B75629FF8FA}" srcOrd="6" destOrd="0" presId="urn:microsoft.com/office/officeart/2005/8/layout/radial4"/>
    <dgm:cxn modelId="{5F535AC7-B16D-4EFB-BAA0-92F790D38275}" type="presParOf" srcId="{00D6C95F-56FE-4106-A181-DA9CA5116B37}" destId="{859D2673-17E1-47BC-9241-35DB582590E9}" srcOrd="7" destOrd="0" presId="urn:microsoft.com/office/officeart/2005/8/layout/radial4"/>
    <dgm:cxn modelId="{89D74E71-2C5F-43CE-960A-BA907B40E457}" type="presParOf" srcId="{00D6C95F-56FE-4106-A181-DA9CA5116B37}" destId="{A18AB3D5-0A58-44A9-AA10-8FC656394981}" srcOrd="8" destOrd="0" presId="urn:microsoft.com/office/officeart/2005/8/layout/radial4"/>
    <dgm:cxn modelId="{F298F0E5-D8B2-4019-85AA-CD3DD0C2A8AB}" type="presParOf" srcId="{00D6C95F-56FE-4106-A181-DA9CA5116B37}" destId="{0F47E752-4622-4798-A8D0-F6D9F629F1D4}" srcOrd="9" destOrd="0" presId="urn:microsoft.com/office/officeart/2005/8/layout/radial4"/>
    <dgm:cxn modelId="{D0CE5C65-CB6F-4D5B-86D7-B63D95911D26}" type="presParOf" srcId="{00D6C95F-56FE-4106-A181-DA9CA5116B37}" destId="{CDCD762B-45B7-4EAD-A3E7-535D4E0729CF}" srcOrd="10" destOrd="0" presId="urn:microsoft.com/office/officeart/2005/8/layout/radial4"/>
    <dgm:cxn modelId="{00009CB5-7314-419F-B06B-9BF7B02E4F7F}" type="presParOf" srcId="{00D6C95F-56FE-4106-A181-DA9CA5116B37}" destId="{4F1B8AD6-5571-4A9A-9AF1-A00E41DBAC31}" srcOrd="11" destOrd="0" presId="urn:microsoft.com/office/officeart/2005/8/layout/radial4"/>
    <dgm:cxn modelId="{9B988272-BA93-4470-8463-429C93A18032}" type="presParOf" srcId="{00D6C95F-56FE-4106-A181-DA9CA5116B37}" destId="{100F3D07-98D8-4F3C-AA14-B72E6694E14D}" srcOrd="12" destOrd="0" presId="urn:microsoft.com/office/officeart/2005/8/layout/radial4"/>
  </dgm:cxnLst>
  <dgm:bg/>
  <dgm:whole/>
  <dgm:extLst>
    <a:ext uri="http://schemas.microsoft.com/office/drawing/2008/diagram">
      <dsp:dataModelExt xmlns:dsp="http://schemas.microsoft.com/office/drawing/2008/diagram" xmlns="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90B132CF-6D9F-4564-8703-C5506E13926F}" type="doc">
      <dgm:prSet loTypeId="urn:microsoft.com/office/officeart/2005/8/layout/cycle6" loCatId="cycle" qsTypeId="urn:microsoft.com/office/officeart/2005/8/quickstyle/simple1" qsCatId="simple" csTypeId="urn:microsoft.com/office/officeart/2005/8/colors/colorful1" csCatId="colorful" phldr="1"/>
      <dgm:spPr/>
      <dgm:t>
        <a:bodyPr/>
        <a:lstStyle/>
        <a:p>
          <a:endParaRPr lang="en-GB"/>
        </a:p>
      </dgm:t>
    </dgm:pt>
    <dgm:pt modelId="{11F173E9-47DE-42F5-AC47-982351C700CE}">
      <dgm:prSet phldrT="[Text]"/>
      <dgm:spPr/>
      <dgm:t>
        <a:bodyPr/>
        <a:lstStyle/>
        <a:p>
          <a:r>
            <a:rPr lang="en-GB" dirty="0" smtClean="0"/>
            <a:t>Process Specification</a:t>
          </a:r>
          <a:endParaRPr lang="en-GB" dirty="0"/>
        </a:p>
      </dgm:t>
    </dgm:pt>
    <dgm:pt modelId="{6216F33E-961B-4167-9BBE-86D3CD8B0D58}" type="parTrans" cxnId="{BAFB094C-4FE5-4B5F-B152-3481447C2932}">
      <dgm:prSet/>
      <dgm:spPr/>
      <dgm:t>
        <a:bodyPr/>
        <a:lstStyle/>
        <a:p>
          <a:endParaRPr lang="en-GB"/>
        </a:p>
      </dgm:t>
    </dgm:pt>
    <dgm:pt modelId="{377E14DF-AE63-43B2-BC1F-2762A9326714}" type="sibTrans" cxnId="{BAFB094C-4FE5-4B5F-B152-3481447C2932}">
      <dgm:prSet/>
      <dgm:spPr/>
      <dgm:t>
        <a:bodyPr/>
        <a:lstStyle/>
        <a:p>
          <a:endParaRPr lang="en-GB"/>
        </a:p>
      </dgm:t>
    </dgm:pt>
    <dgm:pt modelId="{2EC8C1C1-ECDC-4D02-978F-10DB13345E36}">
      <dgm:prSet phldrT="[Text]"/>
      <dgm:spPr/>
      <dgm:t>
        <a:bodyPr/>
        <a:lstStyle/>
        <a:p>
          <a:r>
            <a:rPr lang="en-GB" dirty="0" smtClean="0"/>
            <a:t>Data Specification</a:t>
          </a:r>
          <a:endParaRPr lang="en-GB" dirty="0"/>
        </a:p>
      </dgm:t>
    </dgm:pt>
    <dgm:pt modelId="{7D812DFB-5D16-4C42-978D-AAD00A4EA4F4}" type="parTrans" cxnId="{E1819428-FAF9-4FE8-A9DA-AF78F0B3F990}">
      <dgm:prSet/>
      <dgm:spPr/>
      <dgm:t>
        <a:bodyPr/>
        <a:lstStyle/>
        <a:p>
          <a:endParaRPr lang="en-GB"/>
        </a:p>
      </dgm:t>
    </dgm:pt>
    <dgm:pt modelId="{E6F74323-F9E5-425D-AC07-E7D41774BCB8}" type="sibTrans" cxnId="{E1819428-FAF9-4FE8-A9DA-AF78F0B3F990}">
      <dgm:prSet/>
      <dgm:spPr/>
      <dgm:t>
        <a:bodyPr/>
        <a:lstStyle/>
        <a:p>
          <a:endParaRPr lang="en-GB"/>
        </a:p>
      </dgm:t>
    </dgm:pt>
    <dgm:pt modelId="{1C486D8B-4EC1-4288-8117-2272712F0E34}">
      <dgm:prSet phldrT="[Text]"/>
      <dgm:spPr/>
      <dgm:t>
        <a:bodyPr/>
        <a:lstStyle/>
        <a:p>
          <a:r>
            <a:rPr lang="en-GB" dirty="0" smtClean="0"/>
            <a:t>Business Rules Specification</a:t>
          </a:r>
          <a:endParaRPr lang="en-GB" dirty="0"/>
        </a:p>
      </dgm:t>
    </dgm:pt>
    <dgm:pt modelId="{88D87D4E-54F0-4ED5-9E72-2879A971450F}" type="parTrans" cxnId="{05EAA174-1F39-4BAD-AE43-E0696EF62C24}">
      <dgm:prSet/>
      <dgm:spPr/>
      <dgm:t>
        <a:bodyPr/>
        <a:lstStyle/>
        <a:p>
          <a:endParaRPr lang="en-GB"/>
        </a:p>
      </dgm:t>
    </dgm:pt>
    <dgm:pt modelId="{572ADB68-C45F-4D58-9CE1-CD1CADBC25D1}" type="sibTrans" cxnId="{05EAA174-1F39-4BAD-AE43-E0696EF62C24}">
      <dgm:prSet/>
      <dgm:spPr/>
      <dgm:t>
        <a:bodyPr/>
        <a:lstStyle/>
        <a:p>
          <a:endParaRPr lang="en-GB"/>
        </a:p>
      </dgm:t>
    </dgm:pt>
    <dgm:pt modelId="{F1841AA8-2739-4439-AEBA-B0E8946071E9}">
      <dgm:prSet phldrT="[Text]"/>
      <dgm:spPr/>
      <dgm:t>
        <a:bodyPr/>
        <a:lstStyle/>
        <a:p>
          <a:r>
            <a:rPr lang="en-GB" dirty="0" smtClean="0"/>
            <a:t>Goal Specification</a:t>
          </a:r>
          <a:endParaRPr lang="en-GB" dirty="0"/>
        </a:p>
      </dgm:t>
    </dgm:pt>
    <dgm:pt modelId="{D3E4E9C0-7428-42A2-B65F-A4F010285C12}" type="parTrans" cxnId="{3C624F8D-36AA-44F6-BD90-B74D5204CF5C}">
      <dgm:prSet/>
      <dgm:spPr/>
      <dgm:t>
        <a:bodyPr/>
        <a:lstStyle/>
        <a:p>
          <a:endParaRPr lang="en-GB"/>
        </a:p>
      </dgm:t>
    </dgm:pt>
    <dgm:pt modelId="{C498DC06-51FB-46AF-BCAF-756E72B04F94}" type="sibTrans" cxnId="{3C624F8D-36AA-44F6-BD90-B74D5204CF5C}">
      <dgm:prSet/>
      <dgm:spPr/>
      <dgm:t>
        <a:bodyPr/>
        <a:lstStyle/>
        <a:p>
          <a:endParaRPr lang="en-GB"/>
        </a:p>
      </dgm:t>
    </dgm:pt>
    <dgm:pt modelId="{1E98C9E2-36EE-4C15-90CF-87FAB175EBA7}">
      <dgm:prSet phldrT="[Text]"/>
      <dgm:spPr/>
      <dgm:t>
        <a:bodyPr/>
        <a:lstStyle/>
        <a:p>
          <a:r>
            <a:rPr lang="en-GB" dirty="0" smtClean="0"/>
            <a:t>Knowledge Workers Specification</a:t>
          </a:r>
          <a:endParaRPr lang="en-GB" dirty="0"/>
        </a:p>
      </dgm:t>
    </dgm:pt>
    <dgm:pt modelId="{8031F48B-F6B1-44B4-BAB3-2B10E903E458}" type="parTrans" cxnId="{76E7BEA7-F070-46CC-B142-2BB63FCCAEA3}">
      <dgm:prSet/>
      <dgm:spPr/>
      <dgm:t>
        <a:bodyPr/>
        <a:lstStyle/>
        <a:p>
          <a:endParaRPr lang="en-GB"/>
        </a:p>
      </dgm:t>
    </dgm:pt>
    <dgm:pt modelId="{CA142BD3-71FB-483A-BCCD-56961A24FF88}" type="sibTrans" cxnId="{76E7BEA7-F070-46CC-B142-2BB63FCCAEA3}">
      <dgm:prSet/>
      <dgm:spPr/>
      <dgm:t>
        <a:bodyPr/>
        <a:lstStyle/>
        <a:p>
          <a:endParaRPr lang="en-GB"/>
        </a:p>
      </dgm:t>
    </dgm:pt>
    <dgm:pt modelId="{F6B6422F-21A1-4543-8D0B-358ED5B19281}">
      <dgm:prSet/>
      <dgm:spPr/>
      <dgm:t>
        <a:bodyPr/>
        <a:lstStyle/>
        <a:p>
          <a:r>
            <a:rPr lang="en-GB" dirty="0" smtClean="0"/>
            <a:t> Activities Specification</a:t>
          </a:r>
          <a:endParaRPr lang="en-GB" dirty="0"/>
        </a:p>
      </dgm:t>
    </dgm:pt>
    <dgm:pt modelId="{A4FC89C7-ED78-433E-ACFE-3A15FD1BAFA6}" type="parTrans" cxnId="{F1D0CCE3-081B-4B21-A121-A19CFF490391}">
      <dgm:prSet/>
      <dgm:spPr/>
      <dgm:t>
        <a:bodyPr/>
        <a:lstStyle/>
        <a:p>
          <a:endParaRPr lang="en-GB"/>
        </a:p>
      </dgm:t>
    </dgm:pt>
    <dgm:pt modelId="{68D65773-9567-489C-8496-20FD6EB023DA}" type="sibTrans" cxnId="{F1D0CCE3-081B-4B21-A121-A19CFF490391}">
      <dgm:prSet/>
      <dgm:spPr/>
      <dgm:t>
        <a:bodyPr/>
        <a:lstStyle/>
        <a:p>
          <a:endParaRPr lang="en-GB"/>
        </a:p>
      </dgm:t>
    </dgm:pt>
    <dgm:pt modelId="{E3618D46-C17B-4C35-B1A6-E2F3F2CB7997}" type="pres">
      <dgm:prSet presAssocID="{90B132CF-6D9F-4564-8703-C5506E13926F}" presName="cycle" presStyleCnt="0">
        <dgm:presLayoutVars>
          <dgm:dir/>
          <dgm:resizeHandles val="exact"/>
        </dgm:presLayoutVars>
      </dgm:prSet>
      <dgm:spPr/>
      <dgm:t>
        <a:bodyPr/>
        <a:lstStyle/>
        <a:p>
          <a:endParaRPr lang="en-GB"/>
        </a:p>
      </dgm:t>
    </dgm:pt>
    <dgm:pt modelId="{E3668891-DCB4-4DDA-8D42-EA0702C282F4}" type="pres">
      <dgm:prSet presAssocID="{11F173E9-47DE-42F5-AC47-982351C700CE}" presName="node" presStyleLbl="node1" presStyleIdx="0" presStyleCnt="6">
        <dgm:presLayoutVars>
          <dgm:bulletEnabled val="1"/>
        </dgm:presLayoutVars>
      </dgm:prSet>
      <dgm:spPr/>
      <dgm:t>
        <a:bodyPr/>
        <a:lstStyle/>
        <a:p>
          <a:endParaRPr lang="en-GB"/>
        </a:p>
      </dgm:t>
    </dgm:pt>
    <dgm:pt modelId="{15CE6906-1731-43D8-82CB-C29C3FF899ED}" type="pres">
      <dgm:prSet presAssocID="{11F173E9-47DE-42F5-AC47-982351C700CE}" presName="spNode" presStyleCnt="0"/>
      <dgm:spPr/>
    </dgm:pt>
    <dgm:pt modelId="{EEF577B0-BF1B-4E99-A46A-097D31338B25}" type="pres">
      <dgm:prSet presAssocID="{377E14DF-AE63-43B2-BC1F-2762A9326714}" presName="sibTrans" presStyleLbl="sibTrans1D1" presStyleIdx="0" presStyleCnt="6"/>
      <dgm:spPr/>
      <dgm:t>
        <a:bodyPr/>
        <a:lstStyle/>
        <a:p>
          <a:endParaRPr lang="en-GB"/>
        </a:p>
      </dgm:t>
    </dgm:pt>
    <dgm:pt modelId="{D6A8E2AC-115F-493E-A090-C7B85EC67B38}" type="pres">
      <dgm:prSet presAssocID="{F6B6422F-21A1-4543-8D0B-358ED5B19281}" presName="node" presStyleLbl="node1" presStyleIdx="1" presStyleCnt="6">
        <dgm:presLayoutVars>
          <dgm:bulletEnabled val="1"/>
        </dgm:presLayoutVars>
      </dgm:prSet>
      <dgm:spPr/>
      <dgm:t>
        <a:bodyPr/>
        <a:lstStyle/>
        <a:p>
          <a:endParaRPr lang="en-GB"/>
        </a:p>
      </dgm:t>
    </dgm:pt>
    <dgm:pt modelId="{11F7898A-E949-457E-AC2D-BC05492026FE}" type="pres">
      <dgm:prSet presAssocID="{F6B6422F-21A1-4543-8D0B-358ED5B19281}" presName="spNode" presStyleCnt="0"/>
      <dgm:spPr/>
    </dgm:pt>
    <dgm:pt modelId="{8A8E8891-100D-47D8-B653-B23A023387F8}" type="pres">
      <dgm:prSet presAssocID="{68D65773-9567-489C-8496-20FD6EB023DA}" presName="sibTrans" presStyleLbl="sibTrans1D1" presStyleIdx="1" presStyleCnt="6"/>
      <dgm:spPr/>
      <dgm:t>
        <a:bodyPr/>
        <a:lstStyle/>
        <a:p>
          <a:endParaRPr lang="en-GB"/>
        </a:p>
      </dgm:t>
    </dgm:pt>
    <dgm:pt modelId="{FFEAF6B0-5379-4D2C-9C2B-04E30292FC8D}" type="pres">
      <dgm:prSet presAssocID="{2EC8C1C1-ECDC-4D02-978F-10DB13345E36}" presName="node" presStyleLbl="node1" presStyleIdx="2" presStyleCnt="6">
        <dgm:presLayoutVars>
          <dgm:bulletEnabled val="1"/>
        </dgm:presLayoutVars>
      </dgm:prSet>
      <dgm:spPr/>
      <dgm:t>
        <a:bodyPr/>
        <a:lstStyle/>
        <a:p>
          <a:endParaRPr lang="en-GB"/>
        </a:p>
      </dgm:t>
    </dgm:pt>
    <dgm:pt modelId="{46B6FF26-C557-49ED-981E-46AC042F616F}" type="pres">
      <dgm:prSet presAssocID="{2EC8C1C1-ECDC-4D02-978F-10DB13345E36}" presName="spNode" presStyleCnt="0"/>
      <dgm:spPr/>
    </dgm:pt>
    <dgm:pt modelId="{15C49F12-C505-40C6-B9F4-1FCCB2203DF7}" type="pres">
      <dgm:prSet presAssocID="{E6F74323-F9E5-425D-AC07-E7D41774BCB8}" presName="sibTrans" presStyleLbl="sibTrans1D1" presStyleIdx="2" presStyleCnt="6"/>
      <dgm:spPr/>
      <dgm:t>
        <a:bodyPr/>
        <a:lstStyle/>
        <a:p>
          <a:endParaRPr lang="en-GB"/>
        </a:p>
      </dgm:t>
    </dgm:pt>
    <dgm:pt modelId="{567AA5A0-1732-4C99-9A8C-C642E2BB8C3F}" type="pres">
      <dgm:prSet presAssocID="{1C486D8B-4EC1-4288-8117-2272712F0E34}" presName="node" presStyleLbl="node1" presStyleIdx="3" presStyleCnt="6">
        <dgm:presLayoutVars>
          <dgm:bulletEnabled val="1"/>
        </dgm:presLayoutVars>
      </dgm:prSet>
      <dgm:spPr/>
      <dgm:t>
        <a:bodyPr/>
        <a:lstStyle/>
        <a:p>
          <a:endParaRPr lang="en-GB"/>
        </a:p>
      </dgm:t>
    </dgm:pt>
    <dgm:pt modelId="{D7306261-344A-4681-80EF-8E3EF91A977F}" type="pres">
      <dgm:prSet presAssocID="{1C486D8B-4EC1-4288-8117-2272712F0E34}" presName="spNode" presStyleCnt="0"/>
      <dgm:spPr/>
    </dgm:pt>
    <dgm:pt modelId="{5D17457B-E1C5-40FA-A1EC-6756D666C637}" type="pres">
      <dgm:prSet presAssocID="{572ADB68-C45F-4D58-9CE1-CD1CADBC25D1}" presName="sibTrans" presStyleLbl="sibTrans1D1" presStyleIdx="3" presStyleCnt="6"/>
      <dgm:spPr/>
      <dgm:t>
        <a:bodyPr/>
        <a:lstStyle/>
        <a:p>
          <a:endParaRPr lang="en-GB"/>
        </a:p>
      </dgm:t>
    </dgm:pt>
    <dgm:pt modelId="{FF696E88-F1B4-418A-8C23-599F197926FC}" type="pres">
      <dgm:prSet presAssocID="{F1841AA8-2739-4439-AEBA-B0E8946071E9}" presName="node" presStyleLbl="node1" presStyleIdx="4" presStyleCnt="6">
        <dgm:presLayoutVars>
          <dgm:bulletEnabled val="1"/>
        </dgm:presLayoutVars>
      </dgm:prSet>
      <dgm:spPr/>
      <dgm:t>
        <a:bodyPr/>
        <a:lstStyle/>
        <a:p>
          <a:endParaRPr lang="en-GB"/>
        </a:p>
      </dgm:t>
    </dgm:pt>
    <dgm:pt modelId="{B0652E76-2819-4509-8510-6EE64BAA6899}" type="pres">
      <dgm:prSet presAssocID="{F1841AA8-2739-4439-AEBA-B0E8946071E9}" presName="spNode" presStyleCnt="0"/>
      <dgm:spPr/>
    </dgm:pt>
    <dgm:pt modelId="{C27819FD-A95F-438C-9FC8-9EF975412D11}" type="pres">
      <dgm:prSet presAssocID="{C498DC06-51FB-46AF-BCAF-756E72B04F94}" presName="sibTrans" presStyleLbl="sibTrans1D1" presStyleIdx="4" presStyleCnt="6"/>
      <dgm:spPr/>
      <dgm:t>
        <a:bodyPr/>
        <a:lstStyle/>
        <a:p>
          <a:endParaRPr lang="en-GB"/>
        </a:p>
      </dgm:t>
    </dgm:pt>
    <dgm:pt modelId="{51024184-D190-421E-B06B-5F04C919EC14}" type="pres">
      <dgm:prSet presAssocID="{1E98C9E2-36EE-4C15-90CF-87FAB175EBA7}" presName="node" presStyleLbl="node1" presStyleIdx="5" presStyleCnt="6">
        <dgm:presLayoutVars>
          <dgm:bulletEnabled val="1"/>
        </dgm:presLayoutVars>
      </dgm:prSet>
      <dgm:spPr/>
      <dgm:t>
        <a:bodyPr/>
        <a:lstStyle/>
        <a:p>
          <a:endParaRPr lang="en-GB"/>
        </a:p>
      </dgm:t>
    </dgm:pt>
    <dgm:pt modelId="{51AB7FC8-003F-4822-AC5E-441DDA1465C7}" type="pres">
      <dgm:prSet presAssocID="{1E98C9E2-36EE-4C15-90CF-87FAB175EBA7}" presName="spNode" presStyleCnt="0"/>
      <dgm:spPr/>
    </dgm:pt>
    <dgm:pt modelId="{CA3ED16E-2E81-4C91-84F8-CF5331B4C05C}" type="pres">
      <dgm:prSet presAssocID="{CA142BD3-71FB-483A-BCCD-56961A24FF88}" presName="sibTrans" presStyleLbl="sibTrans1D1" presStyleIdx="5" presStyleCnt="6"/>
      <dgm:spPr/>
      <dgm:t>
        <a:bodyPr/>
        <a:lstStyle/>
        <a:p>
          <a:endParaRPr lang="en-GB"/>
        </a:p>
      </dgm:t>
    </dgm:pt>
  </dgm:ptLst>
  <dgm:cxnLst>
    <dgm:cxn modelId="{63852F91-CDF7-4BB6-8685-2053AEB9241D}" type="presOf" srcId="{2EC8C1C1-ECDC-4D02-978F-10DB13345E36}" destId="{FFEAF6B0-5379-4D2C-9C2B-04E30292FC8D}" srcOrd="0" destOrd="0" presId="urn:microsoft.com/office/officeart/2005/8/layout/cycle6"/>
    <dgm:cxn modelId="{3EF9C499-09A7-40A2-B344-37FCFC1D26E4}" type="presOf" srcId="{F1841AA8-2739-4439-AEBA-B0E8946071E9}" destId="{FF696E88-F1B4-418A-8C23-599F197926FC}" srcOrd="0" destOrd="0" presId="urn:microsoft.com/office/officeart/2005/8/layout/cycle6"/>
    <dgm:cxn modelId="{3C624F8D-36AA-44F6-BD90-B74D5204CF5C}" srcId="{90B132CF-6D9F-4564-8703-C5506E13926F}" destId="{F1841AA8-2739-4439-AEBA-B0E8946071E9}" srcOrd="4" destOrd="0" parTransId="{D3E4E9C0-7428-42A2-B65F-A4F010285C12}" sibTransId="{C498DC06-51FB-46AF-BCAF-756E72B04F94}"/>
    <dgm:cxn modelId="{2896A25B-AB9C-4409-83C3-13DF4ECCE655}" type="presOf" srcId="{1E98C9E2-36EE-4C15-90CF-87FAB175EBA7}" destId="{51024184-D190-421E-B06B-5F04C919EC14}" srcOrd="0" destOrd="0" presId="urn:microsoft.com/office/officeart/2005/8/layout/cycle6"/>
    <dgm:cxn modelId="{72B7CE07-14EF-44D3-8139-291C7633AA37}" type="presOf" srcId="{C498DC06-51FB-46AF-BCAF-756E72B04F94}" destId="{C27819FD-A95F-438C-9FC8-9EF975412D11}" srcOrd="0" destOrd="0" presId="urn:microsoft.com/office/officeart/2005/8/layout/cycle6"/>
    <dgm:cxn modelId="{77AA37C9-B919-439B-A5ED-284F29875E40}" type="presOf" srcId="{377E14DF-AE63-43B2-BC1F-2762A9326714}" destId="{EEF577B0-BF1B-4E99-A46A-097D31338B25}" srcOrd="0" destOrd="0" presId="urn:microsoft.com/office/officeart/2005/8/layout/cycle6"/>
    <dgm:cxn modelId="{547FE1F5-D05F-4776-A8F7-1E64D2F643DB}" type="presOf" srcId="{E6F74323-F9E5-425D-AC07-E7D41774BCB8}" destId="{15C49F12-C505-40C6-B9F4-1FCCB2203DF7}" srcOrd="0" destOrd="0" presId="urn:microsoft.com/office/officeart/2005/8/layout/cycle6"/>
    <dgm:cxn modelId="{40A35C13-4B09-4607-AB1A-9D2B0911792D}" type="presOf" srcId="{90B132CF-6D9F-4564-8703-C5506E13926F}" destId="{E3618D46-C17B-4C35-B1A6-E2F3F2CB7997}" srcOrd="0" destOrd="0" presId="urn:microsoft.com/office/officeart/2005/8/layout/cycle6"/>
    <dgm:cxn modelId="{E1819428-FAF9-4FE8-A9DA-AF78F0B3F990}" srcId="{90B132CF-6D9F-4564-8703-C5506E13926F}" destId="{2EC8C1C1-ECDC-4D02-978F-10DB13345E36}" srcOrd="2" destOrd="0" parTransId="{7D812DFB-5D16-4C42-978D-AAD00A4EA4F4}" sibTransId="{E6F74323-F9E5-425D-AC07-E7D41774BCB8}"/>
    <dgm:cxn modelId="{B6139F63-8642-4654-AA7F-DEB69A6FD6E7}" type="presOf" srcId="{1C486D8B-4EC1-4288-8117-2272712F0E34}" destId="{567AA5A0-1732-4C99-9A8C-C642E2BB8C3F}" srcOrd="0" destOrd="0" presId="urn:microsoft.com/office/officeart/2005/8/layout/cycle6"/>
    <dgm:cxn modelId="{2F1E5F25-7064-4466-931E-61D6522AF2D3}" type="presOf" srcId="{CA142BD3-71FB-483A-BCCD-56961A24FF88}" destId="{CA3ED16E-2E81-4C91-84F8-CF5331B4C05C}" srcOrd="0" destOrd="0" presId="urn:microsoft.com/office/officeart/2005/8/layout/cycle6"/>
    <dgm:cxn modelId="{415C270D-9BBD-4371-B941-83230CC55699}" type="presOf" srcId="{68D65773-9567-489C-8496-20FD6EB023DA}" destId="{8A8E8891-100D-47D8-B653-B23A023387F8}" srcOrd="0" destOrd="0" presId="urn:microsoft.com/office/officeart/2005/8/layout/cycle6"/>
    <dgm:cxn modelId="{F1D0CCE3-081B-4B21-A121-A19CFF490391}" srcId="{90B132CF-6D9F-4564-8703-C5506E13926F}" destId="{F6B6422F-21A1-4543-8D0B-358ED5B19281}" srcOrd="1" destOrd="0" parTransId="{A4FC89C7-ED78-433E-ACFE-3A15FD1BAFA6}" sibTransId="{68D65773-9567-489C-8496-20FD6EB023DA}"/>
    <dgm:cxn modelId="{8E9EEEF1-7A38-4820-A0E9-8D98B5695EF4}" type="presOf" srcId="{F6B6422F-21A1-4543-8D0B-358ED5B19281}" destId="{D6A8E2AC-115F-493E-A090-C7B85EC67B38}" srcOrd="0" destOrd="0" presId="urn:microsoft.com/office/officeart/2005/8/layout/cycle6"/>
    <dgm:cxn modelId="{6D2A6F96-FA7F-4FE6-9F9D-8E97058F0CE8}" type="presOf" srcId="{572ADB68-C45F-4D58-9CE1-CD1CADBC25D1}" destId="{5D17457B-E1C5-40FA-A1EC-6756D666C637}" srcOrd="0" destOrd="0" presId="urn:microsoft.com/office/officeart/2005/8/layout/cycle6"/>
    <dgm:cxn modelId="{05EAA174-1F39-4BAD-AE43-E0696EF62C24}" srcId="{90B132CF-6D9F-4564-8703-C5506E13926F}" destId="{1C486D8B-4EC1-4288-8117-2272712F0E34}" srcOrd="3" destOrd="0" parTransId="{88D87D4E-54F0-4ED5-9E72-2879A971450F}" sibTransId="{572ADB68-C45F-4D58-9CE1-CD1CADBC25D1}"/>
    <dgm:cxn modelId="{BAFB094C-4FE5-4B5F-B152-3481447C2932}" srcId="{90B132CF-6D9F-4564-8703-C5506E13926F}" destId="{11F173E9-47DE-42F5-AC47-982351C700CE}" srcOrd="0" destOrd="0" parTransId="{6216F33E-961B-4167-9BBE-86D3CD8B0D58}" sibTransId="{377E14DF-AE63-43B2-BC1F-2762A9326714}"/>
    <dgm:cxn modelId="{D029CB58-F127-484E-8643-0F5E7898F6C2}" type="presOf" srcId="{11F173E9-47DE-42F5-AC47-982351C700CE}" destId="{E3668891-DCB4-4DDA-8D42-EA0702C282F4}" srcOrd="0" destOrd="0" presId="urn:microsoft.com/office/officeart/2005/8/layout/cycle6"/>
    <dgm:cxn modelId="{76E7BEA7-F070-46CC-B142-2BB63FCCAEA3}" srcId="{90B132CF-6D9F-4564-8703-C5506E13926F}" destId="{1E98C9E2-36EE-4C15-90CF-87FAB175EBA7}" srcOrd="5" destOrd="0" parTransId="{8031F48B-F6B1-44B4-BAB3-2B10E903E458}" sibTransId="{CA142BD3-71FB-483A-BCCD-56961A24FF88}"/>
    <dgm:cxn modelId="{31747804-224C-4857-8C75-C173CBB72947}" type="presParOf" srcId="{E3618D46-C17B-4C35-B1A6-E2F3F2CB7997}" destId="{E3668891-DCB4-4DDA-8D42-EA0702C282F4}" srcOrd="0" destOrd="0" presId="urn:microsoft.com/office/officeart/2005/8/layout/cycle6"/>
    <dgm:cxn modelId="{7F74F5CF-3235-4593-8941-F53577B0DD2B}" type="presParOf" srcId="{E3618D46-C17B-4C35-B1A6-E2F3F2CB7997}" destId="{15CE6906-1731-43D8-82CB-C29C3FF899ED}" srcOrd="1" destOrd="0" presId="urn:microsoft.com/office/officeart/2005/8/layout/cycle6"/>
    <dgm:cxn modelId="{894FB505-D412-42F6-8EBE-F755D44A98A6}" type="presParOf" srcId="{E3618D46-C17B-4C35-B1A6-E2F3F2CB7997}" destId="{EEF577B0-BF1B-4E99-A46A-097D31338B25}" srcOrd="2" destOrd="0" presId="urn:microsoft.com/office/officeart/2005/8/layout/cycle6"/>
    <dgm:cxn modelId="{80B37F25-AB4F-4D2D-A5A5-23FDFF477AB0}" type="presParOf" srcId="{E3618D46-C17B-4C35-B1A6-E2F3F2CB7997}" destId="{D6A8E2AC-115F-493E-A090-C7B85EC67B38}" srcOrd="3" destOrd="0" presId="urn:microsoft.com/office/officeart/2005/8/layout/cycle6"/>
    <dgm:cxn modelId="{0C8468BE-E6B0-46AE-8C6C-F9503AFE7F04}" type="presParOf" srcId="{E3618D46-C17B-4C35-B1A6-E2F3F2CB7997}" destId="{11F7898A-E949-457E-AC2D-BC05492026FE}" srcOrd="4" destOrd="0" presId="urn:microsoft.com/office/officeart/2005/8/layout/cycle6"/>
    <dgm:cxn modelId="{3A1CB038-4B5D-4260-8909-5249CC064154}" type="presParOf" srcId="{E3618D46-C17B-4C35-B1A6-E2F3F2CB7997}" destId="{8A8E8891-100D-47D8-B653-B23A023387F8}" srcOrd="5" destOrd="0" presId="urn:microsoft.com/office/officeart/2005/8/layout/cycle6"/>
    <dgm:cxn modelId="{64BE38EC-B2FA-4859-90CD-1AC4A9BB2F48}" type="presParOf" srcId="{E3618D46-C17B-4C35-B1A6-E2F3F2CB7997}" destId="{FFEAF6B0-5379-4D2C-9C2B-04E30292FC8D}" srcOrd="6" destOrd="0" presId="urn:microsoft.com/office/officeart/2005/8/layout/cycle6"/>
    <dgm:cxn modelId="{4F17D3B9-7FCE-49BC-997A-6FE093569EA8}" type="presParOf" srcId="{E3618D46-C17B-4C35-B1A6-E2F3F2CB7997}" destId="{46B6FF26-C557-49ED-981E-46AC042F616F}" srcOrd="7" destOrd="0" presId="urn:microsoft.com/office/officeart/2005/8/layout/cycle6"/>
    <dgm:cxn modelId="{BC29905D-CC2E-4102-8CD4-0DBF5DB8BB98}" type="presParOf" srcId="{E3618D46-C17B-4C35-B1A6-E2F3F2CB7997}" destId="{15C49F12-C505-40C6-B9F4-1FCCB2203DF7}" srcOrd="8" destOrd="0" presId="urn:microsoft.com/office/officeart/2005/8/layout/cycle6"/>
    <dgm:cxn modelId="{7D7CCBE2-0F44-4A95-9CD9-69FAADAB6A29}" type="presParOf" srcId="{E3618D46-C17B-4C35-B1A6-E2F3F2CB7997}" destId="{567AA5A0-1732-4C99-9A8C-C642E2BB8C3F}" srcOrd="9" destOrd="0" presId="urn:microsoft.com/office/officeart/2005/8/layout/cycle6"/>
    <dgm:cxn modelId="{1C712489-75B0-4BE1-9F19-46FAD95169FD}" type="presParOf" srcId="{E3618D46-C17B-4C35-B1A6-E2F3F2CB7997}" destId="{D7306261-344A-4681-80EF-8E3EF91A977F}" srcOrd="10" destOrd="0" presId="urn:microsoft.com/office/officeart/2005/8/layout/cycle6"/>
    <dgm:cxn modelId="{52629FD0-060C-4908-8D37-290B1A5AB5E8}" type="presParOf" srcId="{E3618D46-C17B-4C35-B1A6-E2F3F2CB7997}" destId="{5D17457B-E1C5-40FA-A1EC-6756D666C637}" srcOrd="11" destOrd="0" presId="urn:microsoft.com/office/officeart/2005/8/layout/cycle6"/>
    <dgm:cxn modelId="{C104B9F9-7E9B-489D-9851-8B71C8CC989B}" type="presParOf" srcId="{E3618D46-C17B-4C35-B1A6-E2F3F2CB7997}" destId="{FF696E88-F1B4-418A-8C23-599F197926FC}" srcOrd="12" destOrd="0" presId="urn:microsoft.com/office/officeart/2005/8/layout/cycle6"/>
    <dgm:cxn modelId="{997AC092-0A6C-4FC7-A2B2-B48DF3636CEF}" type="presParOf" srcId="{E3618D46-C17B-4C35-B1A6-E2F3F2CB7997}" destId="{B0652E76-2819-4509-8510-6EE64BAA6899}" srcOrd="13" destOrd="0" presId="urn:microsoft.com/office/officeart/2005/8/layout/cycle6"/>
    <dgm:cxn modelId="{7CF9C022-1FBC-4AE5-9E32-5A357DC61773}" type="presParOf" srcId="{E3618D46-C17B-4C35-B1A6-E2F3F2CB7997}" destId="{C27819FD-A95F-438C-9FC8-9EF975412D11}" srcOrd="14" destOrd="0" presId="urn:microsoft.com/office/officeart/2005/8/layout/cycle6"/>
    <dgm:cxn modelId="{1313FD15-1A68-409D-A553-C0697A333EFD}" type="presParOf" srcId="{E3618D46-C17B-4C35-B1A6-E2F3F2CB7997}" destId="{51024184-D190-421E-B06B-5F04C919EC14}" srcOrd="15" destOrd="0" presId="urn:microsoft.com/office/officeart/2005/8/layout/cycle6"/>
    <dgm:cxn modelId="{0B82594B-FA26-42E4-94F4-0BDB34ADF217}" type="presParOf" srcId="{E3618D46-C17B-4C35-B1A6-E2F3F2CB7997}" destId="{51AB7FC8-003F-4822-AC5E-441DDA1465C7}" srcOrd="16" destOrd="0" presId="urn:microsoft.com/office/officeart/2005/8/layout/cycle6"/>
    <dgm:cxn modelId="{34ADDFD3-2D7C-471A-878F-A5CA28A35F19}" type="presParOf" srcId="{E3618D46-C17B-4C35-B1A6-E2F3F2CB7997}" destId="{CA3ED16E-2E81-4C91-84F8-CF5331B4C05C}" srcOrd="17" destOrd="0" presId="urn:microsoft.com/office/officeart/2005/8/layout/cycle6"/>
  </dgm:cxnLst>
  <dgm:bg/>
  <dgm:whole/>
  <dgm:extLst>
    <a:ext uri="http://schemas.microsoft.com/office/drawing/2008/diagram">
      <dsp:dataModelExt xmlns:dsp="http://schemas.microsoft.com/office/drawing/2008/diagram" xmlns="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3422E5BE-243F-4E67-B5EF-CAAE2A55258B}" type="doc">
      <dgm:prSet loTypeId="urn:microsoft.com/office/officeart/2005/8/layout/hierarchy1" loCatId="hierarchy" qsTypeId="urn:microsoft.com/office/officeart/2005/8/quickstyle/simple1" qsCatId="simple" csTypeId="urn:microsoft.com/office/officeart/2005/8/colors/colorful3" csCatId="colorful" phldr="1"/>
      <dgm:spPr/>
      <dgm:t>
        <a:bodyPr/>
        <a:lstStyle/>
        <a:p>
          <a:endParaRPr lang="en-GB"/>
        </a:p>
      </dgm:t>
    </dgm:pt>
    <dgm:pt modelId="{112089D7-DB56-44BC-9769-1386B4FD8DD8}">
      <dgm:prSet phldrT="[Text]"/>
      <dgm:spPr/>
      <dgm:t>
        <a:bodyPr/>
        <a:lstStyle/>
        <a:p>
          <a:r>
            <a:rPr lang="en-GB" dirty="0" smtClean="0"/>
            <a:t>BPMN Plus</a:t>
          </a:r>
          <a:endParaRPr lang="en-GB" dirty="0"/>
        </a:p>
      </dgm:t>
    </dgm:pt>
    <dgm:pt modelId="{7FFA24F7-D3D7-4888-A6C8-7B320E8AFE28}" type="parTrans" cxnId="{1D9A8C34-BFDA-42E8-8377-8A748F064279}">
      <dgm:prSet/>
      <dgm:spPr/>
      <dgm:t>
        <a:bodyPr/>
        <a:lstStyle/>
        <a:p>
          <a:endParaRPr lang="en-GB"/>
        </a:p>
      </dgm:t>
    </dgm:pt>
    <dgm:pt modelId="{087D71E9-F27E-4166-BAC2-D72957F22156}" type="sibTrans" cxnId="{1D9A8C34-BFDA-42E8-8377-8A748F064279}">
      <dgm:prSet/>
      <dgm:spPr/>
      <dgm:t>
        <a:bodyPr/>
        <a:lstStyle/>
        <a:p>
          <a:endParaRPr lang="en-GB"/>
        </a:p>
      </dgm:t>
    </dgm:pt>
    <dgm:pt modelId="{2DF08807-9752-4554-9C7B-82D630B55A19}">
      <dgm:prSet phldrT="[Text]"/>
      <dgm:spPr/>
      <dgm:t>
        <a:bodyPr/>
        <a:lstStyle/>
        <a:p>
          <a:r>
            <a:rPr lang="en-GB" dirty="0" smtClean="0"/>
            <a:t>Process</a:t>
          </a:r>
          <a:endParaRPr lang="en-GB" dirty="0"/>
        </a:p>
      </dgm:t>
    </dgm:pt>
    <dgm:pt modelId="{60BA8DFA-FEE5-48B4-A53F-029D0609B0CD}" type="parTrans" cxnId="{97DE7FEC-2B6E-4211-AC10-8F275461FCE0}">
      <dgm:prSet/>
      <dgm:spPr/>
      <dgm:t>
        <a:bodyPr/>
        <a:lstStyle/>
        <a:p>
          <a:endParaRPr lang="en-GB"/>
        </a:p>
      </dgm:t>
    </dgm:pt>
    <dgm:pt modelId="{97A99BCF-D153-44BA-9041-CA37C8107756}" type="sibTrans" cxnId="{97DE7FEC-2B6E-4211-AC10-8F275461FCE0}">
      <dgm:prSet/>
      <dgm:spPr/>
      <dgm:t>
        <a:bodyPr/>
        <a:lstStyle/>
        <a:p>
          <a:endParaRPr lang="en-GB"/>
        </a:p>
      </dgm:t>
    </dgm:pt>
    <dgm:pt modelId="{5FDBDD60-7640-48EC-B68C-CE4840DB47FF}">
      <dgm:prSet phldrT="[Text]"/>
      <dgm:spPr/>
      <dgm:t>
        <a:bodyPr/>
        <a:lstStyle/>
        <a:p>
          <a:r>
            <a:rPr lang="en-GB" dirty="0" smtClean="0"/>
            <a:t>Activity</a:t>
          </a:r>
          <a:endParaRPr lang="en-GB" dirty="0"/>
        </a:p>
      </dgm:t>
    </dgm:pt>
    <dgm:pt modelId="{95BE5E79-368B-421E-B6A4-B44966A1B821}" type="parTrans" cxnId="{208A39F8-D02A-48E3-B697-1135D80124E5}">
      <dgm:prSet/>
      <dgm:spPr/>
      <dgm:t>
        <a:bodyPr/>
        <a:lstStyle/>
        <a:p>
          <a:endParaRPr lang="en-GB"/>
        </a:p>
      </dgm:t>
    </dgm:pt>
    <dgm:pt modelId="{F4A78AD6-7DF1-4391-A1E6-35335579DB51}" type="sibTrans" cxnId="{208A39F8-D02A-48E3-B697-1135D80124E5}">
      <dgm:prSet/>
      <dgm:spPr/>
      <dgm:t>
        <a:bodyPr/>
        <a:lstStyle/>
        <a:p>
          <a:endParaRPr lang="en-GB"/>
        </a:p>
      </dgm:t>
    </dgm:pt>
    <dgm:pt modelId="{05E85DF6-84EF-4DC1-9C0E-24B15A1F4050}">
      <dgm:prSet/>
      <dgm:spPr/>
      <dgm:t>
        <a:bodyPr/>
        <a:lstStyle/>
        <a:p>
          <a:r>
            <a:rPr lang="en-GB" dirty="0" smtClean="0"/>
            <a:t>Data</a:t>
          </a:r>
          <a:endParaRPr lang="en-GB" dirty="0"/>
        </a:p>
      </dgm:t>
    </dgm:pt>
    <dgm:pt modelId="{07BD20B2-5927-4CC2-B2C4-EDFB0FC32AB1}" type="parTrans" cxnId="{773D38B8-FA6E-4BFF-90D4-AC08A278D36E}">
      <dgm:prSet/>
      <dgm:spPr/>
      <dgm:t>
        <a:bodyPr/>
        <a:lstStyle/>
        <a:p>
          <a:endParaRPr lang="en-GB"/>
        </a:p>
      </dgm:t>
    </dgm:pt>
    <dgm:pt modelId="{55DAB10F-2E9C-48C0-B311-092E6B97F4D9}" type="sibTrans" cxnId="{773D38B8-FA6E-4BFF-90D4-AC08A278D36E}">
      <dgm:prSet/>
      <dgm:spPr/>
      <dgm:t>
        <a:bodyPr/>
        <a:lstStyle/>
        <a:p>
          <a:endParaRPr lang="en-GB"/>
        </a:p>
      </dgm:t>
    </dgm:pt>
    <dgm:pt modelId="{54932213-EAC8-4C7B-8F5A-20B5FBC1D941}">
      <dgm:prSet/>
      <dgm:spPr/>
      <dgm:t>
        <a:bodyPr/>
        <a:lstStyle/>
        <a:p>
          <a:r>
            <a:rPr lang="en-GB" dirty="0" smtClean="0"/>
            <a:t>Performer</a:t>
          </a:r>
          <a:endParaRPr lang="en-GB" dirty="0"/>
        </a:p>
      </dgm:t>
    </dgm:pt>
    <dgm:pt modelId="{1854CB00-7703-42BF-82BE-AD9229BEC4DB}" type="parTrans" cxnId="{22387A96-7925-4BEB-9058-BC4B05E0CED8}">
      <dgm:prSet/>
      <dgm:spPr/>
      <dgm:t>
        <a:bodyPr/>
        <a:lstStyle/>
        <a:p>
          <a:endParaRPr lang="en-GB"/>
        </a:p>
      </dgm:t>
    </dgm:pt>
    <dgm:pt modelId="{0EF9BA69-3D14-4C07-9EC4-EF17AF4CB8AA}" type="sibTrans" cxnId="{22387A96-7925-4BEB-9058-BC4B05E0CED8}">
      <dgm:prSet/>
      <dgm:spPr/>
      <dgm:t>
        <a:bodyPr/>
        <a:lstStyle/>
        <a:p>
          <a:endParaRPr lang="en-GB"/>
        </a:p>
      </dgm:t>
    </dgm:pt>
    <dgm:pt modelId="{540F6093-E2B1-4249-8072-8409C091A3ED}">
      <dgm:prSet/>
      <dgm:spPr/>
      <dgm:t>
        <a:bodyPr/>
        <a:lstStyle/>
        <a:p>
          <a:r>
            <a:rPr lang="en-GB" dirty="0" smtClean="0"/>
            <a:t>Goal</a:t>
          </a:r>
          <a:endParaRPr lang="en-GB" dirty="0"/>
        </a:p>
      </dgm:t>
    </dgm:pt>
    <dgm:pt modelId="{D13CE90B-C4F8-4028-B440-B8ABE71B85FC}" type="parTrans" cxnId="{40A8C383-E86D-426F-BCEF-F28D1FB007DC}">
      <dgm:prSet/>
      <dgm:spPr/>
      <dgm:t>
        <a:bodyPr/>
        <a:lstStyle/>
        <a:p>
          <a:endParaRPr lang="en-GB"/>
        </a:p>
      </dgm:t>
    </dgm:pt>
    <dgm:pt modelId="{EBB6C816-75BA-4032-A988-B826F38813AF}" type="sibTrans" cxnId="{40A8C383-E86D-426F-BCEF-F28D1FB007DC}">
      <dgm:prSet/>
      <dgm:spPr/>
      <dgm:t>
        <a:bodyPr/>
        <a:lstStyle/>
        <a:p>
          <a:endParaRPr lang="en-GB"/>
        </a:p>
      </dgm:t>
    </dgm:pt>
    <dgm:pt modelId="{1B9C1BC6-A27F-47BB-8DA2-9E9A5FF4D621}">
      <dgm:prSet/>
      <dgm:spPr/>
      <dgm:t>
        <a:bodyPr/>
        <a:lstStyle/>
        <a:p>
          <a:r>
            <a:rPr lang="en-GB" dirty="0" smtClean="0"/>
            <a:t>Event</a:t>
          </a:r>
          <a:endParaRPr lang="en-GB" dirty="0"/>
        </a:p>
      </dgm:t>
    </dgm:pt>
    <dgm:pt modelId="{ED3B6186-3D40-48EF-B292-99523FC3FD40}" type="parTrans" cxnId="{A057CB02-3ED1-4AAE-AB6C-9A45AF1A3065}">
      <dgm:prSet/>
      <dgm:spPr/>
      <dgm:t>
        <a:bodyPr/>
        <a:lstStyle/>
        <a:p>
          <a:endParaRPr lang="en-GB"/>
        </a:p>
      </dgm:t>
    </dgm:pt>
    <dgm:pt modelId="{26EEC2B1-4CDC-480A-A28F-25C48702A2E0}" type="sibTrans" cxnId="{A057CB02-3ED1-4AAE-AB6C-9A45AF1A3065}">
      <dgm:prSet/>
      <dgm:spPr/>
      <dgm:t>
        <a:bodyPr/>
        <a:lstStyle/>
        <a:p>
          <a:endParaRPr lang="en-GB"/>
        </a:p>
      </dgm:t>
    </dgm:pt>
    <dgm:pt modelId="{A324F441-9FB3-43B1-BD07-C38A72958AF1}">
      <dgm:prSet/>
      <dgm:spPr/>
      <dgm:t>
        <a:bodyPr/>
        <a:lstStyle/>
        <a:p>
          <a:r>
            <a:rPr lang="en-GB" dirty="0" smtClean="0"/>
            <a:t>Gateway</a:t>
          </a:r>
          <a:endParaRPr lang="en-GB" dirty="0"/>
        </a:p>
      </dgm:t>
    </dgm:pt>
    <dgm:pt modelId="{75F32545-EEB6-45A9-9CB8-660FAE687A6B}" type="parTrans" cxnId="{C83ECA5E-41FD-4C1D-8D33-C155B82B6214}">
      <dgm:prSet/>
      <dgm:spPr/>
      <dgm:t>
        <a:bodyPr/>
        <a:lstStyle/>
        <a:p>
          <a:endParaRPr lang="en-GB"/>
        </a:p>
      </dgm:t>
    </dgm:pt>
    <dgm:pt modelId="{F3132B0E-3158-49B4-82A6-54F4E803B671}" type="sibTrans" cxnId="{C83ECA5E-41FD-4C1D-8D33-C155B82B6214}">
      <dgm:prSet/>
      <dgm:spPr/>
      <dgm:t>
        <a:bodyPr/>
        <a:lstStyle/>
        <a:p>
          <a:endParaRPr lang="en-GB"/>
        </a:p>
      </dgm:t>
    </dgm:pt>
    <dgm:pt modelId="{E0C79B75-6F2A-427F-9973-B32F03D84D2F}" type="pres">
      <dgm:prSet presAssocID="{3422E5BE-243F-4E67-B5EF-CAAE2A55258B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  <dgm:t>
        <a:bodyPr/>
        <a:lstStyle/>
        <a:p>
          <a:endParaRPr lang="en-GB"/>
        </a:p>
      </dgm:t>
    </dgm:pt>
    <dgm:pt modelId="{7AA0E0BE-40B8-4955-B436-DC5C219F9F48}" type="pres">
      <dgm:prSet presAssocID="{112089D7-DB56-44BC-9769-1386B4FD8DD8}" presName="hierRoot1" presStyleCnt="0"/>
      <dgm:spPr/>
    </dgm:pt>
    <dgm:pt modelId="{C811776F-A264-4DBA-85FE-D79EC3B0C6AD}" type="pres">
      <dgm:prSet presAssocID="{112089D7-DB56-44BC-9769-1386B4FD8DD8}" presName="composite" presStyleCnt="0"/>
      <dgm:spPr/>
    </dgm:pt>
    <dgm:pt modelId="{79C7EE13-B1FF-4528-A70E-D56FA520B699}" type="pres">
      <dgm:prSet presAssocID="{112089D7-DB56-44BC-9769-1386B4FD8DD8}" presName="background" presStyleLbl="node0" presStyleIdx="0" presStyleCnt="1"/>
      <dgm:spPr/>
    </dgm:pt>
    <dgm:pt modelId="{D2AE8700-D3E8-44E0-BB62-9DE2CB473E4A}" type="pres">
      <dgm:prSet presAssocID="{112089D7-DB56-44BC-9769-1386B4FD8DD8}" presName="text" presStyleLbl="fgAcc0" presStyleIdx="0" presStyleCnt="1">
        <dgm:presLayoutVars>
          <dgm:chPref val="3"/>
        </dgm:presLayoutVars>
      </dgm:prSet>
      <dgm:spPr/>
      <dgm:t>
        <a:bodyPr/>
        <a:lstStyle/>
        <a:p>
          <a:endParaRPr lang="en-GB"/>
        </a:p>
      </dgm:t>
    </dgm:pt>
    <dgm:pt modelId="{9124FD63-A81C-4DC3-B1D5-E331F5FE3F8C}" type="pres">
      <dgm:prSet presAssocID="{112089D7-DB56-44BC-9769-1386B4FD8DD8}" presName="hierChild2" presStyleCnt="0"/>
      <dgm:spPr/>
    </dgm:pt>
    <dgm:pt modelId="{428A6ACB-E5E7-442F-8200-19708C8F65B6}" type="pres">
      <dgm:prSet presAssocID="{60BA8DFA-FEE5-48B4-A53F-029D0609B0CD}" presName="Name10" presStyleLbl="parChTrans1D2" presStyleIdx="0" presStyleCnt="7"/>
      <dgm:spPr/>
      <dgm:t>
        <a:bodyPr/>
        <a:lstStyle/>
        <a:p>
          <a:endParaRPr lang="en-GB"/>
        </a:p>
      </dgm:t>
    </dgm:pt>
    <dgm:pt modelId="{15720497-A8AC-45A6-A885-76D1D5B961B4}" type="pres">
      <dgm:prSet presAssocID="{2DF08807-9752-4554-9C7B-82D630B55A19}" presName="hierRoot2" presStyleCnt="0"/>
      <dgm:spPr/>
    </dgm:pt>
    <dgm:pt modelId="{2CBF7715-EA5D-40A2-8842-ABDC1D5BCAD3}" type="pres">
      <dgm:prSet presAssocID="{2DF08807-9752-4554-9C7B-82D630B55A19}" presName="composite2" presStyleCnt="0"/>
      <dgm:spPr/>
    </dgm:pt>
    <dgm:pt modelId="{6B2407FB-E314-49A4-B3D2-04A8D42F3540}" type="pres">
      <dgm:prSet presAssocID="{2DF08807-9752-4554-9C7B-82D630B55A19}" presName="background2" presStyleLbl="node2" presStyleIdx="0" presStyleCnt="7"/>
      <dgm:spPr/>
    </dgm:pt>
    <dgm:pt modelId="{23C94EED-A77F-4371-976F-B726170774FB}" type="pres">
      <dgm:prSet presAssocID="{2DF08807-9752-4554-9C7B-82D630B55A19}" presName="text2" presStyleLbl="fgAcc2" presStyleIdx="0" presStyleCnt="7">
        <dgm:presLayoutVars>
          <dgm:chPref val="3"/>
        </dgm:presLayoutVars>
      </dgm:prSet>
      <dgm:spPr/>
      <dgm:t>
        <a:bodyPr/>
        <a:lstStyle/>
        <a:p>
          <a:endParaRPr lang="en-GB"/>
        </a:p>
      </dgm:t>
    </dgm:pt>
    <dgm:pt modelId="{E660586D-1EC6-4579-BA6B-DD21B407B516}" type="pres">
      <dgm:prSet presAssocID="{2DF08807-9752-4554-9C7B-82D630B55A19}" presName="hierChild3" presStyleCnt="0"/>
      <dgm:spPr/>
    </dgm:pt>
    <dgm:pt modelId="{86F2D633-297E-4951-AA06-4E44F416ABDA}" type="pres">
      <dgm:prSet presAssocID="{D13CE90B-C4F8-4028-B440-B8ABE71B85FC}" presName="Name10" presStyleLbl="parChTrans1D2" presStyleIdx="1" presStyleCnt="7"/>
      <dgm:spPr/>
      <dgm:t>
        <a:bodyPr/>
        <a:lstStyle/>
        <a:p>
          <a:endParaRPr lang="en-GB"/>
        </a:p>
      </dgm:t>
    </dgm:pt>
    <dgm:pt modelId="{C350DA14-FB4D-4FC2-BD52-5D6B8A39E729}" type="pres">
      <dgm:prSet presAssocID="{540F6093-E2B1-4249-8072-8409C091A3ED}" presName="hierRoot2" presStyleCnt="0"/>
      <dgm:spPr/>
    </dgm:pt>
    <dgm:pt modelId="{9769DB49-F7DF-4C13-A316-6627FC058962}" type="pres">
      <dgm:prSet presAssocID="{540F6093-E2B1-4249-8072-8409C091A3ED}" presName="composite2" presStyleCnt="0"/>
      <dgm:spPr/>
    </dgm:pt>
    <dgm:pt modelId="{40A92E27-C758-4281-8E6D-1E3EC3382CD2}" type="pres">
      <dgm:prSet presAssocID="{540F6093-E2B1-4249-8072-8409C091A3ED}" presName="background2" presStyleLbl="node2" presStyleIdx="1" presStyleCnt="7"/>
      <dgm:spPr/>
    </dgm:pt>
    <dgm:pt modelId="{31A065AE-CC0C-4A23-A523-53E691EEFFAB}" type="pres">
      <dgm:prSet presAssocID="{540F6093-E2B1-4249-8072-8409C091A3ED}" presName="text2" presStyleLbl="fgAcc2" presStyleIdx="1" presStyleCnt="7" custLinFactX="22831" custLinFactNeighborX="100000" custLinFactNeighborY="-2530">
        <dgm:presLayoutVars>
          <dgm:chPref val="3"/>
        </dgm:presLayoutVars>
      </dgm:prSet>
      <dgm:spPr/>
      <dgm:t>
        <a:bodyPr/>
        <a:lstStyle/>
        <a:p>
          <a:endParaRPr lang="en-GB"/>
        </a:p>
      </dgm:t>
    </dgm:pt>
    <dgm:pt modelId="{CCE28BBB-DD72-4738-9B8E-8B124723AE03}" type="pres">
      <dgm:prSet presAssocID="{540F6093-E2B1-4249-8072-8409C091A3ED}" presName="hierChild3" presStyleCnt="0"/>
      <dgm:spPr/>
    </dgm:pt>
    <dgm:pt modelId="{8A3633AC-9F60-4D24-B7D7-A4F576164AE7}" type="pres">
      <dgm:prSet presAssocID="{95BE5E79-368B-421E-B6A4-B44966A1B821}" presName="Name10" presStyleLbl="parChTrans1D2" presStyleIdx="2" presStyleCnt="7"/>
      <dgm:spPr/>
      <dgm:t>
        <a:bodyPr/>
        <a:lstStyle/>
        <a:p>
          <a:endParaRPr lang="en-GB"/>
        </a:p>
      </dgm:t>
    </dgm:pt>
    <dgm:pt modelId="{D2440653-CFA4-4A34-8B3A-735F9AACD0A0}" type="pres">
      <dgm:prSet presAssocID="{5FDBDD60-7640-48EC-B68C-CE4840DB47FF}" presName="hierRoot2" presStyleCnt="0"/>
      <dgm:spPr/>
    </dgm:pt>
    <dgm:pt modelId="{5612E31E-7A9B-4D6D-A582-F45231322356}" type="pres">
      <dgm:prSet presAssocID="{5FDBDD60-7640-48EC-B68C-CE4840DB47FF}" presName="composite2" presStyleCnt="0"/>
      <dgm:spPr/>
    </dgm:pt>
    <dgm:pt modelId="{3A14B81D-6501-4A9C-93E8-C0D8D63BD171}" type="pres">
      <dgm:prSet presAssocID="{5FDBDD60-7640-48EC-B68C-CE4840DB47FF}" presName="background2" presStyleLbl="node2" presStyleIdx="2" presStyleCnt="7"/>
      <dgm:spPr/>
    </dgm:pt>
    <dgm:pt modelId="{B78C52AA-2AA8-4804-A77E-DB1AB1A47534}" type="pres">
      <dgm:prSet presAssocID="{5FDBDD60-7640-48EC-B68C-CE4840DB47FF}" presName="text2" presStyleLbl="fgAcc2" presStyleIdx="2" presStyleCnt="7" custLinFactX="-24175" custLinFactNeighborX="-100000" custLinFactNeighborY="-2530">
        <dgm:presLayoutVars>
          <dgm:chPref val="3"/>
        </dgm:presLayoutVars>
      </dgm:prSet>
      <dgm:spPr/>
      <dgm:t>
        <a:bodyPr/>
        <a:lstStyle/>
        <a:p>
          <a:endParaRPr lang="en-GB"/>
        </a:p>
      </dgm:t>
    </dgm:pt>
    <dgm:pt modelId="{CCC55B47-6F2A-43D8-8D89-49C353D0AD52}" type="pres">
      <dgm:prSet presAssocID="{5FDBDD60-7640-48EC-B68C-CE4840DB47FF}" presName="hierChild3" presStyleCnt="0"/>
      <dgm:spPr/>
    </dgm:pt>
    <dgm:pt modelId="{8BD446B4-F119-45FB-A8E7-0421E68F445C}" type="pres">
      <dgm:prSet presAssocID="{07BD20B2-5927-4CC2-B2C4-EDFB0FC32AB1}" presName="Name10" presStyleLbl="parChTrans1D2" presStyleIdx="3" presStyleCnt="7"/>
      <dgm:spPr/>
      <dgm:t>
        <a:bodyPr/>
        <a:lstStyle/>
        <a:p>
          <a:endParaRPr lang="en-GB"/>
        </a:p>
      </dgm:t>
    </dgm:pt>
    <dgm:pt modelId="{C41DA4D6-6BDE-4E42-9571-434A34775D25}" type="pres">
      <dgm:prSet presAssocID="{05E85DF6-84EF-4DC1-9C0E-24B15A1F4050}" presName="hierRoot2" presStyleCnt="0"/>
      <dgm:spPr/>
    </dgm:pt>
    <dgm:pt modelId="{6CB68947-2035-4C23-A232-01298BF2BA8A}" type="pres">
      <dgm:prSet presAssocID="{05E85DF6-84EF-4DC1-9C0E-24B15A1F4050}" presName="composite2" presStyleCnt="0"/>
      <dgm:spPr/>
    </dgm:pt>
    <dgm:pt modelId="{662C3179-156C-489E-9269-4021721C5BBC}" type="pres">
      <dgm:prSet presAssocID="{05E85DF6-84EF-4DC1-9C0E-24B15A1F4050}" presName="background2" presStyleLbl="node2" presStyleIdx="3" presStyleCnt="7"/>
      <dgm:spPr/>
    </dgm:pt>
    <dgm:pt modelId="{11A66BEE-7F4C-48E7-831F-7C888B7CC9C0}" type="pres">
      <dgm:prSet presAssocID="{05E85DF6-84EF-4DC1-9C0E-24B15A1F4050}" presName="text2" presStyleLbl="fgAcc2" presStyleIdx="3" presStyleCnt="7">
        <dgm:presLayoutVars>
          <dgm:chPref val="3"/>
        </dgm:presLayoutVars>
      </dgm:prSet>
      <dgm:spPr/>
      <dgm:t>
        <a:bodyPr/>
        <a:lstStyle/>
        <a:p>
          <a:endParaRPr lang="en-GB"/>
        </a:p>
      </dgm:t>
    </dgm:pt>
    <dgm:pt modelId="{103E67B3-D805-48C8-BBDD-C72E65F88DB6}" type="pres">
      <dgm:prSet presAssocID="{05E85DF6-84EF-4DC1-9C0E-24B15A1F4050}" presName="hierChild3" presStyleCnt="0"/>
      <dgm:spPr/>
    </dgm:pt>
    <dgm:pt modelId="{998B4BCF-9FBD-4FCE-BB21-5A3D17E90903}" type="pres">
      <dgm:prSet presAssocID="{1854CB00-7703-42BF-82BE-AD9229BEC4DB}" presName="Name10" presStyleLbl="parChTrans1D2" presStyleIdx="4" presStyleCnt="7"/>
      <dgm:spPr/>
      <dgm:t>
        <a:bodyPr/>
        <a:lstStyle/>
        <a:p>
          <a:endParaRPr lang="en-GB"/>
        </a:p>
      </dgm:t>
    </dgm:pt>
    <dgm:pt modelId="{7B4F0A4F-DFE4-4860-B429-B7335CA4D660}" type="pres">
      <dgm:prSet presAssocID="{54932213-EAC8-4C7B-8F5A-20B5FBC1D941}" presName="hierRoot2" presStyleCnt="0"/>
      <dgm:spPr/>
    </dgm:pt>
    <dgm:pt modelId="{BEF7A9CF-BC03-44AC-A70F-DA3ABC6A6361}" type="pres">
      <dgm:prSet presAssocID="{54932213-EAC8-4C7B-8F5A-20B5FBC1D941}" presName="composite2" presStyleCnt="0"/>
      <dgm:spPr/>
    </dgm:pt>
    <dgm:pt modelId="{54F0EE37-CCF6-4BB1-BA61-F96149AC3718}" type="pres">
      <dgm:prSet presAssocID="{54932213-EAC8-4C7B-8F5A-20B5FBC1D941}" presName="background2" presStyleLbl="node2" presStyleIdx="4" presStyleCnt="7"/>
      <dgm:spPr/>
    </dgm:pt>
    <dgm:pt modelId="{731A3CB4-A070-4FAC-BD0B-868C2474FF9D}" type="pres">
      <dgm:prSet presAssocID="{54932213-EAC8-4C7B-8F5A-20B5FBC1D941}" presName="text2" presStyleLbl="fgAcc2" presStyleIdx="4" presStyleCnt="7">
        <dgm:presLayoutVars>
          <dgm:chPref val="3"/>
        </dgm:presLayoutVars>
      </dgm:prSet>
      <dgm:spPr/>
      <dgm:t>
        <a:bodyPr/>
        <a:lstStyle/>
        <a:p>
          <a:endParaRPr lang="en-GB"/>
        </a:p>
      </dgm:t>
    </dgm:pt>
    <dgm:pt modelId="{04883043-1DD8-4A05-98FB-B40D2BEF7E3C}" type="pres">
      <dgm:prSet presAssocID="{54932213-EAC8-4C7B-8F5A-20B5FBC1D941}" presName="hierChild3" presStyleCnt="0"/>
      <dgm:spPr/>
    </dgm:pt>
    <dgm:pt modelId="{144EBCE9-6A7A-4BC8-B9D3-16780A79B60C}" type="pres">
      <dgm:prSet presAssocID="{ED3B6186-3D40-48EF-B292-99523FC3FD40}" presName="Name10" presStyleLbl="parChTrans1D2" presStyleIdx="5" presStyleCnt="7"/>
      <dgm:spPr/>
      <dgm:t>
        <a:bodyPr/>
        <a:lstStyle/>
        <a:p>
          <a:endParaRPr lang="en-GB"/>
        </a:p>
      </dgm:t>
    </dgm:pt>
    <dgm:pt modelId="{3DC0325E-05B6-44FC-8DC4-B779F101907D}" type="pres">
      <dgm:prSet presAssocID="{1B9C1BC6-A27F-47BB-8DA2-9E9A5FF4D621}" presName="hierRoot2" presStyleCnt="0"/>
      <dgm:spPr/>
    </dgm:pt>
    <dgm:pt modelId="{1F5CD7A8-DB98-489E-89CB-124642C16D2A}" type="pres">
      <dgm:prSet presAssocID="{1B9C1BC6-A27F-47BB-8DA2-9E9A5FF4D621}" presName="composite2" presStyleCnt="0"/>
      <dgm:spPr/>
    </dgm:pt>
    <dgm:pt modelId="{67F8B690-7029-4557-BD20-C260F8DB4724}" type="pres">
      <dgm:prSet presAssocID="{1B9C1BC6-A27F-47BB-8DA2-9E9A5FF4D621}" presName="background2" presStyleLbl="node2" presStyleIdx="5" presStyleCnt="7"/>
      <dgm:spPr/>
    </dgm:pt>
    <dgm:pt modelId="{FD13C481-FE39-4686-A3AA-FA31766A43D3}" type="pres">
      <dgm:prSet presAssocID="{1B9C1BC6-A27F-47BB-8DA2-9E9A5FF4D621}" presName="text2" presStyleLbl="fgAcc2" presStyleIdx="5" presStyleCnt="7">
        <dgm:presLayoutVars>
          <dgm:chPref val="3"/>
        </dgm:presLayoutVars>
      </dgm:prSet>
      <dgm:spPr/>
      <dgm:t>
        <a:bodyPr/>
        <a:lstStyle/>
        <a:p>
          <a:endParaRPr lang="en-GB"/>
        </a:p>
      </dgm:t>
    </dgm:pt>
    <dgm:pt modelId="{77A7C66B-620C-44D3-AAF0-56364FDB62A8}" type="pres">
      <dgm:prSet presAssocID="{1B9C1BC6-A27F-47BB-8DA2-9E9A5FF4D621}" presName="hierChild3" presStyleCnt="0"/>
      <dgm:spPr/>
    </dgm:pt>
    <dgm:pt modelId="{0B4BAC74-B45F-40F8-A1EB-1842197B04A5}" type="pres">
      <dgm:prSet presAssocID="{75F32545-EEB6-45A9-9CB8-660FAE687A6B}" presName="Name10" presStyleLbl="parChTrans1D2" presStyleIdx="6" presStyleCnt="7"/>
      <dgm:spPr/>
      <dgm:t>
        <a:bodyPr/>
        <a:lstStyle/>
        <a:p>
          <a:endParaRPr lang="en-GB"/>
        </a:p>
      </dgm:t>
    </dgm:pt>
    <dgm:pt modelId="{5A7B7DA6-29A2-4765-9970-15259FA7AB15}" type="pres">
      <dgm:prSet presAssocID="{A324F441-9FB3-43B1-BD07-C38A72958AF1}" presName="hierRoot2" presStyleCnt="0"/>
      <dgm:spPr/>
    </dgm:pt>
    <dgm:pt modelId="{F70DEC8A-9889-4791-A860-B3565DFF0993}" type="pres">
      <dgm:prSet presAssocID="{A324F441-9FB3-43B1-BD07-C38A72958AF1}" presName="composite2" presStyleCnt="0"/>
      <dgm:spPr/>
    </dgm:pt>
    <dgm:pt modelId="{66C38677-3CFA-40E6-B6F4-0879C0578B84}" type="pres">
      <dgm:prSet presAssocID="{A324F441-9FB3-43B1-BD07-C38A72958AF1}" presName="background2" presStyleLbl="node2" presStyleIdx="6" presStyleCnt="7"/>
      <dgm:spPr/>
    </dgm:pt>
    <dgm:pt modelId="{1F4ACE5B-B2D7-482A-8E23-DD5FB82F8B10}" type="pres">
      <dgm:prSet presAssocID="{A324F441-9FB3-43B1-BD07-C38A72958AF1}" presName="text2" presStyleLbl="fgAcc2" presStyleIdx="6" presStyleCnt="7">
        <dgm:presLayoutVars>
          <dgm:chPref val="3"/>
        </dgm:presLayoutVars>
      </dgm:prSet>
      <dgm:spPr/>
      <dgm:t>
        <a:bodyPr/>
        <a:lstStyle/>
        <a:p>
          <a:endParaRPr lang="en-GB"/>
        </a:p>
      </dgm:t>
    </dgm:pt>
    <dgm:pt modelId="{57D5E4B8-A717-4DAF-B2FC-1801E3277267}" type="pres">
      <dgm:prSet presAssocID="{A324F441-9FB3-43B1-BD07-C38A72958AF1}" presName="hierChild3" presStyleCnt="0"/>
      <dgm:spPr/>
    </dgm:pt>
  </dgm:ptLst>
  <dgm:cxnLst>
    <dgm:cxn modelId="{A36975E9-81AF-44C6-B8AF-342B09A17DE4}" type="presOf" srcId="{3422E5BE-243F-4E67-B5EF-CAAE2A55258B}" destId="{E0C79B75-6F2A-427F-9973-B32F03D84D2F}" srcOrd="0" destOrd="0" presId="urn:microsoft.com/office/officeart/2005/8/layout/hierarchy1"/>
    <dgm:cxn modelId="{A057CB02-3ED1-4AAE-AB6C-9A45AF1A3065}" srcId="{112089D7-DB56-44BC-9769-1386B4FD8DD8}" destId="{1B9C1BC6-A27F-47BB-8DA2-9E9A5FF4D621}" srcOrd="5" destOrd="0" parTransId="{ED3B6186-3D40-48EF-B292-99523FC3FD40}" sibTransId="{26EEC2B1-4CDC-480A-A28F-25C48702A2E0}"/>
    <dgm:cxn modelId="{71BB9FB9-C2B1-4B60-AE38-8D6A47200340}" type="presOf" srcId="{ED3B6186-3D40-48EF-B292-99523FC3FD40}" destId="{144EBCE9-6A7A-4BC8-B9D3-16780A79B60C}" srcOrd="0" destOrd="0" presId="urn:microsoft.com/office/officeart/2005/8/layout/hierarchy1"/>
    <dgm:cxn modelId="{22387A96-7925-4BEB-9058-BC4B05E0CED8}" srcId="{112089D7-DB56-44BC-9769-1386B4FD8DD8}" destId="{54932213-EAC8-4C7B-8F5A-20B5FBC1D941}" srcOrd="4" destOrd="0" parTransId="{1854CB00-7703-42BF-82BE-AD9229BEC4DB}" sibTransId="{0EF9BA69-3D14-4C07-9EC4-EF17AF4CB8AA}"/>
    <dgm:cxn modelId="{97DE7FEC-2B6E-4211-AC10-8F275461FCE0}" srcId="{112089D7-DB56-44BC-9769-1386B4FD8DD8}" destId="{2DF08807-9752-4554-9C7B-82D630B55A19}" srcOrd="0" destOrd="0" parTransId="{60BA8DFA-FEE5-48B4-A53F-029D0609B0CD}" sibTransId="{97A99BCF-D153-44BA-9041-CA37C8107756}"/>
    <dgm:cxn modelId="{A810A111-22B2-45D5-8964-EF4536BDE8C6}" type="presOf" srcId="{95BE5E79-368B-421E-B6A4-B44966A1B821}" destId="{8A3633AC-9F60-4D24-B7D7-A4F576164AE7}" srcOrd="0" destOrd="0" presId="urn:microsoft.com/office/officeart/2005/8/layout/hierarchy1"/>
    <dgm:cxn modelId="{75DE5F40-6E3B-4F08-8231-9E246A5311FE}" type="presOf" srcId="{A324F441-9FB3-43B1-BD07-C38A72958AF1}" destId="{1F4ACE5B-B2D7-482A-8E23-DD5FB82F8B10}" srcOrd="0" destOrd="0" presId="urn:microsoft.com/office/officeart/2005/8/layout/hierarchy1"/>
    <dgm:cxn modelId="{BB2CE346-107B-46E1-9C85-F12BB710E1A1}" type="presOf" srcId="{2DF08807-9752-4554-9C7B-82D630B55A19}" destId="{23C94EED-A77F-4371-976F-B726170774FB}" srcOrd="0" destOrd="0" presId="urn:microsoft.com/office/officeart/2005/8/layout/hierarchy1"/>
    <dgm:cxn modelId="{773D38B8-FA6E-4BFF-90D4-AC08A278D36E}" srcId="{112089D7-DB56-44BC-9769-1386B4FD8DD8}" destId="{05E85DF6-84EF-4DC1-9C0E-24B15A1F4050}" srcOrd="3" destOrd="0" parTransId="{07BD20B2-5927-4CC2-B2C4-EDFB0FC32AB1}" sibTransId="{55DAB10F-2E9C-48C0-B311-092E6B97F4D9}"/>
    <dgm:cxn modelId="{B38175CC-D718-4932-A556-E4B276272EBA}" type="presOf" srcId="{07BD20B2-5927-4CC2-B2C4-EDFB0FC32AB1}" destId="{8BD446B4-F119-45FB-A8E7-0421E68F445C}" srcOrd="0" destOrd="0" presId="urn:microsoft.com/office/officeart/2005/8/layout/hierarchy1"/>
    <dgm:cxn modelId="{B41300CC-1BD5-486C-BA0A-D42903F1C950}" type="presOf" srcId="{54932213-EAC8-4C7B-8F5A-20B5FBC1D941}" destId="{731A3CB4-A070-4FAC-BD0B-868C2474FF9D}" srcOrd="0" destOrd="0" presId="urn:microsoft.com/office/officeart/2005/8/layout/hierarchy1"/>
    <dgm:cxn modelId="{FDAB6A78-A3D3-4911-A5DB-8E985650E56A}" type="presOf" srcId="{5FDBDD60-7640-48EC-B68C-CE4840DB47FF}" destId="{B78C52AA-2AA8-4804-A77E-DB1AB1A47534}" srcOrd="0" destOrd="0" presId="urn:microsoft.com/office/officeart/2005/8/layout/hierarchy1"/>
    <dgm:cxn modelId="{1D2E6FE1-EB9E-4B75-AC2A-49304EB9AC5A}" type="presOf" srcId="{1854CB00-7703-42BF-82BE-AD9229BEC4DB}" destId="{998B4BCF-9FBD-4FCE-BB21-5A3D17E90903}" srcOrd="0" destOrd="0" presId="urn:microsoft.com/office/officeart/2005/8/layout/hierarchy1"/>
    <dgm:cxn modelId="{C83ECA5E-41FD-4C1D-8D33-C155B82B6214}" srcId="{112089D7-DB56-44BC-9769-1386B4FD8DD8}" destId="{A324F441-9FB3-43B1-BD07-C38A72958AF1}" srcOrd="6" destOrd="0" parTransId="{75F32545-EEB6-45A9-9CB8-660FAE687A6B}" sibTransId="{F3132B0E-3158-49B4-82A6-54F4E803B671}"/>
    <dgm:cxn modelId="{C86D823C-2D53-42C4-819C-B9A76C375B62}" type="presOf" srcId="{540F6093-E2B1-4249-8072-8409C091A3ED}" destId="{31A065AE-CC0C-4A23-A523-53E691EEFFAB}" srcOrd="0" destOrd="0" presId="urn:microsoft.com/office/officeart/2005/8/layout/hierarchy1"/>
    <dgm:cxn modelId="{2EA62393-2EAD-44C1-BFBB-DADD18AB3E0A}" type="presOf" srcId="{05E85DF6-84EF-4DC1-9C0E-24B15A1F4050}" destId="{11A66BEE-7F4C-48E7-831F-7C888B7CC9C0}" srcOrd="0" destOrd="0" presId="urn:microsoft.com/office/officeart/2005/8/layout/hierarchy1"/>
    <dgm:cxn modelId="{1333BC41-9C78-4D27-840B-43C1F6538DBF}" type="presOf" srcId="{60BA8DFA-FEE5-48B4-A53F-029D0609B0CD}" destId="{428A6ACB-E5E7-442F-8200-19708C8F65B6}" srcOrd="0" destOrd="0" presId="urn:microsoft.com/office/officeart/2005/8/layout/hierarchy1"/>
    <dgm:cxn modelId="{208A39F8-D02A-48E3-B697-1135D80124E5}" srcId="{112089D7-DB56-44BC-9769-1386B4FD8DD8}" destId="{5FDBDD60-7640-48EC-B68C-CE4840DB47FF}" srcOrd="2" destOrd="0" parTransId="{95BE5E79-368B-421E-B6A4-B44966A1B821}" sibTransId="{F4A78AD6-7DF1-4391-A1E6-35335579DB51}"/>
    <dgm:cxn modelId="{2B96F7CC-9B4C-4C46-AED6-9D6B9196336E}" type="presOf" srcId="{75F32545-EEB6-45A9-9CB8-660FAE687A6B}" destId="{0B4BAC74-B45F-40F8-A1EB-1842197B04A5}" srcOrd="0" destOrd="0" presId="urn:microsoft.com/office/officeart/2005/8/layout/hierarchy1"/>
    <dgm:cxn modelId="{A725DE51-A8CF-485A-9E34-3A2F6DD78CF7}" type="presOf" srcId="{D13CE90B-C4F8-4028-B440-B8ABE71B85FC}" destId="{86F2D633-297E-4951-AA06-4E44F416ABDA}" srcOrd="0" destOrd="0" presId="urn:microsoft.com/office/officeart/2005/8/layout/hierarchy1"/>
    <dgm:cxn modelId="{40A8C383-E86D-426F-BCEF-F28D1FB007DC}" srcId="{112089D7-DB56-44BC-9769-1386B4FD8DD8}" destId="{540F6093-E2B1-4249-8072-8409C091A3ED}" srcOrd="1" destOrd="0" parTransId="{D13CE90B-C4F8-4028-B440-B8ABE71B85FC}" sibTransId="{EBB6C816-75BA-4032-A988-B826F38813AF}"/>
    <dgm:cxn modelId="{1D9A8C34-BFDA-42E8-8377-8A748F064279}" srcId="{3422E5BE-243F-4E67-B5EF-CAAE2A55258B}" destId="{112089D7-DB56-44BC-9769-1386B4FD8DD8}" srcOrd="0" destOrd="0" parTransId="{7FFA24F7-D3D7-4888-A6C8-7B320E8AFE28}" sibTransId="{087D71E9-F27E-4166-BAC2-D72957F22156}"/>
    <dgm:cxn modelId="{CF9D47F4-9257-45FC-A0B5-2BE0367A0327}" type="presOf" srcId="{112089D7-DB56-44BC-9769-1386B4FD8DD8}" destId="{D2AE8700-D3E8-44E0-BB62-9DE2CB473E4A}" srcOrd="0" destOrd="0" presId="urn:microsoft.com/office/officeart/2005/8/layout/hierarchy1"/>
    <dgm:cxn modelId="{BC199386-0AF4-43C2-AE3D-44DB1E7F2C94}" type="presOf" srcId="{1B9C1BC6-A27F-47BB-8DA2-9E9A5FF4D621}" destId="{FD13C481-FE39-4686-A3AA-FA31766A43D3}" srcOrd="0" destOrd="0" presId="urn:microsoft.com/office/officeart/2005/8/layout/hierarchy1"/>
    <dgm:cxn modelId="{6EC98252-B442-4842-B323-B32E5A128B87}" type="presParOf" srcId="{E0C79B75-6F2A-427F-9973-B32F03D84D2F}" destId="{7AA0E0BE-40B8-4955-B436-DC5C219F9F48}" srcOrd="0" destOrd="0" presId="urn:microsoft.com/office/officeart/2005/8/layout/hierarchy1"/>
    <dgm:cxn modelId="{D80F1D30-D3F1-45F0-8307-3603A4F2C9A2}" type="presParOf" srcId="{7AA0E0BE-40B8-4955-B436-DC5C219F9F48}" destId="{C811776F-A264-4DBA-85FE-D79EC3B0C6AD}" srcOrd="0" destOrd="0" presId="urn:microsoft.com/office/officeart/2005/8/layout/hierarchy1"/>
    <dgm:cxn modelId="{44D30852-C8BA-476E-AD85-FC34706EDB1F}" type="presParOf" srcId="{C811776F-A264-4DBA-85FE-D79EC3B0C6AD}" destId="{79C7EE13-B1FF-4528-A70E-D56FA520B699}" srcOrd="0" destOrd="0" presId="urn:microsoft.com/office/officeart/2005/8/layout/hierarchy1"/>
    <dgm:cxn modelId="{0C67772F-D35E-475C-8771-38DD343C39AE}" type="presParOf" srcId="{C811776F-A264-4DBA-85FE-D79EC3B0C6AD}" destId="{D2AE8700-D3E8-44E0-BB62-9DE2CB473E4A}" srcOrd="1" destOrd="0" presId="urn:microsoft.com/office/officeart/2005/8/layout/hierarchy1"/>
    <dgm:cxn modelId="{B6867919-20FB-439C-960B-B33AFE1BCEA6}" type="presParOf" srcId="{7AA0E0BE-40B8-4955-B436-DC5C219F9F48}" destId="{9124FD63-A81C-4DC3-B1D5-E331F5FE3F8C}" srcOrd="1" destOrd="0" presId="urn:microsoft.com/office/officeart/2005/8/layout/hierarchy1"/>
    <dgm:cxn modelId="{5E5B750F-4404-4ED0-8432-354C364B54E4}" type="presParOf" srcId="{9124FD63-A81C-4DC3-B1D5-E331F5FE3F8C}" destId="{428A6ACB-E5E7-442F-8200-19708C8F65B6}" srcOrd="0" destOrd="0" presId="urn:microsoft.com/office/officeart/2005/8/layout/hierarchy1"/>
    <dgm:cxn modelId="{D3891FD3-96AE-4BAC-B4F4-77254637AE83}" type="presParOf" srcId="{9124FD63-A81C-4DC3-B1D5-E331F5FE3F8C}" destId="{15720497-A8AC-45A6-A885-76D1D5B961B4}" srcOrd="1" destOrd="0" presId="urn:microsoft.com/office/officeart/2005/8/layout/hierarchy1"/>
    <dgm:cxn modelId="{83C12D5A-CDE4-4170-B00E-571450BF5D0D}" type="presParOf" srcId="{15720497-A8AC-45A6-A885-76D1D5B961B4}" destId="{2CBF7715-EA5D-40A2-8842-ABDC1D5BCAD3}" srcOrd="0" destOrd="0" presId="urn:microsoft.com/office/officeart/2005/8/layout/hierarchy1"/>
    <dgm:cxn modelId="{2F03C8D1-EE98-42E3-878F-761E0C81D76F}" type="presParOf" srcId="{2CBF7715-EA5D-40A2-8842-ABDC1D5BCAD3}" destId="{6B2407FB-E314-49A4-B3D2-04A8D42F3540}" srcOrd="0" destOrd="0" presId="urn:microsoft.com/office/officeart/2005/8/layout/hierarchy1"/>
    <dgm:cxn modelId="{2A8CE7B3-6A36-4A61-B476-9D2A2BEF2EBA}" type="presParOf" srcId="{2CBF7715-EA5D-40A2-8842-ABDC1D5BCAD3}" destId="{23C94EED-A77F-4371-976F-B726170774FB}" srcOrd="1" destOrd="0" presId="urn:microsoft.com/office/officeart/2005/8/layout/hierarchy1"/>
    <dgm:cxn modelId="{20D29491-0DC6-4503-A8A1-31D78133E2BA}" type="presParOf" srcId="{15720497-A8AC-45A6-A885-76D1D5B961B4}" destId="{E660586D-1EC6-4579-BA6B-DD21B407B516}" srcOrd="1" destOrd="0" presId="urn:microsoft.com/office/officeart/2005/8/layout/hierarchy1"/>
    <dgm:cxn modelId="{0EEF07E7-6803-4AA5-A066-EDC058F0A906}" type="presParOf" srcId="{9124FD63-A81C-4DC3-B1D5-E331F5FE3F8C}" destId="{86F2D633-297E-4951-AA06-4E44F416ABDA}" srcOrd="2" destOrd="0" presId="urn:microsoft.com/office/officeart/2005/8/layout/hierarchy1"/>
    <dgm:cxn modelId="{F155193D-2D69-4630-AB15-1307D7B58048}" type="presParOf" srcId="{9124FD63-A81C-4DC3-B1D5-E331F5FE3F8C}" destId="{C350DA14-FB4D-4FC2-BD52-5D6B8A39E729}" srcOrd="3" destOrd="0" presId="urn:microsoft.com/office/officeart/2005/8/layout/hierarchy1"/>
    <dgm:cxn modelId="{896B33D3-54E5-4116-9998-DD38770E617F}" type="presParOf" srcId="{C350DA14-FB4D-4FC2-BD52-5D6B8A39E729}" destId="{9769DB49-F7DF-4C13-A316-6627FC058962}" srcOrd="0" destOrd="0" presId="urn:microsoft.com/office/officeart/2005/8/layout/hierarchy1"/>
    <dgm:cxn modelId="{92089A72-1440-4CD7-B8F7-D60583CE48A4}" type="presParOf" srcId="{9769DB49-F7DF-4C13-A316-6627FC058962}" destId="{40A92E27-C758-4281-8E6D-1E3EC3382CD2}" srcOrd="0" destOrd="0" presId="urn:microsoft.com/office/officeart/2005/8/layout/hierarchy1"/>
    <dgm:cxn modelId="{AE090421-80C7-4C08-84EA-7101B735F742}" type="presParOf" srcId="{9769DB49-F7DF-4C13-A316-6627FC058962}" destId="{31A065AE-CC0C-4A23-A523-53E691EEFFAB}" srcOrd="1" destOrd="0" presId="urn:microsoft.com/office/officeart/2005/8/layout/hierarchy1"/>
    <dgm:cxn modelId="{1694F3A0-EF86-4BD2-8FFB-20801F11B885}" type="presParOf" srcId="{C350DA14-FB4D-4FC2-BD52-5D6B8A39E729}" destId="{CCE28BBB-DD72-4738-9B8E-8B124723AE03}" srcOrd="1" destOrd="0" presId="urn:microsoft.com/office/officeart/2005/8/layout/hierarchy1"/>
    <dgm:cxn modelId="{1434A119-228D-4342-92E5-DF5D024337F7}" type="presParOf" srcId="{9124FD63-A81C-4DC3-B1D5-E331F5FE3F8C}" destId="{8A3633AC-9F60-4D24-B7D7-A4F576164AE7}" srcOrd="4" destOrd="0" presId="urn:microsoft.com/office/officeart/2005/8/layout/hierarchy1"/>
    <dgm:cxn modelId="{FCD7F5FF-F134-4B5B-B885-34962A22EAC3}" type="presParOf" srcId="{9124FD63-A81C-4DC3-B1D5-E331F5FE3F8C}" destId="{D2440653-CFA4-4A34-8B3A-735F9AACD0A0}" srcOrd="5" destOrd="0" presId="urn:microsoft.com/office/officeart/2005/8/layout/hierarchy1"/>
    <dgm:cxn modelId="{7F64DDCC-A504-497F-B766-2255396FF78B}" type="presParOf" srcId="{D2440653-CFA4-4A34-8B3A-735F9AACD0A0}" destId="{5612E31E-7A9B-4D6D-A582-F45231322356}" srcOrd="0" destOrd="0" presId="urn:microsoft.com/office/officeart/2005/8/layout/hierarchy1"/>
    <dgm:cxn modelId="{92E3C8C1-2722-41CB-B757-CC9EE3C720E8}" type="presParOf" srcId="{5612E31E-7A9B-4D6D-A582-F45231322356}" destId="{3A14B81D-6501-4A9C-93E8-C0D8D63BD171}" srcOrd="0" destOrd="0" presId="urn:microsoft.com/office/officeart/2005/8/layout/hierarchy1"/>
    <dgm:cxn modelId="{8E492CAF-2262-4679-8FC1-15198F1AA271}" type="presParOf" srcId="{5612E31E-7A9B-4D6D-A582-F45231322356}" destId="{B78C52AA-2AA8-4804-A77E-DB1AB1A47534}" srcOrd="1" destOrd="0" presId="urn:microsoft.com/office/officeart/2005/8/layout/hierarchy1"/>
    <dgm:cxn modelId="{EB7DB331-2ACD-4E0C-A2D8-6F9AA9F07804}" type="presParOf" srcId="{D2440653-CFA4-4A34-8B3A-735F9AACD0A0}" destId="{CCC55B47-6F2A-43D8-8D89-49C353D0AD52}" srcOrd="1" destOrd="0" presId="urn:microsoft.com/office/officeart/2005/8/layout/hierarchy1"/>
    <dgm:cxn modelId="{5AF29804-49DE-4C8B-80FA-B0F45E92B958}" type="presParOf" srcId="{9124FD63-A81C-4DC3-B1D5-E331F5FE3F8C}" destId="{8BD446B4-F119-45FB-A8E7-0421E68F445C}" srcOrd="6" destOrd="0" presId="urn:microsoft.com/office/officeart/2005/8/layout/hierarchy1"/>
    <dgm:cxn modelId="{FB1980FC-1251-42F9-81A4-7D11AE5D4684}" type="presParOf" srcId="{9124FD63-A81C-4DC3-B1D5-E331F5FE3F8C}" destId="{C41DA4D6-6BDE-4E42-9571-434A34775D25}" srcOrd="7" destOrd="0" presId="urn:microsoft.com/office/officeart/2005/8/layout/hierarchy1"/>
    <dgm:cxn modelId="{07DEC586-071D-41A4-873F-7EB9A89D6E39}" type="presParOf" srcId="{C41DA4D6-6BDE-4E42-9571-434A34775D25}" destId="{6CB68947-2035-4C23-A232-01298BF2BA8A}" srcOrd="0" destOrd="0" presId="urn:microsoft.com/office/officeart/2005/8/layout/hierarchy1"/>
    <dgm:cxn modelId="{3271B03E-A1BC-4A3E-912C-26521C24E1F4}" type="presParOf" srcId="{6CB68947-2035-4C23-A232-01298BF2BA8A}" destId="{662C3179-156C-489E-9269-4021721C5BBC}" srcOrd="0" destOrd="0" presId="urn:microsoft.com/office/officeart/2005/8/layout/hierarchy1"/>
    <dgm:cxn modelId="{03D92B85-37D0-4679-8F9D-6C354E457B0A}" type="presParOf" srcId="{6CB68947-2035-4C23-A232-01298BF2BA8A}" destId="{11A66BEE-7F4C-48E7-831F-7C888B7CC9C0}" srcOrd="1" destOrd="0" presId="urn:microsoft.com/office/officeart/2005/8/layout/hierarchy1"/>
    <dgm:cxn modelId="{C87917E9-D516-463C-8D82-A1FEA70F6B10}" type="presParOf" srcId="{C41DA4D6-6BDE-4E42-9571-434A34775D25}" destId="{103E67B3-D805-48C8-BBDD-C72E65F88DB6}" srcOrd="1" destOrd="0" presId="urn:microsoft.com/office/officeart/2005/8/layout/hierarchy1"/>
    <dgm:cxn modelId="{D58F59CE-A4B6-4C72-A022-3EE6E4C69964}" type="presParOf" srcId="{9124FD63-A81C-4DC3-B1D5-E331F5FE3F8C}" destId="{998B4BCF-9FBD-4FCE-BB21-5A3D17E90903}" srcOrd="8" destOrd="0" presId="urn:microsoft.com/office/officeart/2005/8/layout/hierarchy1"/>
    <dgm:cxn modelId="{DB504FB4-D7EB-4587-92B8-2E4B857C9F03}" type="presParOf" srcId="{9124FD63-A81C-4DC3-B1D5-E331F5FE3F8C}" destId="{7B4F0A4F-DFE4-4860-B429-B7335CA4D660}" srcOrd="9" destOrd="0" presId="urn:microsoft.com/office/officeart/2005/8/layout/hierarchy1"/>
    <dgm:cxn modelId="{CC3E0BBD-2806-4D5D-BF1E-76CF2872B16A}" type="presParOf" srcId="{7B4F0A4F-DFE4-4860-B429-B7335CA4D660}" destId="{BEF7A9CF-BC03-44AC-A70F-DA3ABC6A6361}" srcOrd="0" destOrd="0" presId="urn:microsoft.com/office/officeart/2005/8/layout/hierarchy1"/>
    <dgm:cxn modelId="{6B06DB73-53E1-4122-A9EA-50B20C7A243B}" type="presParOf" srcId="{BEF7A9CF-BC03-44AC-A70F-DA3ABC6A6361}" destId="{54F0EE37-CCF6-4BB1-BA61-F96149AC3718}" srcOrd="0" destOrd="0" presId="urn:microsoft.com/office/officeart/2005/8/layout/hierarchy1"/>
    <dgm:cxn modelId="{DAE91908-9CA7-4EB6-9619-4BCC96DE889E}" type="presParOf" srcId="{BEF7A9CF-BC03-44AC-A70F-DA3ABC6A6361}" destId="{731A3CB4-A070-4FAC-BD0B-868C2474FF9D}" srcOrd="1" destOrd="0" presId="urn:microsoft.com/office/officeart/2005/8/layout/hierarchy1"/>
    <dgm:cxn modelId="{57D640C3-5F5B-47B5-8A7D-B4E91B4AB195}" type="presParOf" srcId="{7B4F0A4F-DFE4-4860-B429-B7335CA4D660}" destId="{04883043-1DD8-4A05-98FB-B40D2BEF7E3C}" srcOrd="1" destOrd="0" presId="urn:microsoft.com/office/officeart/2005/8/layout/hierarchy1"/>
    <dgm:cxn modelId="{CBF37545-C018-451C-ACAF-E24D695150B9}" type="presParOf" srcId="{9124FD63-A81C-4DC3-B1D5-E331F5FE3F8C}" destId="{144EBCE9-6A7A-4BC8-B9D3-16780A79B60C}" srcOrd="10" destOrd="0" presId="urn:microsoft.com/office/officeart/2005/8/layout/hierarchy1"/>
    <dgm:cxn modelId="{154AFACF-114C-4F21-91D2-0290A6EBB4CD}" type="presParOf" srcId="{9124FD63-A81C-4DC3-B1D5-E331F5FE3F8C}" destId="{3DC0325E-05B6-44FC-8DC4-B779F101907D}" srcOrd="11" destOrd="0" presId="urn:microsoft.com/office/officeart/2005/8/layout/hierarchy1"/>
    <dgm:cxn modelId="{21F8834B-2FFC-4AA1-9EFA-62253B4ED711}" type="presParOf" srcId="{3DC0325E-05B6-44FC-8DC4-B779F101907D}" destId="{1F5CD7A8-DB98-489E-89CB-124642C16D2A}" srcOrd="0" destOrd="0" presId="urn:microsoft.com/office/officeart/2005/8/layout/hierarchy1"/>
    <dgm:cxn modelId="{37FDBCA2-9540-4818-83A8-12080137B0D4}" type="presParOf" srcId="{1F5CD7A8-DB98-489E-89CB-124642C16D2A}" destId="{67F8B690-7029-4557-BD20-C260F8DB4724}" srcOrd="0" destOrd="0" presId="urn:microsoft.com/office/officeart/2005/8/layout/hierarchy1"/>
    <dgm:cxn modelId="{B9CBE241-8106-475D-B128-6A06DD5AD402}" type="presParOf" srcId="{1F5CD7A8-DB98-489E-89CB-124642C16D2A}" destId="{FD13C481-FE39-4686-A3AA-FA31766A43D3}" srcOrd="1" destOrd="0" presId="urn:microsoft.com/office/officeart/2005/8/layout/hierarchy1"/>
    <dgm:cxn modelId="{70E5D980-3E5D-4712-847F-05111A0A0A3D}" type="presParOf" srcId="{3DC0325E-05B6-44FC-8DC4-B779F101907D}" destId="{77A7C66B-620C-44D3-AAF0-56364FDB62A8}" srcOrd="1" destOrd="0" presId="urn:microsoft.com/office/officeart/2005/8/layout/hierarchy1"/>
    <dgm:cxn modelId="{C21E78CA-6E9E-4D48-B834-6EF08C9C4211}" type="presParOf" srcId="{9124FD63-A81C-4DC3-B1D5-E331F5FE3F8C}" destId="{0B4BAC74-B45F-40F8-A1EB-1842197B04A5}" srcOrd="12" destOrd="0" presId="urn:microsoft.com/office/officeart/2005/8/layout/hierarchy1"/>
    <dgm:cxn modelId="{8DA6F3E6-9816-4E0E-93CC-C939589D50B6}" type="presParOf" srcId="{9124FD63-A81C-4DC3-B1D5-E331F5FE3F8C}" destId="{5A7B7DA6-29A2-4765-9970-15259FA7AB15}" srcOrd="13" destOrd="0" presId="urn:microsoft.com/office/officeart/2005/8/layout/hierarchy1"/>
    <dgm:cxn modelId="{8E959802-52BF-4D31-AACA-C50FD1BA54F1}" type="presParOf" srcId="{5A7B7DA6-29A2-4765-9970-15259FA7AB15}" destId="{F70DEC8A-9889-4791-A860-B3565DFF0993}" srcOrd="0" destOrd="0" presId="urn:microsoft.com/office/officeart/2005/8/layout/hierarchy1"/>
    <dgm:cxn modelId="{898463E4-F5C9-4A83-B4C7-8979186B0A20}" type="presParOf" srcId="{F70DEC8A-9889-4791-A860-B3565DFF0993}" destId="{66C38677-3CFA-40E6-B6F4-0879C0578B84}" srcOrd="0" destOrd="0" presId="urn:microsoft.com/office/officeart/2005/8/layout/hierarchy1"/>
    <dgm:cxn modelId="{C7391F75-D3E7-41E7-BE54-09439EF1CEAB}" type="presParOf" srcId="{F70DEC8A-9889-4791-A860-B3565DFF0993}" destId="{1F4ACE5B-B2D7-482A-8E23-DD5FB82F8B10}" srcOrd="1" destOrd="0" presId="urn:microsoft.com/office/officeart/2005/8/layout/hierarchy1"/>
    <dgm:cxn modelId="{6D285E00-F718-479B-A5D0-6BC876D2ABE6}" type="presParOf" srcId="{5A7B7DA6-29A2-4765-9970-15259FA7AB15}" destId="{57D5E4B8-A717-4DAF-B2FC-1801E3277267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xmlns="" relId="rId7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3422E5BE-243F-4E67-B5EF-CAAE2A55258B}" type="doc">
      <dgm:prSet loTypeId="urn:microsoft.com/office/officeart/2005/8/layout/hierarchy1" loCatId="hierarchy" qsTypeId="urn:microsoft.com/office/officeart/2005/8/quickstyle/simple1" qsCatId="simple" csTypeId="urn:microsoft.com/office/officeart/2005/8/colors/colorful3" csCatId="colorful" phldr="1"/>
      <dgm:spPr/>
      <dgm:t>
        <a:bodyPr/>
        <a:lstStyle/>
        <a:p>
          <a:endParaRPr lang="en-GB"/>
        </a:p>
      </dgm:t>
    </dgm:pt>
    <dgm:pt modelId="{112089D7-DB56-44BC-9769-1386B4FD8DD8}">
      <dgm:prSet phldrT="[Text]"/>
      <dgm:spPr/>
      <dgm:t>
        <a:bodyPr/>
        <a:lstStyle/>
        <a:p>
          <a:r>
            <a:rPr lang="en-GB" dirty="0" smtClean="0"/>
            <a:t>BPMN Plus</a:t>
          </a:r>
          <a:endParaRPr lang="en-GB" dirty="0"/>
        </a:p>
      </dgm:t>
    </dgm:pt>
    <dgm:pt modelId="{7FFA24F7-D3D7-4888-A6C8-7B320E8AFE28}" type="parTrans" cxnId="{1D9A8C34-BFDA-42E8-8377-8A748F064279}">
      <dgm:prSet/>
      <dgm:spPr/>
      <dgm:t>
        <a:bodyPr/>
        <a:lstStyle/>
        <a:p>
          <a:endParaRPr lang="en-GB"/>
        </a:p>
      </dgm:t>
    </dgm:pt>
    <dgm:pt modelId="{087D71E9-F27E-4166-BAC2-D72957F22156}" type="sibTrans" cxnId="{1D9A8C34-BFDA-42E8-8377-8A748F064279}">
      <dgm:prSet/>
      <dgm:spPr/>
      <dgm:t>
        <a:bodyPr/>
        <a:lstStyle/>
        <a:p>
          <a:endParaRPr lang="en-GB"/>
        </a:p>
      </dgm:t>
    </dgm:pt>
    <dgm:pt modelId="{2DF08807-9752-4554-9C7B-82D630B55A19}">
      <dgm:prSet phldrT="[Text]"/>
      <dgm:spPr>
        <a:solidFill>
          <a:srgbClr val="C00000">
            <a:alpha val="50000"/>
          </a:srgbClr>
        </a:solidFill>
      </dgm:spPr>
      <dgm:t>
        <a:bodyPr/>
        <a:lstStyle/>
        <a:p>
          <a:r>
            <a:rPr lang="en-GB" dirty="0" smtClean="0"/>
            <a:t>Process</a:t>
          </a:r>
          <a:endParaRPr lang="en-GB" dirty="0"/>
        </a:p>
      </dgm:t>
    </dgm:pt>
    <dgm:pt modelId="{60BA8DFA-FEE5-48B4-A53F-029D0609B0CD}" type="parTrans" cxnId="{97DE7FEC-2B6E-4211-AC10-8F275461FCE0}">
      <dgm:prSet/>
      <dgm:spPr/>
      <dgm:t>
        <a:bodyPr/>
        <a:lstStyle/>
        <a:p>
          <a:endParaRPr lang="en-GB"/>
        </a:p>
      </dgm:t>
    </dgm:pt>
    <dgm:pt modelId="{97A99BCF-D153-44BA-9041-CA37C8107756}" type="sibTrans" cxnId="{97DE7FEC-2B6E-4211-AC10-8F275461FCE0}">
      <dgm:prSet/>
      <dgm:spPr/>
      <dgm:t>
        <a:bodyPr/>
        <a:lstStyle/>
        <a:p>
          <a:endParaRPr lang="en-GB"/>
        </a:p>
      </dgm:t>
    </dgm:pt>
    <dgm:pt modelId="{5FDBDD60-7640-48EC-B68C-CE4840DB47FF}">
      <dgm:prSet phldrT="[Text]"/>
      <dgm:spPr/>
      <dgm:t>
        <a:bodyPr/>
        <a:lstStyle/>
        <a:p>
          <a:r>
            <a:rPr lang="en-GB" dirty="0" smtClean="0"/>
            <a:t>Activity</a:t>
          </a:r>
          <a:endParaRPr lang="en-GB" dirty="0"/>
        </a:p>
      </dgm:t>
    </dgm:pt>
    <dgm:pt modelId="{95BE5E79-368B-421E-B6A4-B44966A1B821}" type="parTrans" cxnId="{208A39F8-D02A-48E3-B697-1135D80124E5}">
      <dgm:prSet/>
      <dgm:spPr/>
      <dgm:t>
        <a:bodyPr/>
        <a:lstStyle/>
        <a:p>
          <a:endParaRPr lang="en-GB"/>
        </a:p>
      </dgm:t>
    </dgm:pt>
    <dgm:pt modelId="{F4A78AD6-7DF1-4391-A1E6-35335579DB51}" type="sibTrans" cxnId="{208A39F8-D02A-48E3-B697-1135D80124E5}">
      <dgm:prSet/>
      <dgm:spPr/>
      <dgm:t>
        <a:bodyPr/>
        <a:lstStyle/>
        <a:p>
          <a:endParaRPr lang="en-GB"/>
        </a:p>
      </dgm:t>
    </dgm:pt>
    <dgm:pt modelId="{05E85DF6-84EF-4DC1-9C0E-24B15A1F4050}">
      <dgm:prSet/>
      <dgm:spPr/>
      <dgm:t>
        <a:bodyPr/>
        <a:lstStyle/>
        <a:p>
          <a:r>
            <a:rPr lang="en-GB" dirty="0" smtClean="0"/>
            <a:t>Data</a:t>
          </a:r>
          <a:endParaRPr lang="en-GB" dirty="0"/>
        </a:p>
      </dgm:t>
    </dgm:pt>
    <dgm:pt modelId="{07BD20B2-5927-4CC2-B2C4-EDFB0FC32AB1}" type="parTrans" cxnId="{773D38B8-FA6E-4BFF-90D4-AC08A278D36E}">
      <dgm:prSet/>
      <dgm:spPr/>
      <dgm:t>
        <a:bodyPr/>
        <a:lstStyle/>
        <a:p>
          <a:endParaRPr lang="en-GB"/>
        </a:p>
      </dgm:t>
    </dgm:pt>
    <dgm:pt modelId="{55DAB10F-2E9C-48C0-B311-092E6B97F4D9}" type="sibTrans" cxnId="{773D38B8-FA6E-4BFF-90D4-AC08A278D36E}">
      <dgm:prSet/>
      <dgm:spPr/>
      <dgm:t>
        <a:bodyPr/>
        <a:lstStyle/>
        <a:p>
          <a:endParaRPr lang="en-GB"/>
        </a:p>
      </dgm:t>
    </dgm:pt>
    <dgm:pt modelId="{54932213-EAC8-4C7B-8F5A-20B5FBC1D941}">
      <dgm:prSet/>
      <dgm:spPr/>
      <dgm:t>
        <a:bodyPr/>
        <a:lstStyle/>
        <a:p>
          <a:r>
            <a:rPr lang="en-GB" dirty="0" smtClean="0"/>
            <a:t>Performer</a:t>
          </a:r>
          <a:endParaRPr lang="en-GB" dirty="0"/>
        </a:p>
      </dgm:t>
    </dgm:pt>
    <dgm:pt modelId="{1854CB00-7703-42BF-82BE-AD9229BEC4DB}" type="parTrans" cxnId="{22387A96-7925-4BEB-9058-BC4B05E0CED8}">
      <dgm:prSet/>
      <dgm:spPr/>
      <dgm:t>
        <a:bodyPr/>
        <a:lstStyle/>
        <a:p>
          <a:endParaRPr lang="en-GB"/>
        </a:p>
      </dgm:t>
    </dgm:pt>
    <dgm:pt modelId="{0EF9BA69-3D14-4C07-9EC4-EF17AF4CB8AA}" type="sibTrans" cxnId="{22387A96-7925-4BEB-9058-BC4B05E0CED8}">
      <dgm:prSet/>
      <dgm:spPr/>
      <dgm:t>
        <a:bodyPr/>
        <a:lstStyle/>
        <a:p>
          <a:endParaRPr lang="en-GB"/>
        </a:p>
      </dgm:t>
    </dgm:pt>
    <dgm:pt modelId="{540F6093-E2B1-4249-8072-8409C091A3ED}">
      <dgm:prSet/>
      <dgm:spPr/>
      <dgm:t>
        <a:bodyPr/>
        <a:lstStyle/>
        <a:p>
          <a:r>
            <a:rPr lang="en-GB" dirty="0" smtClean="0"/>
            <a:t>Goal</a:t>
          </a:r>
          <a:endParaRPr lang="en-GB" dirty="0"/>
        </a:p>
      </dgm:t>
    </dgm:pt>
    <dgm:pt modelId="{D13CE90B-C4F8-4028-B440-B8ABE71B85FC}" type="parTrans" cxnId="{40A8C383-E86D-426F-BCEF-F28D1FB007DC}">
      <dgm:prSet/>
      <dgm:spPr/>
      <dgm:t>
        <a:bodyPr/>
        <a:lstStyle/>
        <a:p>
          <a:endParaRPr lang="en-GB"/>
        </a:p>
      </dgm:t>
    </dgm:pt>
    <dgm:pt modelId="{EBB6C816-75BA-4032-A988-B826F38813AF}" type="sibTrans" cxnId="{40A8C383-E86D-426F-BCEF-F28D1FB007DC}">
      <dgm:prSet/>
      <dgm:spPr/>
      <dgm:t>
        <a:bodyPr/>
        <a:lstStyle/>
        <a:p>
          <a:endParaRPr lang="en-GB"/>
        </a:p>
      </dgm:t>
    </dgm:pt>
    <dgm:pt modelId="{1B9C1BC6-A27F-47BB-8DA2-9E9A5FF4D621}">
      <dgm:prSet/>
      <dgm:spPr/>
      <dgm:t>
        <a:bodyPr/>
        <a:lstStyle/>
        <a:p>
          <a:r>
            <a:rPr lang="en-GB" dirty="0" smtClean="0"/>
            <a:t>Event</a:t>
          </a:r>
          <a:endParaRPr lang="en-GB" dirty="0"/>
        </a:p>
      </dgm:t>
    </dgm:pt>
    <dgm:pt modelId="{ED3B6186-3D40-48EF-B292-99523FC3FD40}" type="parTrans" cxnId="{A057CB02-3ED1-4AAE-AB6C-9A45AF1A3065}">
      <dgm:prSet/>
      <dgm:spPr/>
      <dgm:t>
        <a:bodyPr/>
        <a:lstStyle/>
        <a:p>
          <a:endParaRPr lang="en-GB"/>
        </a:p>
      </dgm:t>
    </dgm:pt>
    <dgm:pt modelId="{26EEC2B1-4CDC-480A-A28F-25C48702A2E0}" type="sibTrans" cxnId="{A057CB02-3ED1-4AAE-AB6C-9A45AF1A3065}">
      <dgm:prSet/>
      <dgm:spPr/>
      <dgm:t>
        <a:bodyPr/>
        <a:lstStyle/>
        <a:p>
          <a:endParaRPr lang="en-GB"/>
        </a:p>
      </dgm:t>
    </dgm:pt>
    <dgm:pt modelId="{A324F441-9FB3-43B1-BD07-C38A72958AF1}">
      <dgm:prSet/>
      <dgm:spPr/>
      <dgm:t>
        <a:bodyPr/>
        <a:lstStyle/>
        <a:p>
          <a:r>
            <a:rPr lang="en-GB" dirty="0" smtClean="0"/>
            <a:t>Gateway</a:t>
          </a:r>
          <a:endParaRPr lang="en-GB" dirty="0"/>
        </a:p>
      </dgm:t>
    </dgm:pt>
    <dgm:pt modelId="{75F32545-EEB6-45A9-9CB8-660FAE687A6B}" type="parTrans" cxnId="{C83ECA5E-41FD-4C1D-8D33-C155B82B6214}">
      <dgm:prSet/>
      <dgm:spPr/>
      <dgm:t>
        <a:bodyPr/>
        <a:lstStyle/>
        <a:p>
          <a:endParaRPr lang="en-GB"/>
        </a:p>
      </dgm:t>
    </dgm:pt>
    <dgm:pt modelId="{F3132B0E-3158-49B4-82A6-54F4E803B671}" type="sibTrans" cxnId="{C83ECA5E-41FD-4C1D-8D33-C155B82B6214}">
      <dgm:prSet/>
      <dgm:spPr/>
      <dgm:t>
        <a:bodyPr/>
        <a:lstStyle/>
        <a:p>
          <a:endParaRPr lang="en-GB"/>
        </a:p>
      </dgm:t>
    </dgm:pt>
    <dgm:pt modelId="{E0C79B75-6F2A-427F-9973-B32F03D84D2F}" type="pres">
      <dgm:prSet presAssocID="{3422E5BE-243F-4E67-B5EF-CAAE2A55258B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  <dgm:t>
        <a:bodyPr/>
        <a:lstStyle/>
        <a:p>
          <a:endParaRPr lang="en-GB"/>
        </a:p>
      </dgm:t>
    </dgm:pt>
    <dgm:pt modelId="{7AA0E0BE-40B8-4955-B436-DC5C219F9F48}" type="pres">
      <dgm:prSet presAssocID="{112089D7-DB56-44BC-9769-1386B4FD8DD8}" presName="hierRoot1" presStyleCnt="0"/>
      <dgm:spPr/>
    </dgm:pt>
    <dgm:pt modelId="{C811776F-A264-4DBA-85FE-D79EC3B0C6AD}" type="pres">
      <dgm:prSet presAssocID="{112089D7-DB56-44BC-9769-1386B4FD8DD8}" presName="composite" presStyleCnt="0"/>
      <dgm:spPr/>
    </dgm:pt>
    <dgm:pt modelId="{79C7EE13-B1FF-4528-A70E-D56FA520B699}" type="pres">
      <dgm:prSet presAssocID="{112089D7-DB56-44BC-9769-1386B4FD8DD8}" presName="background" presStyleLbl="node0" presStyleIdx="0" presStyleCnt="1"/>
      <dgm:spPr/>
    </dgm:pt>
    <dgm:pt modelId="{D2AE8700-D3E8-44E0-BB62-9DE2CB473E4A}" type="pres">
      <dgm:prSet presAssocID="{112089D7-DB56-44BC-9769-1386B4FD8DD8}" presName="text" presStyleLbl="fgAcc0" presStyleIdx="0" presStyleCnt="1">
        <dgm:presLayoutVars>
          <dgm:chPref val="3"/>
        </dgm:presLayoutVars>
      </dgm:prSet>
      <dgm:spPr/>
      <dgm:t>
        <a:bodyPr/>
        <a:lstStyle/>
        <a:p>
          <a:endParaRPr lang="en-GB"/>
        </a:p>
      </dgm:t>
    </dgm:pt>
    <dgm:pt modelId="{9124FD63-A81C-4DC3-B1D5-E331F5FE3F8C}" type="pres">
      <dgm:prSet presAssocID="{112089D7-DB56-44BC-9769-1386B4FD8DD8}" presName="hierChild2" presStyleCnt="0"/>
      <dgm:spPr/>
    </dgm:pt>
    <dgm:pt modelId="{428A6ACB-E5E7-442F-8200-19708C8F65B6}" type="pres">
      <dgm:prSet presAssocID="{60BA8DFA-FEE5-48B4-A53F-029D0609B0CD}" presName="Name10" presStyleLbl="parChTrans1D2" presStyleIdx="0" presStyleCnt="7"/>
      <dgm:spPr/>
      <dgm:t>
        <a:bodyPr/>
        <a:lstStyle/>
        <a:p>
          <a:endParaRPr lang="en-GB"/>
        </a:p>
      </dgm:t>
    </dgm:pt>
    <dgm:pt modelId="{15720497-A8AC-45A6-A885-76D1D5B961B4}" type="pres">
      <dgm:prSet presAssocID="{2DF08807-9752-4554-9C7B-82D630B55A19}" presName="hierRoot2" presStyleCnt="0"/>
      <dgm:spPr/>
    </dgm:pt>
    <dgm:pt modelId="{2CBF7715-EA5D-40A2-8842-ABDC1D5BCAD3}" type="pres">
      <dgm:prSet presAssocID="{2DF08807-9752-4554-9C7B-82D630B55A19}" presName="composite2" presStyleCnt="0"/>
      <dgm:spPr/>
    </dgm:pt>
    <dgm:pt modelId="{6B2407FB-E314-49A4-B3D2-04A8D42F3540}" type="pres">
      <dgm:prSet presAssocID="{2DF08807-9752-4554-9C7B-82D630B55A19}" presName="background2" presStyleLbl="node2" presStyleIdx="0" presStyleCnt="7"/>
      <dgm:spPr/>
    </dgm:pt>
    <dgm:pt modelId="{23C94EED-A77F-4371-976F-B726170774FB}" type="pres">
      <dgm:prSet presAssocID="{2DF08807-9752-4554-9C7B-82D630B55A19}" presName="text2" presStyleLbl="fgAcc2" presStyleIdx="0" presStyleCnt="7">
        <dgm:presLayoutVars>
          <dgm:chPref val="3"/>
        </dgm:presLayoutVars>
      </dgm:prSet>
      <dgm:spPr/>
      <dgm:t>
        <a:bodyPr/>
        <a:lstStyle/>
        <a:p>
          <a:endParaRPr lang="en-GB"/>
        </a:p>
      </dgm:t>
    </dgm:pt>
    <dgm:pt modelId="{E660586D-1EC6-4579-BA6B-DD21B407B516}" type="pres">
      <dgm:prSet presAssocID="{2DF08807-9752-4554-9C7B-82D630B55A19}" presName="hierChild3" presStyleCnt="0"/>
      <dgm:spPr/>
    </dgm:pt>
    <dgm:pt modelId="{86F2D633-297E-4951-AA06-4E44F416ABDA}" type="pres">
      <dgm:prSet presAssocID="{D13CE90B-C4F8-4028-B440-B8ABE71B85FC}" presName="Name10" presStyleLbl="parChTrans1D2" presStyleIdx="1" presStyleCnt="7"/>
      <dgm:spPr/>
      <dgm:t>
        <a:bodyPr/>
        <a:lstStyle/>
        <a:p>
          <a:endParaRPr lang="en-GB"/>
        </a:p>
      </dgm:t>
    </dgm:pt>
    <dgm:pt modelId="{C350DA14-FB4D-4FC2-BD52-5D6B8A39E729}" type="pres">
      <dgm:prSet presAssocID="{540F6093-E2B1-4249-8072-8409C091A3ED}" presName="hierRoot2" presStyleCnt="0"/>
      <dgm:spPr/>
    </dgm:pt>
    <dgm:pt modelId="{9769DB49-F7DF-4C13-A316-6627FC058962}" type="pres">
      <dgm:prSet presAssocID="{540F6093-E2B1-4249-8072-8409C091A3ED}" presName="composite2" presStyleCnt="0"/>
      <dgm:spPr/>
    </dgm:pt>
    <dgm:pt modelId="{40A92E27-C758-4281-8E6D-1E3EC3382CD2}" type="pres">
      <dgm:prSet presAssocID="{540F6093-E2B1-4249-8072-8409C091A3ED}" presName="background2" presStyleLbl="node2" presStyleIdx="1" presStyleCnt="7"/>
      <dgm:spPr/>
    </dgm:pt>
    <dgm:pt modelId="{31A065AE-CC0C-4A23-A523-53E691EEFFAB}" type="pres">
      <dgm:prSet presAssocID="{540F6093-E2B1-4249-8072-8409C091A3ED}" presName="text2" presStyleLbl="fgAcc2" presStyleIdx="1" presStyleCnt="7" custLinFactX="22831" custLinFactNeighborX="100000" custLinFactNeighborY="-2530">
        <dgm:presLayoutVars>
          <dgm:chPref val="3"/>
        </dgm:presLayoutVars>
      </dgm:prSet>
      <dgm:spPr/>
      <dgm:t>
        <a:bodyPr/>
        <a:lstStyle/>
        <a:p>
          <a:endParaRPr lang="en-GB"/>
        </a:p>
      </dgm:t>
    </dgm:pt>
    <dgm:pt modelId="{CCE28BBB-DD72-4738-9B8E-8B124723AE03}" type="pres">
      <dgm:prSet presAssocID="{540F6093-E2B1-4249-8072-8409C091A3ED}" presName="hierChild3" presStyleCnt="0"/>
      <dgm:spPr/>
    </dgm:pt>
    <dgm:pt modelId="{8A3633AC-9F60-4D24-B7D7-A4F576164AE7}" type="pres">
      <dgm:prSet presAssocID="{95BE5E79-368B-421E-B6A4-B44966A1B821}" presName="Name10" presStyleLbl="parChTrans1D2" presStyleIdx="2" presStyleCnt="7"/>
      <dgm:spPr/>
      <dgm:t>
        <a:bodyPr/>
        <a:lstStyle/>
        <a:p>
          <a:endParaRPr lang="en-GB"/>
        </a:p>
      </dgm:t>
    </dgm:pt>
    <dgm:pt modelId="{D2440653-CFA4-4A34-8B3A-735F9AACD0A0}" type="pres">
      <dgm:prSet presAssocID="{5FDBDD60-7640-48EC-B68C-CE4840DB47FF}" presName="hierRoot2" presStyleCnt="0"/>
      <dgm:spPr/>
    </dgm:pt>
    <dgm:pt modelId="{5612E31E-7A9B-4D6D-A582-F45231322356}" type="pres">
      <dgm:prSet presAssocID="{5FDBDD60-7640-48EC-B68C-CE4840DB47FF}" presName="composite2" presStyleCnt="0"/>
      <dgm:spPr/>
    </dgm:pt>
    <dgm:pt modelId="{3A14B81D-6501-4A9C-93E8-C0D8D63BD171}" type="pres">
      <dgm:prSet presAssocID="{5FDBDD60-7640-48EC-B68C-CE4840DB47FF}" presName="background2" presStyleLbl="node2" presStyleIdx="2" presStyleCnt="7"/>
      <dgm:spPr/>
    </dgm:pt>
    <dgm:pt modelId="{B78C52AA-2AA8-4804-A77E-DB1AB1A47534}" type="pres">
      <dgm:prSet presAssocID="{5FDBDD60-7640-48EC-B68C-CE4840DB47FF}" presName="text2" presStyleLbl="fgAcc2" presStyleIdx="2" presStyleCnt="7" custLinFactX="-24175" custLinFactNeighborX="-100000" custLinFactNeighborY="-2530">
        <dgm:presLayoutVars>
          <dgm:chPref val="3"/>
        </dgm:presLayoutVars>
      </dgm:prSet>
      <dgm:spPr/>
      <dgm:t>
        <a:bodyPr/>
        <a:lstStyle/>
        <a:p>
          <a:endParaRPr lang="en-GB"/>
        </a:p>
      </dgm:t>
    </dgm:pt>
    <dgm:pt modelId="{CCC55B47-6F2A-43D8-8D89-49C353D0AD52}" type="pres">
      <dgm:prSet presAssocID="{5FDBDD60-7640-48EC-B68C-CE4840DB47FF}" presName="hierChild3" presStyleCnt="0"/>
      <dgm:spPr/>
    </dgm:pt>
    <dgm:pt modelId="{8BD446B4-F119-45FB-A8E7-0421E68F445C}" type="pres">
      <dgm:prSet presAssocID="{07BD20B2-5927-4CC2-B2C4-EDFB0FC32AB1}" presName="Name10" presStyleLbl="parChTrans1D2" presStyleIdx="3" presStyleCnt="7"/>
      <dgm:spPr/>
      <dgm:t>
        <a:bodyPr/>
        <a:lstStyle/>
        <a:p>
          <a:endParaRPr lang="en-GB"/>
        </a:p>
      </dgm:t>
    </dgm:pt>
    <dgm:pt modelId="{C41DA4D6-6BDE-4E42-9571-434A34775D25}" type="pres">
      <dgm:prSet presAssocID="{05E85DF6-84EF-4DC1-9C0E-24B15A1F4050}" presName="hierRoot2" presStyleCnt="0"/>
      <dgm:spPr/>
    </dgm:pt>
    <dgm:pt modelId="{6CB68947-2035-4C23-A232-01298BF2BA8A}" type="pres">
      <dgm:prSet presAssocID="{05E85DF6-84EF-4DC1-9C0E-24B15A1F4050}" presName="composite2" presStyleCnt="0"/>
      <dgm:spPr/>
    </dgm:pt>
    <dgm:pt modelId="{662C3179-156C-489E-9269-4021721C5BBC}" type="pres">
      <dgm:prSet presAssocID="{05E85DF6-84EF-4DC1-9C0E-24B15A1F4050}" presName="background2" presStyleLbl="node2" presStyleIdx="3" presStyleCnt="7"/>
      <dgm:spPr/>
    </dgm:pt>
    <dgm:pt modelId="{11A66BEE-7F4C-48E7-831F-7C888B7CC9C0}" type="pres">
      <dgm:prSet presAssocID="{05E85DF6-84EF-4DC1-9C0E-24B15A1F4050}" presName="text2" presStyleLbl="fgAcc2" presStyleIdx="3" presStyleCnt="7">
        <dgm:presLayoutVars>
          <dgm:chPref val="3"/>
        </dgm:presLayoutVars>
      </dgm:prSet>
      <dgm:spPr/>
      <dgm:t>
        <a:bodyPr/>
        <a:lstStyle/>
        <a:p>
          <a:endParaRPr lang="en-GB"/>
        </a:p>
      </dgm:t>
    </dgm:pt>
    <dgm:pt modelId="{103E67B3-D805-48C8-BBDD-C72E65F88DB6}" type="pres">
      <dgm:prSet presAssocID="{05E85DF6-84EF-4DC1-9C0E-24B15A1F4050}" presName="hierChild3" presStyleCnt="0"/>
      <dgm:spPr/>
    </dgm:pt>
    <dgm:pt modelId="{998B4BCF-9FBD-4FCE-BB21-5A3D17E90903}" type="pres">
      <dgm:prSet presAssocID="{1854CB00-7703-42BF-82BE-AD9229BEC4DB}" presName="Name10" presStyleLbl="parChTrans1D2" presStyleIdx="4" presStyleCnt="7"/>
      <dgm:spPr/>
      <dgm:t>
        <a:bodyPr/>
        <a:lstStyle/>
        <a:p>
          <a:endParaRPr lang="en-GB"/>
        </a:p>
      </dgm:t>
    </dgm:pt>
    <dgm:pt modelId="{7B4F0A4F-DFE4-4860-B429-B7335CA4D660}" type="pres">
      <dgm:prSet presAssocID="{54932213-EAC8-4C7B-8F5A-20B5FBC1D941}" presName="hierRoot2" presStyleCnt="0"/>
      <dgm:spPr/>
    </dgm:pt>
    <dgm:pt modelId="{BEF7A9CF-BC03-44AC-A70F-DA3ABC6A6361}" type="pres">
      <dgm:prSet presAssocID="{54932213-EAC8-4C7B-8F5A-20B5FBC1D941}" presName="composite2" presStyleCnt="0"/>
      <dgm:spPr/>
    </dgm:pt>
    <dgm:pt modelId="{54F0EE37-CCF6-4BB1-BA61-F96149AC3718}" type="pres">
      <dgm:prSet presAssocID="{54932213-EAC8-4C7B-8F5A-20B5FBC1D941}" presName="background2" presStyleLbl="node2" presStyleIdx="4" presStyleCnt="7"/>
      <dgm:spPr/>
    </dgm:pt>
    <dgm:pt modelId="{731A3CB4-A070-4FAC-BD0B-868C2474FF9D}" type="pres">
      <dgm:prSet presAssocID="{54932213-EAC8-4C7B-8F5A-20B5FBC1D941}" presName="text2" presStyleLbl="fgAcc2" presStyleIdx="4" presStyleCnt="7">
        <dgm:presLayoutVars>
          <dgm:chPref val="3"/>
        </dgm:presLayoutVars>
      </dgm:prSet>
      <dgm:spPr/>
      <dgm:t>
        <a:bodyPr/>
        <a:lstStyle/>
        <a:p>
          <a:endParaRPr lang="en-GB"/>
        </a:p>
      </dgm:t>
    </dgm:pt>
    <dgm:pt modelId="{04883043-1DD8-4A05-98FB-B40D2BEF7E3C}" type="pres">
      <dgm:prSet presAssocID="{54932213-EAC8-4C7B-8F5A-20B5FBC1D941}" presName="hierChild3" presStyleCnt="0"/>
      <dgm:spPr/>
    </dgm:pt>
    <dgm:pt modelId="{144EBCE9-6A7A-4BC8-B9D3-16780A79B60C}" type="pres">
      <dgm:prSet presAssocID="{ED3B6186-3D40-48EF-B292-99523FC3FD40}" presName="Name10" presStyleLbl="parChTrans1D2" presStyleIdx="5" presStyleCnt="7"/>
      <dgm:spPr/>
      <dgm:t>
        <a:bodyPr/>
        <a:lstStyle/>
        <a:p>
          <a:endParaRPr lang="en-GB"/>
        </a:p>
      </dgm:t>
    </dgm:pt>
    <dgm:pt modelId="{3DC0325E-05B6-44FC-8DC4-B779F101907D}" type="pres">
      <dgm:prSet presAssocID="{1B9C1BC6-A27F-47BB-8DA2-9E9A5FF4D621}" presName="hierRoot2" presStyleCnt="0"/>
      <dgm:spPr/>
    </dgm:pt>
    <dgm:pt modelId="{1F5CD7A8-DB98-489E-89CB-124642C16D2A}" type="pres">
      <dgm:prSet presAssocID="{1B9C1BC6-A27F-47BB-8DA2-9E9A5FF4D621}" presName="composite2" presStyleCnt="0"/>
      <dgm:spPr/>
    </dgm:pt>
    <dgm:pt modelId="{67F8B690-7029-4557-BD20-C260F8DB4724}" type="pres">
      <dgm:prSet presAssocID="{1B9C1BC6-A27F-47BB-8DA2-9E9A5FF4D621}" presName="background2" presStyleLbl="node2" presStyleIdx="5" presStyleCnt="7"/>
      <dgm:spPr/>
    </dgm:pt>
    <dgm:pt modelId="{FD13C481-FE39-4686-A3AA-FA31766A43D3}" type="pres">
      <dgm:prSet presAssocID="{1B9C1BC6-A27F-47BB-8DA2-9E9A5FF4D621}" presName="text2" presStyleLbl="fgAcc2" presStyleIdx="5" presStyleCnt="7">
        <dgm:presLayoutVars>
          <dgm:chPref val="3"/>
        </dgm:presLayoutVars>
      </dgm:prSet>
      <dgm:spPr/>
      <dgm:t>
        <a:bodyPr/>
        <a:lstStyle/>
        <a:p>
          <a:endParaRPr lang="en-GB"/>
        </a:p>
      </dgm:t>
    </dgm:pt>
    <dgm:pt modelId="{77A7C66B-620C-44D3-AAF0-56364FDB62A8}" type="pres">
      <dgm:prSet presAssocID="{1B9C1BC6-A27F-47BB-8DA2-9E9A5FF4D621}" presName="hierChild3" presStyleCnt="0"/>
      <dgm:spPr/>
    </dgm:pt>
    <dgm:pt modelId="{0B4BAC74-B45F-40F8-A1EB-1842197B04A5}" type="pres">
      <dgm:prSet presAssocID="{75F32545-EEB6-45A9-9CB8-660FAE687A6B}" presName="Name10" presStyleLbl="parChTrans1D2" presStyleIdx="6" presStyleCnt="7"/>
      <dgm:spPr/>
      <dgm:t>
        <a:bodyPr/>
        <a:lstStyle/>
        <a:p>
          <a:endParaRPr lang="en-GB"/>
        </a:p>
      </dgm:t>
    </dgm:pt>
    <dgm:pt modelId="{5A7B7DA6-29A2-4765-9970-15259FA7AB15}" type="pres">
      <dgm:prSet presAssocID="{A324F441-9FB3-43B1-BD07-C38A72958AF1}" presName="hierRoot2" presStyleCnt="0"/>
      <dgm:spPr/>
    </dgm:pt>
    <dgm:pt modelId="{F70DEC8A-9889-4791-A860-B3565DFF0993}" type="pres">
      <dgm:prSet presAssocID="{A324F441-9FB3-43B1-BD07-C38A72958AF1}" presName="composite2" presStyleCnt="0"/>
      <dgm:spPr/>
    </dgm:pt>
    <dgm:pt modelId="{66C38677-3CFA-40E6-B6F4-0879C0578B84}" type="pres">
      <dgm:prSet presAssocID="{A324F441-9FB3-43B1-BD07-C38A72958AF1}" presName="background2" presStyleLbl="node2" presStyleIdx="6" presStyleCnt="7"/>
      <dgm:spPr/>
    </dgm:pt>
    <dgm:pt modelId="{1F4ACE5B-B2D7-482A-8E23-DD5FB82F8B10}" type="pres">
      <dgm:prSet presAssocID="{A324F441-9FB3-43B1-BD07-C38A72958AF1}" presName="text2" presStyleLbl="fgAcc2" presStyleIdx="6" presStyleCnt="7">
        <dgm:presLayoutVars>
          <dgm:chPref val="3"/>
        </dgm:presLayoutVars>
      </dgm:prSet>
      <dgm:spPr/>
      <dgm:t>
        <a:bodyPr/>
        <a:lstStyle/>
        <a:p>
          <a:endParaRPr lang="en-GB"/>
        </a:p>
      </dgm:t>
    </dgm:pt>
    <dgm:pt modelId="{57D5E4B8-A717-4DAF-B2FC-1801E3277267}" type="pres">
      <dgm:prSet presAssocID="{A324F441-9FB3-43B1-BD07-C38A72958AF1}" presName="hierChild3" presStyleCnt="0"/>
      <dgm:spPr/>
    </dgm:pt>
  </dgm:ptLst>
  <dgm:cxnLst>
    <dgm:cxn modelId="{389B1D35-31C1-4862-8AE2-A46DA39A46F2}" type="presOf" srcId="{540F6093-E2B1-4249-8072-8409C091A3ED}" destId="{31A065AE-CC0C-4A23-A523-53E691EEFFAB}" srcOrd="0" destOrd="0" presId="urn:microsoft.com/office/officeart/2005/8/layout/hierarchy1"/>
    <dgm:cxn modelId="{0C1C815F-2651-4E70-B6AA-9A0E61F9D7B7}" type="presOf" srcId="{5FDBDD60-7640-48EC-B68C-CE4840DB47FF}" destId="{B78C52AA-2AA8-4804-A77E-DB1AB1A47534}" srcOrd="0" destOrd="0" presId="urn:microsoft.com/office/officeart/2005/8/layout/hierarchy1"/>
    <dgm:cxn modelId="{A057CB02-3ED1-4AAE-AB6C-9A45AF1A3065}" srcId="{112089D7-DB56-44BC-9769-1386B4FD8DD8}" destId="{1B9C1BC6-A27F-47BB-8DA2-9E9A5FF4D621}" srcOrd="5" destOrd="0" parTransId="{ED3B6186-3D40-48EF-B292-99523FC3FD40}" sibTransId="{26EEC2B1-4CDC-480A-A28F-25C48702A2E0}"/>
    <dgm:cxn modelId="{CD8BA97B-6844-4981-927F-EA035822E584}" type="presOf" srcId="{1B9C1BC6-A27F-47BB-8DA2-9E9A5FF4D621}" destId="{FD13C481-FE39-4686-A3AA-FA31766A43D3}" srcOrd="0" destOrd="0" presId="urn:microsoft.com/office/officeart/2005/8/layout/hierarchy1"/>
    <dgm:cxn modelId="{22387A96-7925-4BEB-9058-BC4B05E0CED8}" srcId="{112089D7-DB56-44BC-9769-1386B4FD8DD8}" destId="{54932213-EAC8-4C7B-8F5A-20B5FBC1D941}" srcOrd="4" destOrd="0" parTransId="{1854CB00-7703-42BF-82BE-AD9229BEC4DB}" sibTransId="{0EF9BA69-3D14-4C07-9EC4-EF17AF4CB8AA}"/>
    <dgm:cxn modelId="{C7EBB905-81C2-484D-9A52-BC75E77E9352}" type="presOf" srcId="{54932213-EAC8-4C7B-8F5A-20B5FBC1D941}" destId="{731A3CB4-A070-4FAC-BD0B-868C2474FF9D}" srcOrd="0" destOrd="0" presId="urn:microsoft.com/office/officeart/2005/8/layout/hierarchy1"/>
    <dgm:cxn modelId="{9D39DF48-E678-4C89-9CCC-6FE0AF597FFF}" type="presOf" srcId="{75F32545-EEB6-45A9-9CB8-660FAE687A6B}" destId="{0B4BAC74-B45F-40F8-A1EB-1842197B04A5}" srcOrd="0" destOrd="0" presId="urn:microsoft.com/office/officeart/2005/8/layout/hierarchy1"/>
    <dgm:cxn modelId="{5DA81149-7186-4716-90B6-C03DCAE1DFB5}" type="presOf" srcId="{3422E5BE-243F-4E67-B5EF-CAAE2A55258B}" destId="{E0C79B75-6F2A-427F-9973-B32F03D84D2F}" srcOrd="0" destOrd="0" presId="urn:microsoft.com/office/officeart/2005/8/layout/hierarchy1"/>
    <dgm:cxn modelId="{97DE7FEC-2B6E-4211-AC10-8F275461FCE0}" srcId="{112089D7-DB56-44BC-9769-1386B4FD8DD8}" destId="{2DF08807-9752-4554-9C7B-82D630B55A19}" srcOrd="0" destOrd="0" parTransId="{60BA8DFA-FEE5-48B4-A53F-029D0609B0CD}" sibTransId="{97A99BCF-D153-44BA-9041-CA37C8107756}"/>
    <dgm:cxn modelId="{E46B6E14-748F-4DF0-8E19-E738DD39643D}" type="presOf" srcId="{A324F441-9FB3-43B1-BD07-C38A72958AF1}" destId="{1F4ACE5B-B2D7-482A-8E23-DD5FB82F8B10}" srcOrd="0" destOrd="0" presId="urn:microsoft.com/office/officeart/2005/8/layout/hierarchy1"/>
    <dgm:cxn modelId="{3110F900-D4A4-479C-800E-9ADDD4C58E98}" type="presOf" srcId="{05E85DF6-84EF-4DC1-9C0E-24B15A1F4050}" destId="{11A66BEE-7F4C-48E7-831F-7C888B7CC9C0}" srcOrd="0" destOrd="0" presId="urn:microsoft.com/office/officeart/2005/8/layout/hierarchy1"/>
    <dgm:cxn modelId="{AB69BA0F-CBB4-40C0-8F45-24AD68604AA6}" type="presOf" srcId="{60BA8DFA-FEE5-48B4-A53F-029D0609B0CD}" destId="{428A6ACB-E5E7-442F-8200-19708C8F65B6}" srcOrd="0" destOrd="0" presId="urn:microsoft.com/office/officeart/2005/8/layout/hierarchy1"/>
    <dgm:cxn modelId="{773D38B8-FA6E-4BFF-90D4-AC08A278D36E}" srcId="{112089D7-DB56-44BC-9769-1386B4FD8DD8}" destId="{05E85DF6-84EF-4DC1-9C0E-24B15A1F4050}" srcOrd="3" destOrd="0" parTransId="{07BD20B2-5927-4CC2-B2C4-EDFB0FC32AB1}" sibTransId="{55DAB10F-2E9C-48C0-B311-092E6B97F4D9}"/>
    <dgm:cxn modelId="{757F9502-36D8-4587-8A95-09E4253855A9}" type="presOf" srcId="{112089D7-DB56-44BC-9769-1386B4FD8DD8}" destId="{D2AE8700-D3E8-44E0-BB62-9DE2CB473E4A}" srcOrd="0" destOrd="0" presId="urn:microsoft.com/office/officeart/2005/8/layout/hierarchy1"/>
    <dgm:cxn modelId="{D1CBAF47-960A-4EB7-90A9-37D71CC51741}" type="presOf" srcId="{ED3B6186-3D40-48EF-B292-99523FC3FD40}" destId="{144EBCE9-6A7A-4BC8-B9D3-16780A79B60C}" srcOrd="0" destOrd="0" presId="urn:microsoft.com/office/officeart/2005/8/layout/hierarchy1"/>
    <dgm:cxn modelId="{C83ECA5E-41FD-4C1D-8D33-C155B82B6214}" srcId="{112089D7-DB56-44BC-9769-1386B4FD8DD8}" destId="{A324F441-9FB3-43B1-BD07-C38A72958AF1}" srcOrd="6" destOrd="0" parTransId="{75F32545-EEB6-45A9-9CB8-660FAE687A6B}" sibTransId="{F3132B0E-3158-49B4-82A6-54F4E803B671}"/>
    <dgm:cxn modelId="{D64E2F42-367D-408C-82F8-89FD16D972A0}" type="presOf" srcId="{07BD20B2-5927-4CC2-B2C4-EDFB0FC32AB1}" destId="{8BD446B4-F119-45FB-A8E7-0421E68F445C}" srcOrd="0" destOrd="0" presId="urn:microsoft.com/office/officeart/2005/8/layout/hierarchy1"/>
    <dgm:cxn modelId="{208A39F8-D02A-48E3-B697-1135D80124E5}" srcId="{112089D7-DB56-44BC-9769-1386B4FD8DD8}" destId="{5FDBDD60-7640-48EC-B68C-CE4840DB47FF}" srcOrd="2" destOrd="0" parTransId="{95BE5E79-368B-421E-B6A4-B44966A1B821}" sibTransId="{F4A78AD6-7DF1-4391-A1E6-35335579DB51}"/>
    <dgm:cxn modelId="{6667C67D-94C1-429D-9F47-FD53B81AEC85}" type="presOf" srcId="{D13CE90B-C4F8-4028-B440-B8ABE71B85FC}" destId="{86F2D633-297E-4951-AA06-4E44F416ABDA}" srcOrd="0" destOrd="0" presId="urn:microsoft.com/office/officeart/2005/8/layout/hierarchy1"/>
    <dgm:cxn modelId="{9CD9ABD8-1047-4F0D-B014-95CE6470F6B4}" type="presOf" srcId="{95BE5E79-368B-421E-B6A4-B44966A1B821}" destId="{8A3633AC-9F60-4D24-B7D7-A4F576164AE7}" srcOrd="0" destOrd="0" presId="urn:microsoft.com/office/officeart/2005/8/layout/hierarchy1"/>
    <dgm:cxn modelId="{E40C80D0-755A-4847-A4F3-0FB0F0C69864}" type="presOf" srcId="{2DF08807-9752-4554-9C7B-82D630B55A19}" destId="{23C94EED-A77F-4371-976F-B726170774FB}" srcOrd="0" destOrd="0" presId="urn:microsoft.com/office/officeart/2005/8/layout/hierarchy1"/>
    <dgm:cxn modelId="{6EC64F7C-EAEF-4B18-8855-5803FE44C883}" type="presOf" srcId="{1854CB00-7703-42BF-82BE-AD9229BEC4DB}" destId="{998B4BCF-9FBD-4FCE-BB21-5A3D17E90903}" srcOrd="0" destOrd="0" presId="urn:microsoft.com/office/officeart/2005/8/layout/hierarchy1"/>
    <dgm:cxn modelId="{40A8C383-E86D-426F-BCEF-F28D1FB007DC}" srcId="{112089D7-DB56-44BC-9769-1386B4FD8DD8}" destId="{540F6093-E2B1-4249-8072-8409C091A3ED}" srcOrd="1" destOrd="0" parTransId="{D13CE90B-C4F8-4028-B440-B8ABE71B85FC}" sibTransId="{EBB6C816-75BA-4032-A988-B826F38813AF}"/>
    <dgm:cxn modelId="{1D9A8C34-BFDA-42E8-8377-8A748F064279}" srcId="{3422E5BE-243F-4E67-B5EF-CAAE2A55258B}" destId="{112089D7-DB56-44BC-9769-1386B4FD8DD8}" srcOrd="0" destOrd="0" parTransId="{7FFA24F7-D3D7-4888-A6C8-7B320E8AFE28}" sibTransId="{087D71E9-F27E-4166-BAC2-D72957F22156}"/>
    <dgm:cxn modelId="{D4B93F80-C022-42D4-A945-5AE647876AE3}" type="presParOf" srcId="{E0C79B75-6F2A-427F-9973-B32F03D84D2F}" destId="{7AA0E0BE-40B8-4955-B436-DC5C219F9F48}" srcOrd="0" destOrd="0" presId="urn:microsoft.com/office/officeart/2005/8/layout/hierarchy1"/>
    <dgm:cxn modelId="{3E45896F-0514-40C9-B24D-482D9DDB8969}" type="presParOf" srcId="{7AA0E0BE-40B8-4955-B436-DC5C219F9F48}" destId="{C811776F-A264-4DBA-85FE-D79EC3B0C6AD}" srcOrd="0" destOrd="0" presId="urn:microsoft.com/office/officeart/2005/8/layout/hierarchy1"/>
    <dgm:cxn modelId="{65871CD2-37C4-40E3-966C-BAD1FD4C6C19}" type="presParOf" srcId="{C811776F-A264-4DBA-85FE-D79EC3B0C6AD}" destId="{79C7EE13-B1FF-4528-A70E-D56FA520B699}" srcOrd="0" destOrd="0" presId="urn:microsoft.com/office/officeart/2005/8/layout/hierarchy1"/>
    <dgm:cxn modelId="{82AF6C2F-7AD7-49D3-AAEC-F1316FBBA838}" type="presParOf" srcId="{C811776F-A264-4DBA-85FE-D79EC3B0C6AD}" destId="{D2AE8700-D3E8-44E0-BB62-9DE2CB473E4A}" srcOrd="1" destOrd="0" presId="urn:microsoft.com/office/officeart/2005/8/layout/hierarchy1"/>
    <dgm:cxn modelId="{D1FD1E76-BFCA-4DA3-8FD2-E211CD2C232D}" type="presParOf" srcId="{7AA0E0BE-40B8-4955-B436-DC5C219F9F48}" destId="{9124FD63-A81C-4DC3-B1D5-E331F5FE3F8C}" srcOrd="1" destOrd="0" presId="urn:microsoft.com/office/officeart/2005/8/layout/hierarchy1"/>
    <dgm:cxn modelId="{B6890F8A-6BE3-460C-86ED-0095EDF3177F}" type="presParOf" srcId="{9124FD63-A81C-4DC3-B1D5-E331F5FE3F8C}" destId="{428A6ACB-E5E7-442F-8200-19708C8F65B6}" srcOrd="0" destOrd="0" presId="urn:microsoft.com/office/officeart/2005/8/layout/hierarchy1"/>
    <dgm:cxn modelId="{E38CC023-3A14-4F0C-B38E-5CB6E592F785}" type="presParOf" srcId="{9124FD63-A81C-4DC3-B1D5-E331F5FE3F8C}" destId="{15720497-A8AC-45A6-A885-76D1D5B961B4}" srcOrd="1" destOrd="0" presId="urn:microsoft.com/office/officeart/2005/8/layout/hierarchy1"/>
    <dgm:cxn modelId="{6EFC6A72-A528-4454-A41B-FF7A29AC3619}" type="presParOf" srcId="{15720497-A8AC-45A6-A885-76D1D5B961B4}" destId="{2CBF7715-EA5D-40A2-8842-ABDC1D5BCAD3}" srcOrd="0" destOrd="0" presId="urn:microsoft.com/office/officeart/2005/8/layout/hierarchy1"/>
    <dgm:cxn modelId="{EE847E06-6C57-49EF-815D-700C0D7B7BF2}" type="presParOf" srcId="{2CBF7715-EA5D-40A2-8842-ABDC1D5BCAD3}" destId="{6B2407FB-E314-49A4-B3D2-04A8D42F3540}" srcOrd="0" destOrd="0" presId="urn:microsoft.com/office/officeart/2005/8/layout/hierarchy1"/>
    <dgm:cxn modelId="{DA597EE4-69E5-4411-9887-95CA756789BB}" type="presParOf" srcId="{2CBF7715-EA5D-40A2-8842-ABDC1D5BCAD3}" destId="{23C94EED-A77F-4371-976F-B726170774FB}" srcOrd="1" destOrd="0" presId="urn:microsoft.com/office/officeart/2005/8/layout/hierarchy1"/>
    <dgm:cxn modelId="{B3DFB7E3-51DD-4386-A7EF-4FBD5662EDCF}" type="presParOf" srcId="{15720497-A8AC-45A6-A885-76D1D5B961B4}" destId="{E660586D-1EC6-4579-BA6B-DD21B407B516}" srcOrd="1" destOrd="0" presId="urn:microsoft.com/office/officeart/2005/8/layout/hierarchy1"/>
    <dgm:cxn modelId="{FE1EF1EE-2DB8-4DA2-9118-FB06A5353983}" type="presParOf" srcId="{9124FD63-A81C-4DC3-B1D5-E331F5FE3F8C}" destId="{86F2D633-297E-4951-AA06-4E44F416ABDA}" srcOrd="2" destOrd="0" presId="urn:microsoft.com/office/officeart/2005/8/layout/hierarchy1"/>
    <dgm:cxn modelId="{649A6F94-AA55-4FD9-829D-0DCB6F5FE91A}" type="presParOf" srcId="{9124FD63-A81C-4DC3-B1D5-E331F5FE3F8C}" destId="{C350DA14-FB4D-4FC2-BD52-5D6B8A39E729}" srcOrd="3" destOrd="0" presId="urn:microsoft.com/office/officeart/2005/8/layout/hierarchy1"/>
    <dgm:cxn modelId="{7E112488-07EE-47CE-A14F-BB189FDE181A}" type="presParOf" srcId="{C350DA14-FB4D-4FC2-BD52-5D6B8A39E729}" destId="{9769DB49-F7DF-4C13-A316-6627FC058962}" srcOrd="0" destOrd="0" presId="urn:microsoft.com/office/officeart/2005/8/layout/hierarchy1"/>
    <dgm:cxn modelId="{8A56E124-9A45-4187-B967-BC04E81D76C6}" type="presParOf" srcId="{9769DB49-F7DF-4C13-A316-6627FC058962}" destId="{40A92E27-C758-4281-8E6D-1E3EC3382CD2}" srcOrd="0" destOrd="0" presId="urn:microsoft.com/office/officeart/2005/8/layout/hierarchy1"/>
    <dgm:cxn modelId="{E77B11B2-200E-4263-80AD-B74DD940A037}" type="presParOf" srcId="{9769DB49-F7DF-4C13-A316-6627FC058962}" destId="{31A065AE-CC0C-4A23-A523-53E691EEFFAB}" srcOrd="1" destOrd="0" presId="urn:microsoft.com/office/officeart/2005/8/layout/hierarchy1"/>
    <dgm:cxn modelId="{CE24F20C-095B-4997-BE3F-19A68748352E}" type="presParOf" srcId="{C350DA14-FB4D-4FC2-BD52-5D6B8A39E729}" destId="{CCE28BBB-DD72-4738-9B8E-8B124723AE03}" srcOrd="1" destOrd="0" presId="urn:microsoft.com/office/officeart/2005/8/layout/hierarchy1"/>
    <dgm:cxn modelId="{2960C5EC-56DC-4589-97D7-9612DF7A356E}" type="presParOf" srcId="{9124FD63-A81C-4DC3-B1D5-E331F5FE3F8C}" destId="{8A3633AC-9F60-4D24-B7D7-A4F576164AE7}" srcOrd="4" destOrd="0" presId="urn:microsoft.com/office/officeart/2005/8/layout/hierarchy1"/>
    <dgm:cxn modelId="{797F5E65-A18B-4C5A-85CB-84FE853B7346}" type="presParOf" srcId="{9124FD63-A81C-4DC3-B1D5-E331F5FE3F8C}" destId="{D2440653-CFA4-4A34-8B3A-735F9AACD0A0}" srcOrd="5" destOrd="0" presId="urn:microsoft.com/office/officeart/2005/8/layout/hierarchy1"/>
    <dgm:cxn modelId="{3D5D4A2B-34C3-4C6C-8149-E4BF5424DF17}" type="presParOf" srcId="{D2440653-CFA4-4A34-8B3A-735F9AACD0A0}" destId="{5612E31E-7A9B-4D6D-A582-F45231322356}" srcOrd="0" destOrd="0" presId="urn:microsoft.com/office/officeart/2005/8/layout/hierarchy1"/>
    <dgm:cxn modelId="{BB3EF738-08DD-4837-870F-46CD1D5A2D6F}" type="presParOf" srcId="{5612E31E-7A9B-4D6D-A582-F45231322356}" destId="{3A14B81D-6501-4A9C-93E8-C0D8D63BD171}" srcOrd="0" destOrd="0" presId="urn:microsoft.com/office/officeart/2005/8/layout/hierarchy1"/>
    <dgm:cxn modelId="{2BBC7407-D53D-40E1-8078-206ADDFF32D3}" type="presParOf" srcId="{5612E31E-7A9B-4D6D-A582-F45231322356}" destId="{B78C52AA-2AA8-4804-A77E-DB1AB1A47534}" srcOrd="1" destOrd="0" presId="urn:microsoft.com/office/officeart/2005/8/layout/hierarchy1"/>
    <dgm:cxn modelId="{5747A541-549B-45D9-B4AE-8026198A983D}" type="presParOf" srcId="{D2440653-CFA4-4A34-8B3A-735F9AACD0A0}" destId="{CCC55B47-6F2A-43D8-8D89-49C353D0AD52}" srcOrd="1" destOrd="0" presId="urn:microsoft.com/office/officeart/2005/8/layout/hierarchy1"/>
    <dgm:cxn modelId="{0F327F7E-8B79-4864-9A79-3B670C3ADEC1}" type="presParOf" srcId="{9124FD63-A81C-4DC3-B1D5-E331F5FE3F8C}" destId="{8BD446B4-F119-45FB-A8E7-0421E68F445C}" srcOrd="6" destOrd="0" presId="urn:microsoft.com/office/officeart/2005/8/layout/hierarchy1"/>
    <dgm:cxn modelId="{85221DF3-B19E-4956-8209-6B06D08144E1}" type="presParOf" srcId="{9124FD63-A81C-4DC3-B1D5-E331F5FE3F8C}" destId="{C41DA4D6-6BDE-4E42-9571-434A34775D25}" srcOrd="7" destOrd="0" presId="urn:microsoft.com/office/officeart/2005/8/layout/hierarchy1"/>
    <dgm:cxn modelId="{167E58FF-3488-434C-8E76-F75DFC979DA5}" type="presParOf" srcId="{C41DA4D6-6BDE-4E42-9571-434A34775D25}" destId="{6CB68947-2035-4C23-A232-01298BF2BA8A}" srcOrd="0" destOrd="0" presId="urn:microsoft.com/office/officeart/2005/8/layout/hierarchy1"/>
    <dgm:cxn modelId="{A91BCE07-BBE7-4011-B44E-E4D2A2865C27}" type="presParOf" srcId="{6CB68947-2035-4C23-A232-01298BF2BA8A}" destId="{662C3179-156C-489E-9269-4021721C5BBC}" srcOrd="0" destOrd="0" presId="urn:microsoft.com/office/officeart/2005/8/layout/hierarchy1"/>
    <dgm:cxn modelId="{D0C1A8FF-2653-40AF-873D-CAB32FF2CD82}" type="presParOf" srcId="{6CB68947-2035-4C23-A232-01298BF2BA8A}" destId="{11A66BEE-7F4C-48E7-831F-7C888B7CC9C0}" srcOrd="1" destOrd="0" presId="urn:microsoft.com/office/officeart/2005/8/layout/hierarchy1"/>
    <dgm:cxn modelId="{A23229F6-0996-4ED3-BD9B-1353469AE78D}" type="presParOf" srcId="{C41DA4D6-6BDE-4E42-9571-434A34775D25}" destId="{103E67B3-D805-48C8-BBDD-C72E65F88DB6}" srcOrd="1" destOrd="0" presId="urn:microsoft.com/office/officeart/2005/8/layout/hierarchy1"/>
    <dgm:cxn modelId="{9E001308-D8ED-4C71-A62F-9FE45FD61164}" type="presParOf" srcId="{9124FD63-A81C-4DC3-B1D5-E331F5FE3F8C}" destId="{998B4BCF-9FBD-4FCE-BB21-5A3D17E90903}" srcOrd="8" destOrd="0" presId="urn:microsoft.com/office/officeart/2005/8/layout/hierarchy1"/>
    <dgm:cxn modelId="{3A73DED3-862C-4E61-81BD-9A935B911A2F}" type="presParOf" srcId="{9124FD63-A81C-4DC3-B1D5-E331F5FE3F8C}" destId="{7B4F0A4F-DFE4-4860-B429-B7335CA4D660}" srcOrd="9" destOrd="0" presId="urn:microsoft.com/office/officeart/2005/8/layout/hierarchy1"/>
    <dgm:cxn modelId="{2154557A-7F6F-42B9-947C-E00B5E996F53}" type="presParOf" srcId="{7B4F0A4F-DFE4-4860-B429-B7335CA4D660}" destId="{BEF7A9CF-BC03-44AC-A70F-DA3ABC6A6361}" srcOrd="0" destOrd="0" presId="urn:microsoft.com/office/officeart/2005/8/layout/hierarchy1"/>
    <dgm:cxn modelId="{F71A66BA-E37B-4D9B-AC4B-BE20DA1B5FE3}" type="presParOf" srcId="{BEF7A9CF-BC03-44AC-A70F-DA3ABC6A6361}" destId="{54F0EE37-CCF6-4BB1-BA61-F96149AC3718}" srcOrd="0" destOrd="0" presId="urn:microsoft.com/office/officeart/2005/8/layout/hierarchy1"/>
    <dgm:cxn modelId="{93B7DC09-3972-43D0-A958-77340889F07A}" type="presParOf" srcId="{BEF7A9CF-BC03-44AC-A70F-DA3ABC6A6361}" destId="{731A3CB4-A070-4FAC-BD0B-868C2474FF9D}" srcOrd="1" destOrd="0" presId="urn:microsoft.com/office/officeart/2005/8/layout/hierarchy1"/>
    <dgm:cxn modelId="{85D4A520-9892-45A5-9B2D-6399FBCA554E}" type="presParOf" srcId="{7B4F0A4F-DFE4-4860-B429-B7335CA4D660}" destId="{04883043-1DD8-4A05-98FB-B40D2BEF7E3C}" srcOrd="1" destOrd="0" presId="urn:microsoft.com/office/officeart/2005/8/layout/hierarchy1"/>
    <dgm:cxn modelId="{C629C964-B838-412F-A80B-B3159EDD93B3}" type="presParOf" srcId="{9124FD63-A81C-4DC3-B1D5-E331F5FE3F8C}" destId="{144EBCE9-6A7A-4BC8-B9D3-16780A79B60C}" srcOrd="10" destOrd="0" presId="urn:microsoft.com/office/officeart/2005/8/layout/hierarchy1"/>
    <dgm:cxn modelId="{DFC7DF35-12EB-418F-BE2F-8EFCD3B99372}" type="presParOf" srcId="{9124FD63-A81C-4DC3-B1D5-E331F5FE3F8C}" destId="{3DC0325E-05B6-44FC-8DC4-B779F101907D}" srcOrd="11" destOrd="0" presId="urn:microsoft.com/office/officeart/2005/8/layout/hierarchy1"/>
    <dgm:cxn modelId="{62448E30-5AA5-424D-8B9B-BD249C6B761B}" type="presParOf" srcId="{3DC0325E-05B6-44FC-8DC4-B779F101907D}" destId="{1F5CD7A8-DB98-489E-89CB-124642C16D2A}" srcOrd="0" destOrd="0" presId="urn:microsoft.com/office/officeart/2005/8/layout/hierarchy1"/>
    <dgm:cxn modelId="{295EB60B-8E7A-42F6-8345-234F18221B9B}" type="presParOf" srcId="{1F5CD7A8-DB98-489E-89CB-124642C16D2A}" destId="{67F8B690-7029-4557-BD20-C260F8DB4724}" srcOrd="0" destOrd="0" presId="urn:microsoft.com/office/officeart/2005/8/layout/hierarchy1"/>
    <dgm:cxn modelId="{6C16ED35-DC4F-46D2-93B3-75C7B8DE003D}" type="presParOf" srcId="{1F5CD7A8-DB98-489E-89CB-124642C16D2A}" destId="{FD13C481-FE39-4686-A3AA-FA31766A43D3}" srcOrd="1" destOrd="0" presId="urn:microsoft.com/office/officeart/2005/8/layout/hierarchy1"/>
    <dgm:cxn modelId="{33D54267-60ED-4AC6-B713-45DF941D2513}" type="presParOf" srcId="{3DC0325E-05B6-44FC-8DC4-B779F101907D}" destId="{77A7C66B-620C-44D3-AAF0-56364FDB62A8}" srcOrd="1" destOrd="0" presId="urn:microsoft.com/office/officeart/2005/8/layout/hierarchy1"/>
    <dgm:cxn modelId="{4355800B-D66C-458B-88F4-550265A44423}" type="presParOf" srcId="{9124FD63-A81C-4DC3-B1D5-E331F5FE3F8C}" destId="{0B4BAC74-B45F-40F8-A1EB-1842197B04A5}" srcOrd="12" destOrd="0" presId="urn:microsoft.com/office/officeart/2005/8/layout/hierarchy1"/>
    <dgm:cxn modelId="{BAC245C1-BB97-4DFD-AEE4-521F7DD2B415}" type="presParOf" srcId="{9124FD63-A81C-4DC3-B1D5-E331F5FE3F8C}" destId="{5A7B7DA6-29A2-4765-9970-15259FA7AB15}" srcOrd="13" destOrd="0" presId="urn:microsoft.com/office/officeart/2005/8/layout/hierarchy1"/>
    <dgm:cxn modelId="{66C6F2DC-9B0E-4DF3-9439-08B3D4DB9ACD}" type="presParOf" srcId="{5A7B7DA6-29A2-4765-9970-15259FA7AB15}" destId="{F70DEC8A-9889-4791-A860-B3565DFF0993}" srcOrd="0" destOrd="0" presId="urn:microsoft.com/office/officeart/2005/8/layout/hierarchy1"/>
    <dgm:cxn modelId="{2139AFF6-E694-4305-BB4A-5049FBCFDE3F}" type="presParOf" srcId="{F70DEC8A-9889-4791-A860-B3565DFF0993}" destId="{66C38677-3CFA-40E6-B6F4-0879C0578B84}" srcOrd="0" destOrd="0" presId="urn:microsoft.com/office/officeart/2005/8/layout/hierarchy1"/>
    <dgm:cxn modelId="{4E8187A6-C516-4DBE-9181-BB71C764F54E}" type="presParOf" srcId="{F70DEC8A-9889-4791-A860-B3565DFF0993}" destId="{1F4ACE5B-B2D7-482A-8E23-DD5FB82F8B10}" srcOrd="1" destOrd="0" presId="urn:microsoft.com/office/officeart/2005/8/layout/hierarchy1"/>
    <dgm:cxn modelId="{743B1131-84FE-4090-85E3-55C3981A5E13}" type="presParOf" srcId="{5A7B7DA6-29A2-4765-9970-15259FA7AB15}" destId="{57D5E4B8-A717-4DAF-B2FC-1801E3277267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xmlns="" relId="rId7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3422E5BE-243F-4E67-B5EF-CAAE2A55258B}" type="doc">
      <dgm:prSet loTypeId="urn:microsoft.com/office/officeart/2005/8/layout/hierarchy1" loCatId="hierarchy" qsTypeId="urn:microsoft.com/office/officeart/2005/8/quickstyle/simple1" qsCatId="simple" csTypeId="urn:microsoft.com/office/officeart/2005/8/colors/colorful3" csCatId="colorful" phldr="1"/>
      <dgm:spPr/>
      <dgm:t>
        <a:bodyPr/>
        <a:lstStyle/>
        <a:p>
          <a:endParaRPr lang="en-GB"/>
        </a:p>
      </dgm:t>
    </dgm:pt>
    <dgm:pt modelId="{112089D7-DB56-44BC-9769-1386B4FD8DD8}">
      <dgm:prSet phldrT="[Text]"/>
      <dgm:spPr/>
      <dgm:t>
        <a:bodyPr/>
        <a:lstStyle/>
        <a:p>
          <a:r>
            <a:rPr lang="en-GB" dirty="0" smtClean="0"/>
            <a:t>BPMN Plus</a:t>
          </a:r>
          <a:endParaRPr lang="en-GB" dirty="0"/>
        </a:p>
      </dgm:t>
    </dgm:pt>
    <dgm:pt modelId="{7FFA24F7-D3D7-4888-A6C8-7B320E8AFE28}" type="parTrans" cxnId="{1D9A8C34-BFDA-42E8-8377-8A748F064279}">
      <dgm:prSet/>
      <dgm:spPr/>
      <dgm:t>
        <a:bodyPr/>
        <a:lstStyle/>
        <a:p>
          <a:endParaRPr lang="en-GB"/>
        </a:p>
      </dgm:t>
    </dgm:pt>
    <dgm:pt modelId="{087D71E9-F27E-4166-BAC2-D72957F22156}" type="sibTrans" cxnId="{1D9A8C34-BFDA-42E8-8377-8A748F064279}">
      <dgm:prSet/>
      <dgm:spPr/>
      <dgm:t>
        <a:bodyPr/>
        <a:lstStyle/>
        <a:p>
          <a:endParaRPr lang="en-GB"/>
        </a:p>
      </dgm:t>
    </dgm:pt>
    <dgm:pt modelId="{2DF08807-9752-4554-9C7B-82D630B55A19}">
      <dgm:prSet phldrT="[Text]"/>
      <dgm:spPr/>
      <dgm:t>
        <a:bodyPr/>
        <a:lstStyle/>
        <a:p>
          <a:r>
            <a:rPr lang="en-GB" dirty="0" smtClean="0"/>
            <a:t>Process</a:t>
          </a:r>
          <a:endParaRPr lang="en-GB" dirty="0"/>
        </a:p>
      </dgm:t>
    </dgm:pt>
    <dgm:pt modelId="{60BA8DFA-FEE5-48B4-A53F-029D0609B0CD}" type="parTrans" cxnId="{97DE7FEC-2B6E-4211-AC10-8F275461FCE0}">
      <dgm:prSet/>
      <dgm:spPr/>
      <dgm:t>
        <a:bodyPr/>
        <a:lstStyle/>
        <a:p>
          <a:endParaRPr lang="en-GB"/>
        </a:p>
      </dgm:t>
    </dgm:pt>
    <dgm:pt modelId="{97A99BCF-D153-44BA-9041-CA37C8107756}" type="sibTrans" cxnId="{97DE7FEC-2B6E-4211-AC10-8F275461FCE0}">
      <dgm:prSet/>
      <dgm:spPr/>
      <dgm:t>
        <a:bodyPr/>
        <a:lstStyle/>
        <a:p>
          <a:endParaRPr lang="en-GB"/>
        </a:p>
      </dgm:t>
    </dgm:pt>
    <dgm:pt modelId="{5FDBDD60-7640-48EC-B68C-CE4840DB47FF}">
      <dgm:prSet phldrT="[Text]"/>
      <dgm:spPr>
        <a:solidFill>
          <a:srgbClr val="C00000">
            <a:alpha val="50000"/>
          </a:srgbClr>
        </a:solidFill>
      </dgm:spPr>
      <dgm:t>
        <a:bodyPr/>
        <a:lstStyle/>
        <a:p>
          <a:r>
            <a:rPr lang="en-GB" dirty="0" smtClean="0"/>
            <a:t>Activity</a:t>
          </a:r>
          <a:endParaRPr lang="en-GB" dirty="0"/>
        </a:p>
      </dgm:t>
    </dgm:pt>
    <dgm:pt modelId="{95BE5E79-368B-421E-B6A4-B44966A1B821}" type="parTrans" cxnId="{208A39F8-D02A-48E3-B697-1135D80124E5}">
      <dgm:prSet/>
      <dgm:spPr/>
      <dgm:t>
        <a:bodyPr/>
        <a:lstStyle/>
        <a:p>
          <a:endParaRPr lang="en-GB"/>
        </a:p>
      </dgm:t>
    </dgm:pt>
    <dgm:pt modelId="{F4A78AD6-7DF1-4391-A1E6-35335579DB51}" type="sibTrans" cxnId="{208A39F8-D02A-48E3-B697-1135D80124E5}">
      <dgm:prSet/>
      <dgm:spPr/>
      <dgm:t>
        <a:bodyPr/>
        <a:lstStyle/>
        <a:p>
          <a:endParaRPr lang="en-GB"/>
        </a:p>
      </dgm:t>
    </dgm:pt>
    <dgm:pt modelId="{05E85DF6-84EF-4DC1-9C0E-24B15A1F4050}">
      <dgm:prSet/>
      <dgm:spPr/>
      <dgm:t>
        <a:bodyPr/>
        <a:lstStyle/>
        <a:p>
          <a:r>
            <a:rPr lang="en-GB" dirty="0" smtClean="0"/>
            <a:t>Data</a:t>
          </a:r>
          <a:endParaRPr lang="en-GB" dirty="0"/>
        </a:p>
      </dgm:t>
    </dgm:pt>
    <dgm:pt modelId="{07BD20B2-5927-4CC2-B2C4-EDFB0FC32AB1}" type="parTrans" cxnId="{773D38B8-FA6E-4BFF-90D4-AC08A278D36E}">
      <dgm:prSet/>
      <dgm:spPr/>
      <dgm:t>
        <a:bodyPr/>
        <a:lstStyle/>
        <a:p>
          <a:endParaRPr lang="en-GB"/>
        </a:p>
      </dgm:t>
    </dgm:pt>
    <dgm:pt modelId="{55DAB10F-2E9C-48C0-B311-092E6B97F4D9}" type="sibTrans" cxnId="{773D38B8-FA6E-4BFF-90D4-AC08A278D36E}">
      <dgm:prSet/>
      <dgm:spPr/>
      <dgm:t>
        <a:bodyPr/>
        <a:lstStyle/>
        <a:p>
          <a:endParaRPr lang="en-GB"/>
        </a:p>
      </dgm:t>
    </dgm:pt>
    <dgm:pt modelId="{54932213-EAC8-4C7B-8F5A-20B5FBC1D941}">
      <dgm:prSet/>
      <dgm:spPr/>
      <dgm:t>
        <a:bodyPr/>
        <a:lstStyle/>
        <a:p>
          <a:r>
            <a:rPr lang="en-GB" dirty="0" smtClean="0"/>
            <a:t>Performer</a:t>
          </a:r>
          <a:endParaRPr lang="en-GB" dirty="0"/>
        </a:p>
      </dgm:t>
    </dgm:pt>
    <dgm:pt modelId="{1854CB00-7703-42BF-82BE-AD9229BEC4DB}" type="parTrans" cxnId="{22387A96-7925-4BEB-9058-BC4B05E0CED8}">
      <dgm:prSet/>
      <dgm:spPr/>
      <dgm:t>
        <a:bodyPr/>
        <a:lstStyle/>
        <a:p>
          <a:endParaRPr lang="en-GB"/>
        </a:p>
      </dgm:t>
    </dgm:pt>
    <dgm:pt modelId="{0EF9BA69-3D14-4C07-9EC4-EF17AF4CB8AA}" type="sibTrans" cxnId="{22387A96-7925-4BEB-9058-BC4B05E0CED8}">
      <dgm:prSet/>
      <dgm:spPr/>
      <dgm:t>
        <a:bodyPr/>
        <a:lstStyle/>
        <a:p>
          <a:endParaRPr lang="en-GB"/>
        </a:p>
      </dgm:t>
    </dgm:pt>
    <dgm:pt modelId="{540F6093-E2B1-4249-8072-8409C091A3ED}">
      <dgm:prSet/>
      <dgm:spPr/>
      <dgm:t>
        <a:bodyPr/>
        <a:lstStyle/>
        <a:p>
          <a:r>
            <a:rPr lang="en-GB" dirty="0" smtClean="0"/>
            <a:t>Goal</a:t>
          </a:r>
          <a:endParaRPr lang="en-GB" dirty="0"/>
        </a:p>
      </dgm:t>
    </dgm:pt>
    <dgm:pt modelId="{D13CE90B-C4F8-4028-B440-B8ABE71B85FC}" type="parTrans" cxnId="{40A8C383-E86D-426F-BCEF-F28D1FB007DC}">
      <dgm:prSet/>
      <dgm:spPr/>
      <dgm:t>
        <a:bodyPr/>
        <a:lstStyle/>
        <a:p>
          <a:endParaRPr lang="en-GB"/>
        </a:p>
      </dgm:t>
    </dgm:pt>
    <dgm:pt modelId="{EBB6C816-75BA-4032-A988-B826F38813AF}" type="sibTrans" cxnId="{40A8C383-E86D-426F-BCEF-F28D1FB007DC}">
      <dgm:prSet/>
      <dgm:spPr/>
      <dgm:t>
        <a:bodyPr/>
        <a:lstStyle/>
        <a:p>
          <a:endParaRPr lang="en-GB"/>
        </a:p>
      </dgm:t>
    </dgm:pt>
    <dgm:pt modelId="{1B9C1BC6-A27F-47BB-8DA2-9E9A5FF4D621}">
      <dgm:prSet/>
      <dgm:spPr/>
      <dgm:t>
        <a:bodyPr/>
        <a:lstStyle/>
        <a:p>
          <a:r>
            <a:rPr lang="en-GB" dirty="0" smtClean="0"/>
            <a:t>Event</a:t>
          </a:r>
          <a:endParaRPr lang="en-GB" dirty="0"/>
        </a:p>
      </dgm:t>
    </dgm:pt>
    <dgm:pt modelId="{ED3B6186-3D40-48EF-B292-99523FC3FD40}" type="parTrans" cxnId="{A057CB02-3ED1-4AAE-AB6C-9A45AF1A3065}">
      <dgm:prSet/>
      <dgm:spPr/>
      <dgm:t>
        <a:bodyPr/>
        <a:lstStyle/>
        <a:p>
          <a:endParaRPr lang="en-GB"/>
        </a:p>
      </dgm:t>
    </dgm:pt>
    <dgm:pt modelId="{26EEC2B1-4CDC-480A-A28F-25C48702A2E0}" type="sibTrans" cxnId="{A057CB02-3ED1-4AAE-AB6C-9A45AF1A3065}">
      <dgm:prSet/>
      <dgm:spPr/>
      <dgm:t>
        <a:bodyPr/>
        <a:lstStyle/>
        <a:p>
          <a:endParaRPr lang="en-GB"/>
        </a:p>
      </dgm:t>
    </dgm:pt>
    <dgm:pt modelId="{A324F441-9FB3-43B1-BD07-C38A72958AF1}">
      <dgm:prSet/>
      <dgm:spPr/>
      <dgm:t>
        <a:bodyPr/>
        <a:lstStyle/>
        <a:p>
          <a:r>
            <a:rPr lang="en-GB" dirty="0" smtClean="0"/>
            <a:t>Gateway</a:t>
          </a:r>
          <a:endParaRPr lang="en-GB" dirty="0"/>
        </a:p>
      </dgm:t>
    </dgm:pt>
    <dgm:pt modelId="{75F32545-EEB6-45A9-9CB8-660FAE687A6B}" type="parTrans" cxnId="{C83ECA5E-41FD-4C1D-8D33-C155B82B6214}">
      <dgm:prSet/>
      <dgm:spPr/>
      <dgm:t>
        <a:bodyPr/>
        <a:lstStyle/>
        <a:p>
          <a:endParaRPr lang="en-GB"/>
        </a:p>
      </dgm:t>
    </dgm:pt>
    <dgm:pt modelId="{F3132B0E-3158-49B4-82A6-54F4E803B671}" type="sibTrans" cxnId="{C83ECA5E-41FD-4C1D-8D33-C155B82B6214}">
      <dgm:prSet/>
      <dgm:spPr/>
      <dgm:t>
        <a:bodyPr/>
        <a:lstStyle/>
        <a:p>
          <a:endParaRPr lang="en-GB"/>
        </a:p>
      </dgm:t>
    </dgm:pt>
    <dgm:pt modelId="{E0C79B75-6F2A-427F-9973-B32F03D84D2F}" type="pres">
      <dgm:prSet presAssocID="{3422E5BE-243F-4E67-B5EF-CAAE2A55258B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  <dgm:t>
        <a:bodyPr/>
        <a:lstStyle/>
        <a:p>
          <a:endParaRPr lang="en-GB"/>
        </a:p>
      </dgm:t>
    </dgm:pt>
    <dgm:pt modelId="{7AA0E0BE-40B8-4955-B436-DC5C219F9F48}" type="pres">
      <dgm:prSet presAssocID="{112089D7-DB56-44BC-9769-1386B4FD8DD8}" presName="hierRoot1" presStyleCnt="0"/>
      <dgm:spPr/>
    </dgm:pt>
    <dgm:pt modelId="{C811776F-A264-4DBA-85FE-D79EC3B0C6AD}" type="pres">
      <dgm:prSet presAssocID="{112089D7-DB56-44BC-9769-1386B4FD8DD8}" presName="composite" presStyleCnt="0"/>
      <dgm:spPr/>
    </dgm:pt>
    <dgm:pt modelId="{79C7EE13-B1FF-4528-A70E-D56FA520B699}" type="pres">
      <dgm:prSet presAssocID="{112089D7-DB56-44BC-9769-1386B4FD8DD8}" presName="background" presStyleLbl="node0" presStyleIdx="0" presStyleCnt="1"/>
      <dgm:spPr/>
    </dgm:pt>
    <dgm:pt modelId="{D2AE8700-D3E8-44E0-BB62-9DE2CB473E4A}" type="pres">
      <dgm:prSet presAssocID="{112089D7-DB56-44BC-9769-1386B4FD8DD8}" presName="text" presStyleLbl="fgAcc0" presStyleIdx="0" presStyleCnt="1" custLinFactX="-15272" custLinFactNeighborX="-100000" custLinFactNeighborY="-32050">
        <dgm:presLayoutVars>
          <dgm:chPref val="3"/>
        </dgm:presLayoutVars>
      </dgm:prSet>
      <dgm:spPr/>
      <dgm:t>
        <a:bodyPr/>
        <a:lstStyle/>
        <a:p>
          <a:endParaRPr lang="en-GB"/>
        </a:p>
      </dgm:t>
    </dgm:pt>
    <dgm:pt modelId="{9124FD63-A81C-4DC3-B1D5-E331F5FE3F8C}" type="pres">
      <dgm:prSet presAssocID="{112089D7-DB56-44BC-9769-1386B4FD8DD8}" presName="hierChild2" presStyleCnt="0"/>
      <dgm:spPr/>
    </dgm:pt>
    <dgm:pt modelId="{428A6ACB-E5E7-442F-8200-19708C8F65B6}" type="pres">
      <dgm:prSet presAssocID="{60BA8DFA-FEE5-48B4-A53F-029D0609B0CD}" presName="Name10" presStyleLbl="parChTrans1D2" presStyleIdx="0" presStyleCnt="7"/>
      <dgm:spPr/>
      <dgm:t>
        <a:bodyPr/>
        <a:lstStyle/>
        <a:p>
          <a:endParaRPr lang="en-GB"/>
        </a:p>
      </dgm:t>
    </dgm:pt>
    <dgm:pt modelId="{15720497-A8AC-45A6-A885-76D1D5B961B4}" type="pres">
      <dgm:prSet presAssocID="{2DF08807-9752-4554-9C7B-82D630B55A19}" presName="hierRoot2" presStyleCnt="0"/>
      <dgm:spPr/>
    </dgm:pt>
    <dgm:pt modelId="{2CBF7715-EA5D-40A2-8842-ABDC1D5BCAD3}" type="pres">
      <dgm:prSet presAssocID="{2DF08807-9752-4554-9C7B-82D630B55A19}" presName="composite2" presStyleCnt="0"/>
      <dgm:spPr/>
    </dgm:pt>
    <dgm:pt modelId="{6B2407FB-E314-49A4-B3D2-04A8D42F3540}" type="pres">
      <dgm:prSet presAssocID="{2DF08807-9752-4554-9C7B-82D630B55A19}" presName="background2" presStyleLbl="node2" presStyleIdx="0" presStyleCnt="7"/>
      <dgm:spPr/>
    </dgm:pt>
    <dgm:pt modelId="{23C94EED-A77F-4371-976F-B726170774FB}" type="pres">
      <dgm:prSet presAssocID="{2DF08807-9752-4554-9C7B-82D630B55A19}" presName="text2" presStyleLbl="fgAcc2" presStyleIdx="0" presStyleCnt="7">
        <dgm:presLayoutVars>
          <dgm:chPref val="3"/>
        </dgm:presLayoutVars>
      </dgm:prSet>
      <dgm:spPr/>
      <dgm:t>
        <a:bodyPr/>
        <a:lstStyle/>
        <a:p>
          <a:endParaRPr lang="en-GB"/>
        </a:p>
      </dgm:t>
    </dgm:pt>
    <dgm:pt modelId="{E660586D-1EC6-4579-BA6B-DD21B407B516}" type="pres">
      <dgm:prSet presAssocID="{2DF08807-9752-4554-9C7B-82D630B55A19}" presName="hierChild3" presStyleCnt="0"/>
      <dgm:spPr/>
    </dgm:pt>
    <dgm:pt modelId="{86F2D633-297E-4951-AA06-4E44F416ABDA}" type="pres">
      <dgm:prSet presAssocID="{D13CE90B-C4F8-4028-B440-B8ABE71B85FC}" presName="Name10" presStyleLbl="parChTrans1D2" presStyleIdx="1" presStyleCnt="7"/>
      <dgm:spPr/>
      <dgm:t>
        <a:bodyPr/>
        <a:lstStyle/>
        <a:p>
          <a:endParaRPr lang="en-GB"/>
        </a:p>
      </dgm:t>
    </dgm:pt>
    <dgm:pt modelId="{C350DA14-FB4D-4FC2-BD52-5D6B8A39E729}" type="pres">
      <dgm:prSet presAssocID="{540F6093-E2B1-4249-8072-8409C091A3ED}" presName="hierRoot2" presStyleCnt="0"/>
      <dgm:spPr/>
    </dgm:pt>
    <dgm:pt modelId="{9769DB49-F7DF-4C13-A316-6627FC058962}" type="pres">
      <dgm:prSet presAssocID="{540F6093-E2B1-4249-8072-8409C091A3ED}" presName="composite2" presStyleCnt="0"/>
      <dgm:spPr/>
    </dgm:pt>
    <dgm:pt modelId="{40A92E27-C758-4281-8E6D-1E3EC3382CD2}" type="pres">
      <dgm:prSet presAssocID="{540F6093-E2B1-4249-8072-8409C091A3ED}" presName="background2" presStyleLbl="node2" presStyleIdx="1" presStyleCnt="7"/>
      <dgm:spPr/>
    </dgm:pt>
    <dgm:pt modelId="{31A065AE-CC0C-4A23-A523-53E691EEFFAB}" type="pres">
      <dgm:prSet presAssocID="{540F6093-E2B1-4249-8072-8409C091A3ED}" presName="text2" presStyleLbl="fgAcc2" presStyleIdx="1" presStyleCnt="7" custLinFactX="22831" custLinFactNeighborX="100000" custLinFactNeighborY="-2530">
        <dgm:presLayoutVars>
          <dgm:chPref val="3"/>
        </dgm:presLayoutVars>
      </dgm:prSet>
      <dgm:spPr/>
      <dgm:t>
        <a:bodyPr/>
        <a:lstStyle/>
        <a:p>
          <a:endParaRPr lang="en-GB"/>
        </a:p>
      </dgm:t>
    </dgm:pt>
    <dgm:pt modelId="{CCE28BBB-DD72-4738-9B8E-8B124723AE03}" type="pres">
      <dgm:prSet presAssocID="{540F6093-E2B1-4249-8072-8409C091A3ED}" presName="hierChild3" presStyleCnt="0"/>
      <dgm:spPr/>
    </dgm:pt>
    <dgm:pt modelId="{8A3633AC-9F60-4D24-B7D7-A4F576164AE7}" type="pres">
      <dgm:prSet presAssocID="{95BE5E79-368B-421E-B6A4-B44966A1B821}" presName="Name10" presStyleLbl="parChTrans1D2" presStyleIdx="2" presStyleCnt="7"/>
      <dgm:spPr/>
      <dgm:t>
        <a:bodyPr/>
        <a:lstStyle/>
        <a:p>
          <a:endParaRPr lang="en-GB"/>
        </a:p>
      </dgm:t>
    </dgm:pt>
    <dgm:pt modelId="{D2440653-CFA4-4A34-8B3A-735F9AACD0A0}" type="pres">
      <dgm:prSet presAssocID="{5FDBDD60-7640-48EC-B68C-CE4840DB47FF}" presName="hierRoot2" presStyleCnt="0"/>
      <dgm:spPr/>
    </dgm:pt>
    <dgm:pt modelId="{5612E31E-7A9B-4D6D-A582-F45231322356}" type="pres">
      <dgm:prSet presAssocID="{5FDBDD60-7640-48EC-B68C-CE4840DB47FF}" presName="composite2" presStyleCnt="0"/>
      <dgm:spPr/>
    </dgm:pt>
    <dgm:pt modelId="{3A14B81D-6501-4A9C-93E8-C0D8D63BD171}" type="pres">
      <dgm:prSet presAssocID="{5FDBDD60-7640-48EC-B68C-CE4840DB47FF}" presName="background2" presStyleLbl="node2" presStyleIdx="2" presStyleCnt="7"/>
      <dgm:spPr/>
    </dgm:pt>
    <dgm:pt modelId="{B78C52AA-2AA8-4804-A77E-DB1AB1A47534}" type="pres">
      <dgm:prSet presAssocID="{5FDBDD60-7640-48EC-B68C-CE4840DB47FF}" presName="text2" presStyleLbl="fgAcc2" presStyleIdx="2" presStyleCnt="7" custLinFactX="-24175" custLinFactNeighborX="-100000" custLinFactNeighborY="-2530">
        <dgm:presLayoutVars>
          <dgm:chPref val="3"/>
        </dgm:presLayoutVars>
      </dgm:prSet>
      <dgm:spPr/>
      <dgm:t>
        <a:bodyPr/>
        <a:lstStyle/>
        <a:p>
          <a:endParaRPr lang="en-GB"/>
        </a:p>
      </dgm:t>
    </dgm:pt>
    <dgm:pt modelId="{CCC55B47-6F2A-43D8-8D89-49C353D0AD52}" type="pres">
      <dgm:prSet presAssocID="{5FDBDD60-7640-48EC-B68C-CE4840DB47FF}" presName="hierChild3" presStyleCnt="0"/>
      <dgm:spPr/>
    </dgm:pt>
    <dgm:pt modelId="{8BD446B4-F119-45FB-A8E7-0421E68F445C}" type="pres">
      <dgm:prSet presAssocID="{07BD20B2-5927-4CC2-B2C4-EDFB0FC32AB1}" presName="Name10" presStyleLbl="parChTrans1D2" presStyleIdx="3" presStyleCnt="7"/>
      <dgm:spPr/>
      <dgm:t>
        <a:bodyPr/>
        <a:lstStyle/>
        <a:p>
          <a:endParaRPr lang="en-GB"/>
        </a:p>
      </dgm:t>
    </dgm:pt>
    <dgm:pt modelId="{C41DA4D6-6BDE-4E42-9571-434A34775D25}" type="pres">
      <dgm:prSet presAssocID="{05E85DF6-84EF-4DC1-9C0E-24B15A1F4050}" presName="hierRoot2" presStyleCnt="0"/>
      <dgm:spPr/>
    </dgm:pt>
    <dgm:pt modelId="{6CB68947-2035-4C23-A232-01298BF2BA8A}" type="pres">
      <dgm:prSet presAssocID="{05E85DF6-84EF-4DC1-9C0E-24B15A1F4050}" presName="composite2" presStyleCnt="0"/>
      <dgm:spPr/>
    </dgm:pt>
    <dgm:pt modelId="{662C3179-156C-489E-9269-4021721C5BBC}" type="pres">
      <dgm:prSet presAssocID="{05E85DF6-84EF-4DC1-9C0E-24B15A1F4050}" presName="background2" presStyleLbl="node2" presStyleIdx="3" presStyleCnt="7"/>
      <dgm:spPr/>
    </dgm:pt>
    <dgm:pt modelId="{11A66BEE-7F4C-48E7-831F-7C888B7CC9C0}" type="pres">
      <dgm:prSet presAssocID="{05E85DF6-84EF-4DC1-9C0E-24B15A1F4050}" presName="text2" presStyleLbl="fgAcc2" presStyleIdx="3" presStyleCnt="7">
        <dgm:presLayoutVars>
          <dgm:chPref val="3"/>
        </dgm:presLayoutVars>
      </dgm:prSet>
      <dgm:spPr/>
      <dgm:t>
        <a:bodyPr/>
        <a:lstStyle/>
        <a:p>
          <a:endParaRPr lang="en-GB"/>
        </a:p>
      </dgm:t>
    </dgm:pt>
    <dgm:pt modelId="{103E67B3-D805-48C8-BBDD-C72E65F88DB6}" type="pres">
      <dgm:prSet presAssocID="{05E85DF6-84EF-4DC1-9C0E-24B15A1F4050}" presName="hierChild3" presStyleCnt="0"/>
      <dgm:spPr/>
    </dgm:pt>
    <dgm:pt modelId="{998B4BCF-9FBD-4FCE-BB21-5A3D17E90903}" type="pres">
      <dgm:prSet presAssocID="{1854CB00-7703-42BF-82BE-AD9229BEC4DB}" presName="Name10" presStyleLbl="parChTrans1D2" presStyleIdx="4" presStyleCnt="7"/>
      <dgm:spPr/>
      <dgm:t>
        <a:bodyPr/>
        <a:lstStyle/>
        <a:p>
          <a:endParaRPr lang="en-GB"/>
        </a:p>
      </dgm:t>
    </dgm:pt>
    <dgm:pt modelId="{7B4F0A4F-DFE4-4860-B429-B7335CA4D660}" type="pres">
      <dgm:prSet presAssocID="{54932213-EAC8-4C7B-8F5A-20B5FBC1D941}" presName="hierRoot2" presStyleCnt="0"/>
      <dgm:spPr/>
    </dgm:pt>
    <dgm:pt modelId="{BEF7A9CF-BC03-44AC-A70F-DA3ABC6A6361}" type="pres">
      <dgm:prSet presAssocID="{54932213-EAC8-4C7B-8F5A-20B5FBC1D941}" presName="composite2" presStyleCnt="0"/>
      <dgm:spPr/>
    </dgm:pt>
    <dgm:pt modelId="{54F0EE37-CCF6-4BB1-BA61-F96149AC3718}" type="pres">
      <dgm:prSet presAssocID="{54932213-EAC8-4C7B-8F5A-20B5FBC1D941}" presName="background2" presStyleLbl="node2" presStyleIdx="4" presStyleCnt="7"/>
      <dgm:spPr/>
    </dgm:pt>
    <dgm:pt modelId="{731A3CB4-A070-4FAC-BD0B-868C2474FF9D}" type="pres">
      <dgm:prSet presAssocID="{54932213-EAC8-4C7B-8F5A-20B5FBC1D941}" presName="text2" presStyleLbl="fgAcc2" presStyleIdx="4" presStyleCnt="7">
        <dgm:presLayoutVars>
          <dgm:chPref val="3"/>
        </dgm:presLayoutVars>
      </dgm:prSet>
      <dgm:spPr/>
      <dgm:t>
        <a:bodyPr/>
        <a:lstStyle/>
        <a:p>
          <a:endParaRPr lang="en-GB"/>
        </a:p>
      </dgm:t>
    </dgm:pt>
    <dgm:pt modelId="{04883043-1DD8-4A05-98FB-B40D2BEF7E3C}" type="pres">
      <dgm:prSet presAssocID="{54932213-EAC8-4C7B-8F5A-20B5FBC1D941}" presName="hierChild3" presStyleCnt="0"/>
      <dgm:spPr/>
    </dgm:pt>
    <dgm:pt modelId="{144EBCE9-6A7A-4BC8-B9D3-16780A79B60C}" type="pres">
      <dgm:prSet presAssocID="{ED3B6186-3D40-48EF-B292-99523FC3FD40}" presName="Name10" presStyleLbl="parChTrans1D2" presStyleIdx="5" presStyleCnt="7"/>
      <dgm:spPr/>
      <dgm:t>
        <a:bodyPr/>
        <a:lstStyle/>
        <a:p>
          <a:endParaRPr lang="en-GB"/>
        </a:p>
      </dgm:t>
    </dgm:pt>
    <dgm:pt modelId="{3DC0325E-05B6-44FC-8DC4-B779F101907D}" type="pres">
      <dgm:prSet presAssocID="{1B9C1BC6-A27F-47BB-8DA2-9E9A5FF4D621}" presName="hierRoot2" presStyleCnt="0"/>
      <dgm:spPr/>
    </dgm:pt>
    <dgm:pt modelId="{1F5CD7A8-DB98-489E-89CB-124642C16D2A}" type="pres">
      <dgm:prSet presAssocID="{1B9C1BC6-A27F-47BB-8DA2-9E9A5FF4D621}" presName="composite2" presStyleCnt="0"/>
      <dgm:spPr/>
    </dgm:pt>
    <dgm:pt modelId="{67F8B690-7029-4557-BD20-C260F8DB4724}" type="pres">
      <dgm:prSet presAssocID="{1B9C1BC6-A27F-47BB-8DA2-9E9A5FF4D621}" presName="background2" presStyleLbl="node2" presStyleIdx="5" presStyleCnt="7"/>
      <dgm:spPr/>
    </dgm:pt>
    <dgm:pt modelId="{FD13C481-FE39-4686-A3AA-FA31766A43D3}" type="pres">
      <dgm:prSet presAssocID="{1B9C1BC6-A27F-47BB-8DA2-9E9A5FF4D621}" presName="text2" presStyleLbl="fgAcc2" presStyleIdx="5" presStyleCnt="7">
        <dgm:presLayoutVars>
          <dgm:chPref val="3"/>
        </dgm:presLayoutVars>
      </dgm:prSet>
      <dgm:spPr/>
      <dgm:t>
        <a:bodyPr/>
        <a:lstStyle/>
        <a:p>
          <a:endParaRPr lang="en-GB"/>
        </a:p>
      </dgm:t>
    </dgm:pt>
    <dgm:pt modelId="{77A7C66B-620C-44D3-AAF0-56364FDB62A8}" type="pres">
      <dgm:prSet presAssocID="{1B9C1BC6-A27F-47BB-8DA2-9E9A5FF4D621}" presName="hierChild3" presStyleCnt="0"/>
      <dgm:spPr/>
    </dgm:pt>
    <dgm:pt modelId="{0B4BAC74-B45F-40F8-A1EB-1842197B04A5}" type="pres">
      <dgm:prSet presAssocID="{75F32545-EEB6-45A9-9CB8-660FAE687A6B}" presName="Name10" presStyleLbl="parChTrans1D2" presStyleIdx="6" presStyleCnt="7"/>
      <dgm:spPr/>
      <dgm:t>
        <a:bodyPr/>
        <a:lstStyle/>
        <a:p>
          <a:endParaRPr lang="en-GB"/>
        </a:p>
      </dgm:t>
    </dgm:pt>
    <dgm:pt modelId="{5A7B7DA6-29A2-4765-9970-15259FA7AB15}" type="pres">
      <dgm:prSet presAssocID="{A324F441-9FB3-43B1-BD07-C38A72958AF1}" presName="hierRoot2" presStyleCnt="0"/>
      <dgm:spPr/>
    </dgm:pt>
    <dgm:pt modelId="{F70DEC8A-9889-4791-A860-B3565DFF0993}" type="pres">
      <dgm:prSet presAssocID="{A324F441-9FB3-43B1-BD07-C38A72958AF1}" presName="composite2" presStyleCnt="0"/>
      <dgm:spPr/>
    </dgm:pt>
    <dgm:pt modelId="{66C38677-3CFA-40E6-B6F4-0879C0578B84}" type="pres">
      <dgm:prSet presAssocID="{A324F441-9FB3-43B1-BD07-C38A72958AF1}" presName="background2" presStyleLbl="node2" presStyleIdx="6" presStyleCnt="7"/>
      <dgm:spPr/>
    </dgm:pt>
    <dgm:pt modelId="{1F4ACE5B-B2D7-482A-8E23-DD5FB82F8B10}" type="pres">
      <dgm:prSet presAssocID="{A324F441-9FB3-43B1-BD07-C38A72958AF1}" presName="text2" presStyleLbl="fgAcc2" presStyleIdx="6" presStyleCnt="7">
        <dgm:presLayoutVars>
          <dgm:chPref val="3"/>
        </dgm:presLayoutVars>
      </dgm:prSet>
      <dgm:spPr/>
      <dgm:t>
        <a:bodyPr/>
        <a:lstStyle/>
        <a:p>
          <a:endParaRPr lang="en-GB"/>
        </a:p>
      </dgm:t>
    </dgm:pt>
    <dgm:pt modelId="{57D5E4B8-A717-4DAF-B2FC-1801E3277267}" type="pres">
      <dgm:prSet presAssocID="{A324F441-9FB3-43B1-BD07-C38A72958AF1}" presName="hierChild3" presStyleCnt="0"/>
      <dgm:spPr/>
    </dgm:pt>
  </dgm:ptLst>
  <dgm:cxnLst>
    <dgm:cxn modelId="{A057CB02-3ED1-4AAE-AB6C-9A45AF1A3065}" srcId="{112089D7-DB56-44BC-9769-1386B4FD8DD8}" destId="{1B9C1BC6-A27F-47BB-8DA2-9E9A5FF4D621}" srcOrd="5" destOrd="0" parTransId="{ED3B6186-3D40-48EF-B292-99523FC3FD40}" sibTransId="{26EEC2B1-4CDC-480A-A28F-25C48702A2E0}"/>
    <dgm:cxn modelId="{22387A96-7925-4BEB-9058-BC4B05E0CED8}" srcId="{112089D7-DB56-44BC-9769-1386B4FD8DD8}" destId="{54932213-EAC8-4C7B-8F5A-20B5FBC1D941}" srcOrd="4" destOrd="0" parTransId="{1854CB00-7703-42BF-82BE-AD9229BEC4DB}" sibTransId="{0EF9BA69-3D14-4C07-9EC4-EF17AF4CB8AA}"/>
    <dgm:cxn modelId="{ADA2FB5B-0BD4-4964-BF6E-5A7425FCF5BF}" type="presOf" srcId="{3422E5BE-243F-4E67-B5EF-CAAE2A55258B}" destId="{E0C79B75-6F2A-427F-9973-B32F03D84D2F}" srcOrd="0" destOrd="0" presId="urn:microsoft.com/office/officeart/2005/8/layout/hierarchy1"/>
    <dgm:cxn modelId="{8084E48F-11E1-438E-8833-76D40C6D26A6}" type="presOf" srcId="{112089D7-DB56-44BC-9769-1386B4FD8DD8}" destId="{D2AE8700-D3E8-44E0-BB62-9DE2CB473E4A}" srcOrd="0" destOrd="0" presId="urn:microsoft.com/office/officeart/2005/8/layout/hierarchy1"/>
    <dgm:cxn modelId="{05279ADF-A96B-4D74-A6C2-59D6E8EC85E2}" type="presOf" srcId="{1854CB00-7703-42BF-82BE-AD9229BEC4DB}" destId="{998B4BCF-9FBD-4FCE-BB21-5A3D17E90903}" srcOrd="0" destOrd="0" presId="urn:microsoft.com/office/officeart/2005/8/layout/hierarchy1"/>
    <dgm:cxn modelId="{97DE7FEC-2B6E-4211-AC10-8F275461FCE0}" srcId="{112089D7-DB56-44BC-9769-1386B4FD8DD8}" destId="{2DF08807-9752-4554-9C7B-82D630B55A19}" srcOrd="0" destOrd="0" parTransId="{60BA8DFA-FEE5-48B4-A53F-029D0609B0CD}" sibTransId="{97A99BCF-D153-44BA-9041-CA37C8107756}"/>
    <dgm:cxn modelId="{C99DE4CF-3C40-4896-9088-DCD894764042}" type="presOf" srcId="{07BD20B2-5927-4CC2-B2C4-EDFB0FC32AB1}" destId="{8BD446B4-F119-45FB-A8E7-0421E68F445C}" srcOrd="0" destOrd="0" presId="urn:microsoft.com/office/officeart/2005/8/layout/hierarchy1"/>
    <dgm:cxn modelId="{773D38B8-FA6E-4BFF-90D4-AC08A278D36E}" srcId="{112089D7-DB56-44BC-9769-1386B4FD8DD8}" destId="{05E85DF6-84EF-4DC1-9C0E-24B15A1F4050}" srcOrd="3" destOrd="0" parTransId="{07BD20B2-5927-4CC2-B2C4-EDFB0FC32AB1}" sibTransId="{55DAB10F-2E9C-48C0-B311-092E6B97F4D9}"/>
    <dgm:cxn modelId="{6A486F84-03F3-42AF-9373-71C4FD9107A3}" type="presOf" srcId="{D13CE90B-C4F8-4028-B440-B8ABE71B85FC}" destId="{86F2D633-297E-4951-AA06-4E44F416ABDA}" srcOrd="0" destOrd="0" presId="urn:microsoft.com/office/officeart/2005/8/layout/hierarchy1"/>
    <dgm:cxn modelId="{8A8E2B92-9662-47D1-9E7C-27FF9E115C78}" type="presOf" srcId="{ED3B6186-3D40-48EF-B292-99523FC3FD40}" destId="{144EBCE9-6A7A-4BC8-B9D3-16780A79B60C}" srcOrd="0" destOrd="0" presId="urn:microsoft.com/office/officeart/2005/8/layout/hierarchy1"/>
    <dgm:cxn modelId="{C83ECA5E-41FD-4C1D-8D33-C155B82B6214}" srcId="{112089D7-DB56-44BC-9769-1386B4FD8DD8}" destId="{A324F441-9FB3-43B1-BD07-C38A72958AF1}" srcOrd="6" destOrd="0" parTransId="{75F32545-EEB6-45A9-9CB8-660FAE687A6B}" sibTransId="{F3132B0E-3158-49B4-82A6-54F4E803B671}"/>
    <dgm:cxn modelId="{F2F466F4-3F58-42B1-9B2A-68FF0E6E2DDC}" type="presOf" srcId="{05E85DF6-84EF-4DC1-9C0E-24B15A1F4050}" destId="{11A66BEE-7F4C-48E7-831F-7C888B7CC9C0}" srcOrd="0" destOrd="0" presId="urn:microsoft.com/office/officeart/2005/8/layout/hierarchy1"/>
    <dgm:cxn modelId="{82CC2E28-71DB-4B61-A76C-D0251F5C7D61}" type="presOf" srcId="{2DF08807-9752-4554-9C7B-82D630B55A19}" destId="{23C94EED-A77F-4371-976F-B726170774FB}" srcOrd="0" destOrd="0" presId="urn:microsoft.com/office/officeart/2005/8/layout/hierarchy1"/>
    <dgm:cxn modelId="{A8C59574-9810-4D96-97F2-057EF8E644DC}" type="presOf" srcId="{5FDBDD60-7640-48EC-B68C-CE4840DB47FF}" destId="{B78C52AA-2AA8-4804-A77E-DB1AB1A47534}" srcOrd="0" destOrd="0" presId="urn:microsoft.com/office/officeart/2005/8/layout/hierarchy1"/>
    <dgm:cxn modelId="{C786A817-964E-4991-9EA1-B83A46C892E4}" type="presOf" srcId="{60BA8DFA-FEE5-48B4-A53F-029D0609B0CD}" destId="{428A6ACB-E5E7-442F-8200-19708C8F65B6}" srcOrd="0" destOrd="0" presId="urn:microsoft.com/office/officeart/2005/8/layout/hierarchy1"/>
    <dgm:cxn modelId="{208A39F8-D02A-48E3-B697-1135D80124E5}" srcId="{112089D7-DB56-44BC-9769-1386B4FD8DD8}" destId="{5FDBDD60-7640-48EC-B68C-CE4840DB47FF}" srcOrd="2" destOrd="0" parTransId="{95BE5E79-368B-421E-B6A4-B44966A1B821}" sibTransId="{F4A78AD6-7DF1-4391-A1E6-35335579DB51}"/>
    <dgm:cxn modelId="{843A54E8-879B-4CBD-8309-F844602384CF}" type="presOf" srcId="{95BE5E79-368B-421E-B6A4-B44966A1B821}" destId="{8A3633AC-9F60-4D24-B7D7-A4F576164AE7}" srcOrd="0" destOrd="0" presId="urn:microsoft.com/office/officeart/2005/8/layout/hierarchy1"/>
    <dgm:cxn modelId="{70807A6D-C37F-4CAA-B8FE-AFEB95D710D8}" type="presOf" srcId="{540F6093-E2B1-4249-8072-8409C091A3ED}" destId="{31A065AE-CC0C-4A23-A523-53E691EEFFAB}" srcOrd="0" destOrd="0" presId="urn:microsoft.com/office/officeart/2005/8/layout/hierarchy1"/>
    <dgm:cxn modelId="{FA0628F3-1487-419A-B23E-F5006ABD2BB6}" type="presOf" srcId="{A324F441-9FB3-43B1-BD07-C38A72958AF1}" destId="{1F4ACE5B-B2D7-482A-8E23-DD5FB82F8B10}" srcOrd="0" destOrd="0" presId="urn:microsoft.com/office/officeart/2005/8/layout/hierarchy1"/>
    <dgm:cxn modelId="{79EEBEEF-3636-42FB-BF88-AA4972FC7FDF}" type="presOf" srcId="{1B9C1BC6-A27F-47BB-8DA2-9E9A5FF4D621}" destId="{FD13C481-FE39-4686-A3AA-FA31766A43D3}" srcOrd="0" destOrd="0" presId="urn:microsoft.com/office/officeart/2005/8/layout/hierarchy1"/>
    <dgm:cxn modelId="{AD96D1E1-096D-4E11-B97B-4C3542B49B66}" type="presOf" srcId="{54932213-EAC8-4C7B-8F5A-20B5FBC1D941}" destId="{731A3CB4-A070-4FAC-BD0B-868C2474FF9D}" srcOrd="0" destOrd="0" presId="urn:microsoft.com/office/officeart/2005/8/layout/hierarchy1"/>
    <dgm:cxn modelId="{1D9A8C34-BFDA-42E8-8377-8A748F064279}" srcId="{3422E5BE-243F-4E67-B5EF-CAAE2A55258B}" destId="{112089D7-DB56-44BC-9769-1386B4FD8DD8}" srcOrd="0" destOrd="0" parTransId="{7FFA24F7-D3D7-4888-A6C8-7B320E8AFE28}" sibTransId="{087D71E9-F27E-4166-BAC2-D72957F22156}"/>
    <dgm:cxn modelId="{40A8C383-E86D-426F-BCEF-F28D1FB007DC}" srcId="{112089D7-DB56-44BC-9769-1386B4FD8DD8}" destId="{540F6093-E2B1-4249-8072-8409C091A3ED}" srcOrd="1" destOrd="0" parTransId="{D13CE90B-C4F8-4028-B440-B8ABE71B85FC}" sibTransId="{EBB6C816-75BA-4032-A988-B826F38813AF}"/>
    <dgm:cxn modelId="{F20194D4-8431-4E1C-A23C-B8FDB74D1B4F}" type="presOf" srcId="{75F32545-EEB6-45A9-9CB8-660FAE687A6B}" destId="{0B4BAC74-B45F-40F8-A1EB-1842197B04A5}" srcOrd="0" destOrd="0" presId="urn:microsoft.com/office/officeart/2005/8/layout/hierarchy1"/>
    <dgm:cxn modelId="{FD25A55E-72F0-42C0-9846-DD753D3F1E98}" type="presParOf" srcId="{E0C79B75-6F2A-427F-9973-B32F03D84D2F}" destId="{7AA0E0BE-40B8-4955-B436-DC5C219F9F48}" srcOrd="0" destOrd="0" presId="urn:microsoft.com/office/officeart/2005/8/layout/hierarchy1"/>
    <dgm:cxn modelId="{C26297BB-DAE8-4630-9344-1D802668D807}" type="presParOf" srcId="{7AA0E0BE-40B8-4955-B436-DC5C219F9F48}" destId="{C811776F-A264-4DBA-85FE-D79EC3B0C6AD}" srcOrd="0" destOrd="0" presId="urn:microsoft.com/office/officeart/2005/8/layout/hierarchy1"/>
    <dgm:cxn modelId="{3057EBEC-0FD8-406A-84CE-E3174083C2B9}" type="presParOf" srcId="{C811776F-A264-4DBA-85FE-D79EC3B0C6AD}" destId="{79C7EE13-B1FF-4528-A70E-D56FA520B699}" srcOrd="0" destOrd="0" presId="urn:microsoft.com/office/officeart/2005/8/layout/hierarchy1"/>
    <dgm:cxn modelId="{11CC865F-1502-425C-8178-80A1278ADE5A}" type="presParOf" srcId="{C811776F-A264-4DBA-85FE-D79EC3B0C6AD}" destId="{D2AE8700-D3E8-44E0-BB62-9DE2CB473E4A}" srcOrd="1" destOrd="0" presId="urn:microsoft.com/office/officeart/2005/8/layout/hierarchy1"/>
    <dgm:cxn modelId="{343A4039-6BD1-4A18-88B6-0ECB41C4AC82}" type="presParOf" srcId="{7AA0E0BE-40B8-4955-B436-DC5C219F9F48}" destId="{9124FD63-A81C-4DC3-B1D5-E331F5FE3F8C}" srcOrd="1" destOrd="0" presId="urn:microsoft.com/office/officeart/2005/8/layout/hierarchy1"/>
    <dgm:cxn modelId="{895F79A9-885D-41A0-A253-DAA08BFF45C6}" type="presParOf" srcId="{9124FD63-A81C-4DC3-B1D5-E331F5FE3F8C}" destId="{428A6ACB-E5E7-442F-8200-19708C8F65B6}" srcOrd="0" destOrd="0" presId="urn:microsoft.com/office/officeart/2005/8/layout/hierarchy1"/>
    <dgm:cxn modelId="{15F8E6F7-F6EC-474D-B694-817D4D5CED3A}" type="presParOf" srcId="{9124FD63-A81C-4DC3-B1D5-E331F5FE3F8C}" destId="{15720497-A8AC-45A6-A885-76D1D5B961B4}" srcOrd="1" destOrd="0" presId="urn:microsoft.com/office/officeart/2005/8/layout/hierarchy1"/>
    <dgm:cxn modelId="{5B4179A5-8E3A-4622-A0A7-BB6617A4FE76}" type="presParOf" srcId="{15720497-A8AC-45A6-A885-76D1D5B961B4}" destId="{2CBF7715-EA5D-40A2-8842-ABDC1D5BCAD3}" srcOrd="0" destOrd="0" presId="urn:microsoft.com/office/officeart/2005/8/layout/hierarchy1"/>
    <dgm:cxn modelId="{4D7423BE-64E2-4F05-8EB1-EE18C7AA676F}" type="presParOf" srcId="{2CBF7715-EA5D-40A2-8842-ABDC1D5BCAD3}" destId="{6B2407FB-E314-49A4-B3D2-04A8D42F3540}" srcOrd="0" destOrd="0" presId="urn:microsoft.com/office/officeart/2005/8/layout/hierarchy1"/>
    <dgm:cxn modelId="{C81ECEC6-3D7F-4F70-A150-ECB99C744AF2}" type="presParOf" srcId="{2CBF7715-EA5D-40A2-8842-ABDC1D5BCAD3}" destId="{23C94EED-A77F-4371-976F-B726170774FB}" srcOrd="1" destOrd="0" presId="urn:microsoft.com/office/officeart/2005/8/layout/hierarchy1"/>
    <dgm:cxn modelId="{698873EF-666D-46D3-8F73-1BC9022E6C82}" type="presParOf" srcId="{15720497-A8AC-45A6-A885-76D1D5B961B4}" destId="{E660586D-1EC6-4579-BA6B-DD21B407B516}" srcOrd="1" destOrd="0" presId="urn:microsoft.com/office/officeart/2005/8/layout/hierarchy1"/>
    <dgm:cxn modelId="{42A37628-654E-4885-8B8F-6068F5B9FB16}" type="presParOf" srcId="{9124FD63-A81C-4DC3-B1D5-E331F5FE3F8C}" destId="{86F2D633-297E-4951-AA06-4E44F416ABDA}" srcOrd="2" destOrd="0" presId="urn:microsoft.com/office/officeart/2005/8/layout/hierarchy1"/>
    <dgm:cxn modelId="{2D60CCB6-3417-496D-BC56-5A22EE2BD218}" type="presParOf" srcId="{9124FD63-A81C-4DC3-B1D5-E331F5FE3F8C}" destId="{C350DA14-FB4D-4FC2-BD52-5D6B8A39E729}" srcOrd="3" destOrd="0" presId="urn:microsoft.com/office/officeart/2005/8/layout/hierarchy1"/>
    <dgm:cxn modelId="{B5FD7E2D-69A5-48E2-8ADA-FB285CB4A088}" type="presParOf" srcId="{C350DA14-FB4D-4FC2-BD52-5D6B8A39E729}" destId="{9769DB49-F7DF-4C13-A316-6627FC058962}" srcOrd="0" destOrd="0" presId="urn:microsoft.com/office/officeart/2005/8/layout/hierarchy1"/>
    <dgm:cxn modelId="{B11626DC-1B95-4EAC-9821-47AA1E368298}" type="presParOf" srcId="{9769DB49-F7DF-4C13-A316-6627FC058962}" destId="{40A92E27-C758-4281-8E6D-1E3EC3382CD2}" srcOrd="0" destOrd="0" presId="urn:microsoft.com/office/officeart/2005/8/layout/hierarchy1"/>
    <dgm:cxn modelId="{14FF3B21-FA40-4A16-A9DC-CDDC4F3F995A}" type="presParOf" srcId="{9769DB49-F7DF-4C13-A316-6627FC058962}" destId="{31A065AE-CC0C-4A23-A523-53E691EEFFAB}" srcOrd="1" destOrd="0" presId="urn:microsoft.com/office/officeart/2005/8/layout/hierarchy1"/>
    <dgm:cxn modelId="{881F4622-DB26-46D0-9E2A-DC2DD4F35D66}" type="presParOf" srcId="{C350DA14-FB4D-4FC2-BD52-5D6B8A39E729}" destId="{CCE28BBB-DD72-4738-9B8E-8B124723AE03}" srcOrd="1" destOrd="0" presId="urn:microsoft.com/office/officeart/2005/8/layout/hierarchy1"/>
    <dgm:cxn modelId="{107073B5-B150-4446-AA6D-9BCC1EA04312}" type="presParOf" srcId="{9124FD63-A81C-4DC3-B1D5-E331F5FE3F8C}" destId="{8A3633AC-9F60-4D24-B7D7-A4F576164AE7}" srcOrd="4" destOrd="0" presId="urn:microsoft.com/office/officeart/2005/8/layout/hierarchy1"/>
    <dgm:cxn modelId="{8E4BF059-06FC-470B-916A-11ED863079BC}" type="presParOf" srcId="{9124FD63-A81C-4DC3-B1D5-E331F5FE3F8C}" destId="{D2440653-CFA4-4A34-8B3A-735F9AACD0A0}" srcOrd="5" destOrd="0" presId="urn:microsoft.com/office/officeart/2005/8/layout/hierarchy1"/>
    <dgm:cxn modelId="{6594387C-520E-483F-B985-84172C0064D4}" type="presParOf" srcId="{D2440653-CFA4-4A34-8B3A-735F9AACD0A0}" destId="{5612E31E-7A9B-4D6D-A582-F45231322356}" srcOrd="0" destOrd="0" presId="urn:microsoft.com/office/officeart/2005/8/layout/hierarchy1"/>
    <dgm:cxn modelId="{79B86142-75AB-4FA7-AB08-BD9AD4CB7E29}" type="presParOf" srcId="{5612E31E-7A9B-4D6D-A582-F45231322356}" destId="{3A14B81D-6501-4A9C-93E8-C0D8D63BD171}" srcOrd="0" destOrd="0" presId="urn:microsoft.com/office/officeart/2005/8/layout/hierarchy1"/>
    <dgm:cxn modelId="{B2BE3E13-11D2-467A-BE8F-42E8C64C9D8A}" type="presParOf" srcId="{5612E31E-7A9B-4D6D-A582-F45231322356}" destId="{B78C52AA-2AA8-4804-A77E-DB1AB1A47534}" srcOrd="1" destOrd="0" presId="urn:microsoft.com/office/officeart/2005/8/layout/hierarchy1"/>
    <dgm:cxn modelId="{7D2E7276-FC5A-462A-AE35-EAA253214B6C}" type="presParOf" srcId="{D2440653-CFA4-4A34-8B3A-735F9AACD0A0}" destId="{CCC55B47-6F2A-43D8-8D89-49C353D0AD52}" srcOrd="1" destOrd="0" presId="urn:microsoft.com/office/officeart/2005/8/layout/hierarchy1"/>
    <dgm:cxn modelId="{F4866E84-D79A-424C-9B3D-5DF510EBCCFC}" type="presParOf" srcId="{9124FD63-A81C-4DC3-B1D5-E331F5FE3F8C}" destId="{8BD446B4-F119-45FB-A8E7-0421E68F445C}" srcOrd="6" destOrd="0" presId="urn:microsoft.com/office/officeart/2005/8/layout/hierarchy1"/>
    <dgm:cxn modelId="{31DAD547-27BD-410A-91EC-5B9C8DF7E63D}" type="presParOf" srcId="{9124FD63-A81C-4DC3-B1D5-E331F5FE3F8C}" destId="{C41DA4D6-6BDE-4E42-9571-434A34775D25}" srcOrd="7" destOrd="0" presId="urn:microsoft.com/office/officeart/2005/8/layout/hierarchy1"/>
    <dgm:cxn modelId="{695C8D32-7C29-4054-85CC-CC84593BCA42}" type="presParOf" srcId="{C41DA4D6-6BDE-4E42-9571-434A34775D25}" destId="{6CB68947-2035-4C23-A232-01298BF2BA8A}" srcOrd="0" destOrd="0" presId="urn:microsoft.com/office/officeart/2005/8/layout/hierarchy1"/>
    <dgm:cxn modelId="{D9C10E2E-E7C8-4BBC-969D-98E02C1BAE47}" type="presParOf" srcId="{6CB68947-2035-4C23-A232-01298BF2BA8A}" destId="{662C3179-156C-489E-9269-4021721C5BBC}" srcOrd="0" destOrd="0" presId="urn:microsoft.com/office/officeart/2005/8/layout/hierarchy1"/>
    <dgm:cxn modelId="{D0C3724A-EBB0-456D-8E88-A5815892E688}" type="presParOf" srcId="{6CB68947-2035-4C23-A232-01298BF2BA8A}" destId="{11A66BEE-7F4C-48E7-831F-7C888B7CC9C0}" srcOrd="1" destOrd="0" presId="urn:microsoft.com/office/officeart/2005/8/layout/hierarchy1"/>
    <dgm:cxn modelId="{43D0AA24-2E22-40CC-AB24-13EA91C28BFC}" type="presParOf" srcId="{C41DA4D6-6BDE-4E42-9571-434A34775D25}" destId="{103E67B3-D805-48C8-BBDD-C72E65F88DB6}" srcOrd="1" destOrd="0" presId="urn:microsoft.com/office/officeart/2005/8/layout/hierarchy1"/>
    <dgm:cxn modelId="{1B0D3772-B69D-4560-B2DD-B2789046B7DF}" type="presParOf" srcId="{9124FD63-A81C-4DC3-B1D5-E331F5FE3F8C}" destId="{998B4BCF-9FBD-4FCE-BB21-5A3D17E90903}" srcOrd="8" destOrd="0" presId="urn:microsoft.com/office/officeart/2005/8/layout/hierarchy1"/>
    <dgm:cxn modelId="{035D1381-2C37-42A3-AB00-AEBA62B34F81}" type="presParOf" srcId="{9124FD63-A81C-4DC3-B1D5-E331F5FE3F8C}" destId="{7B4F0A4F-DFE4-4860-B429-B7335CA4D660}" srcOrd="9" destOrd="0" presId="urn:microsoft.com/office/officeart/2005/8/layout/hierarchy1"/>
    <dgm:cxn modelId="{3A55240A-1A0B-4D3C-B695-36A57D70DA31}" type="presParOf" srcId="{7B4F0A4F-DFE4-4860-B429-B7335CA4D660}" destId="{BEF7A9CF-BC03-44AC-A70F-DA3ABC6A6361}" srcOrd="0" destOrd="0" presId="urn:microsoft.com/office/officeart/2005/8/layout/hierarchy1"/>
    <dgm:cxn modelId="{F8304EFA-9832-4C95-90FD-74A599B11A9B}" type="presParOf" srcId="{BEF7A9CF-BC03-44AC-A70F-DA3ABC6A6361}" destId="{54F0EE37-CCF6-4BB1-BA61-F96149AC3718}" srcOrd="0" destOrd="0" presId="urn:microsoft.com/office/officeart/2005/8/layout/hierarchy1"/>
    <dgm:cxn modelId="{5D7A05B0-2321-41D5-B88A-1F630C35F640}" type="presParOf" srcId="{BEF7A9CF-BC03-44AC-A70F-DA3ABC6A6361}" destId="{731A3CB4-A070-4FAC-BD0B-868C2474FF9D}" srcOrd="1" destOrd="0" presId="urn:microsoft.com/office/officeart/2005/8/layout/hierarchy1"/>
    <dgm:cxn modelId="{1DB8298A-C7F1-4D18-A631-46B184F8FB3F}" type="presParOf" srcId="{7B4F0A4F-DFE4-4860-B429-B7335CA4D660}" destId="{04883043-1DD8-4A05-98FB-B40D2BEF7E3C}" srcOrd="1" destOrd="0" presId="urn:microsoft.com/office/officeart/2005/8/layout/hierarchy1"/>
    <dgm:cxn modelId="{5E131296-B69C-4C81-87C2-0B138264BE03}" type="presParOf" srcId="{9124FD63-A81C-4DC3-B1D5-E331F5FE3F8C}" destId="{144EBCE9-6A7A-4BC8-B9D3-16780A79B60C}" srcOrd="10" destOrd="0" presId="urn:microsoft.com/office/officeart/2005/8/layout/hierarchy1"/>
    <dgm:cxn modelId="{02FDB763-C565-4CC1-A6BD-E73D22B21AE1}" type="presParOf" srcId="{9124FD63-A81C-4DC3-B1D5-E331F5FE3F8C}" destId="{3DC0325E-05B6-44FC-8DC4-B779F101907D}" srcOrd="11" destOrd="0" presId="urn:microsoft.com/office/officeart/2005/8/layout/hierarchy1"/>
    <dgm:cxn modelId="{BF7B68EE-775A-495E-AFF6-07C70BA49534}" type="presParOf" srcId="{3DC0325E-05B6-44FC-8DC4-B779F101907D}" destId="{1F5CD7A8-DB98-489E-89CB-124642C16D2A}" srcOrd="0" destOrd="0" presId="urn:microsoft.com/office/officeart/2005/8/layout/hierarchy1"/>
    <dgm:cxn modelId="{9A6EB10D-8308-48AB-A0B3-6446D0541748}" type="presParOf" srcId="{1F5CD7A8-DB98-489E-89CB-124642C16D2A}" destId="{67F8B690-7029-4557-BD20-C260F8DB4724}" srcOrd="0" destOrd="0" presId="urn:microsoft.com/office/officeart/2005/8/layout/hierarchy1"/>
    <dgm:cxn modelId="{3F519F9B-91D2-485B-B8BE-6FC7AC15199B}" type="presParOf" srcId="{1F5CD7A8-DB98-489E-89CB-124642C16D2A}" destId="{FD13C481-FE39-4686-A3AA-FA31766A43D3}" srcOrd="1" destOrd="0" presId="urn:microsoft.com/office/officeart/2005/8/layout/hierarchy1"/>
    <dgm:cxn modelId="{598359B2-768D-41E6-942C-74C3481573B5}" type="presParOf" srcId="{3DC0325E-05B6-44FC-8DC4-B779F101907D}" destId="{77A7C66B-620C-44D3-AAF0-56364FDB62A8}" srcOrd="1" destOrd="0" presId="urn:microsoft.com/office/officeart/2005/8/layout/hierarchy1"/>
    <dgm:cxn modelId="{F7AABCAF-E3CD-425E-9B45-C21D0AC6C5EB}" type="presParOf" srcId="{9124FD63-A81C-4DC3-B1D5-E331F5FE3F8C}" destId="{0B4BAC74-B45F-40F8-A1EB-1842197B04A5}" srcOrd="12" destOrd="0" presId="urn:microsoft.com/office/officeart/2005/8/layout/hierarchy1"/>
    <dgm:cxn modelId="{7F3D3176-9E92-4FDF-B3C2-A494C4802606}" type="presParOf" srcId="{9124FD63-A81C-4DC3-B1D5-E331F5FE3F8C}" destId="{5A7B7DA6-29A2-4765-9970-15259FA7AB15}" srcOrd="13" destOrd="0" presId="urn:microsoft.com/office/officeart/2005/8/layout/hierarchy1"/>
    <dgm:cxn modelId="{1815A440-50C7-43A5-AE35-43E7604139C0}" type="presParOf" srcId="{5A7B7DA6-29A2-4765-9970-15259FA7AB15}" destId="{F70DEC8A-9889-4791-A860-B3565DFF0993}" srcOrd="0" destOrd="0" presId="urn:microsoft.com/office/officeart/2005/8/layout/hierarchy1"/>
    <dgm:cxn modelId="{BBCF493C-238D-4A36-AFE6-BF0D19E4D474}" type="presParOf" srcId="{F70DEC8A-9889-4791-A860-B3565DFF0993}" destId="{66C38677-3CFA-40E6-B6F4-0879C0578B84}" srcOrd="0" destOrd="0" presId="urn:microsoft.com/office/officeart/2005/8/layout/hierarchy1"/>
    <dgm:cxn modelId="{28B3C0B6-CA58-414A-90F8-3621CDFE65C3}" type="presParOf" srcId="{F70DEC8A-9889-4791-A860-B3565DFF0993}" destId="{1F4ACE5B-B2D7-482A-8E23-DD5FB82F8B10}" srcOrd="1" destOrd="0" presId="urn:microsoft.com/office/officeart/2005/8/layout/hierarchy1"/>
    <dgm:cxn modelId="{F63F904E-E520-41A4-B4CC-9B947A52210C}" type="presParOf" srcId="{5A7B7DA6-29A2-4765-9970-15259FA7AB15}" destId="{57D5E4B8-A717-4DAF-B2FC-1801E3277267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xmlns="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3422E5BE-243F-4E67-B5EF-CAAE2A55258B}" type="doc">
      <dgm:prSet loTypeId="urn:microsoft.com/office/officeart/2005/8/layout/hierarchy1" loCatId="hierarchy" qsTypeId="urn:microsoft.com/office/officeart/2005/8/quickstyle/simple1" qsCatId="simple" csTypeId="urn:microsoft.com/office/officeart/2005/8/colors/colorful3" csCatId="colorful" phldr="1"/>
      <dgm:spPr/>
      <dgm:t>
        <a:bodyPr/>
        <a:lstStyle/>
        <a:p>
          <a:endParaRPr lang="en-GB"/>
        </a:p>
      </dgm:t>
    </dgm:pt>
    <dgm:pt modelId="{112089D7-DB56-44BC-9769-1386B4FD8DD8}">
      <dgm:prSet phldrT="[Text]"/>
      <dgm:spPr/>
      <dgm:t>
        <a:bodyPr/>
        <a:lstStyle/>
        <a:p>
          <a:r>
            <a:rPr lang="en-GB" dirty="0" smtClean="0"/>
            <a:t>BPMN Plus</a:t>
          </a:r>
          <a:endParaRPr lang="en-GB" dirty="0"/>
        </a:p>
      </dgm:t>
    </dgm:pt>
    <dgm:pt modelId="{7FFA24F7-D3D7-4888-A6C8-7B320E8AFE28}" type="parTrans" cxnId="{1D9A8C34-BFDA-42E8-8377-8A748F064279}">
      <dgm:prSet/>
      <dgm:spPr/>
      <dgm:t>
        <a:bodyPr/>
        <a:lstStyle/>
        <a:p>
          <a:endParaRPr lang="en-GB"/>
        </a:p>
      </dgm:t>
    </dgm:pt>
    <dgm:pt modelId="{087D71E9-F27E-4166-BAC2-D72957F22156}" type="sibTrans" cxnId="{1D9A8C34-BFDA-42E8-8377-8A748F064279}">
      <dgm:prSet/>
      <dgm:spPr/>
      <dgm:t>
        <a:bodyPr/>
        <a:lstStyle/>
        <a:p>
          <a:endParaRPr lang="en-GB"/>
        </a:p>
      </dgm:t>
    </dgm:pt>
    <dgm:pt modelId="{2DF08807-9752-4554-9C7B-82D630B55A19}">
      <dgm:prSet phldrT="[Text]"/>
      <dgm:spPr/>
      <dgm:t>
        <a:bodyPr/>
        <a:lstStyle/>
        <a:p>
          <a:r>
            <a:rPr lang="en-GB" dirty="0" smtClean="0"/>
            <a:t>Process</a:t>
          </a:r>
          <a:endParaRPr lang="en-GB" dirty="0"/>
        </a:p>
      </dgm:t>
    </dgm:pt>
    <dgm:pt modelId="{60BA8DFA-FEE5-48B4-A53F-029D0609B0CD}" type="parTrans" cxnId="{97DE7FEC-2B6E-4211-AC10-8F275461FCE0}">
      <dgm:prSet/>
      <dgm:spPr/>
      <dgm:t>
        <a:bodyPr/>
        <a:lstStyle/>
        <a:p>
          <a:endParaRPr lang="en-GB"/>
        </a:p>
      </dgm:t>
    </dgm:pt>
    <dgm:pt modelId="{97A99BCF-D153-44BA-9041-CA37C8107756}" type="sibTrans" cxnId="{97DE7FEC-2B6E-4211-AC10-8F275461FCE0}">
      <dgm:prSet/>
      <dgm:spPr/>
      <dgm:t>
        <a:bodyPr/>
        <a:lstStyle/>
        <a:p>
          <a:endParaRPr lang="en-GB"/>
        </a:p>
      </dgm:t>
    </dgm:pt>
    <dgm:pt modelId="{5FDBDD60-7640-48EC-B68C-CE4840DB47FF}">
      <dgm:prSet phldrT="[Text]"/>
      <dgm:spPr>
        <a:solidFill>
          <a:schemeClr val="bg1">
            <a:alpha val="90000"/>
          </a:schemeClr>
        </a:solidFill>
      </dgm:spPr>
      <dgm:t>
        <a:bodyPr/>
        <a:lstStyle/>
        <a:p>
          <a:r>
            <a:rPr lang="en-GB" dirty="0" smtClean="0"/>
            <a:t>Activity</a:t>
          </a:r>
          <a:endParaRPr lang="en-GB" dirty="0"/>
        </a:p>
      </dgm:t>
    </dgm:pt>
    <dgm:pt modelId="{95BE5E79-368B-421E-B6A4-B44966A1B821}" type="parTrans" cxnId="{208A39F8-D02A-48E3-B697-1135D80124E5}">
      <dgm:prSet/>
      <dgm:spPr/>
      <dgm:t>
        <a:bodyPr/>
        <a:lstStyle/>
        <a:p>
          <a:endParaRPr lang="en-GB"/>
        </a:p>
      </dgm:t>
    </dgm:pt>
    <dgm:pt modelId="{F4A78AD6-7DF1-4391-A1E6-35335579DB51}" type="sibTrans" cxnId="{208A39F8-D02A-48E3-B697-1135D80124E5}">
      <dgm:prSet/>
      <dgm:spPr/>
      <dgm:t>
        <a:bodyPr/>
        <a:lstStyle/>
        <a:p>
          <a:endParaRPr lang="en-GB"/>
        </a:p>
      </dgm:t>
    </dgm:pt>
    <dgm:pt modelId="{05E85DF6-84EF-4DC1-9C0E-24B15A1F4050}">
      <dgm:prSet/>
      <dgm:spPr/>
      <dgm:t>
        <a:bodyPr/>
        <a:lstStyle/>
        <a:p>
          <a:r>
            <a:rPr lang="en-GB" dirty="0" smtClean="0"/>
            <a:t>Data</a:t>
          </a:r>
          <a:endParaRPr lang="en-GB" dirty="0"/>
        </a:p>
      </dgm:t>
    </dgm:pt>
    <dgm:pt modelId="{07BD20B2-5927-4CC2-B2C4-EDFB0FC32AB1}" type="parTrans" cxnId="{773D38B8-FA6E-4BFF-90D4-AC08A278D36E}">
      <dgm:prSet/>
      <dgm:spPr/>
      <dgm:t>
        <a:bodyPr/>
        <a:lstStyle/>
        <a:p>
          <a:endParaRPr lang="en-GB"/>
        </a:p>
      </dgm:t>
    </dgm:pt>
    <dgm:pt modelId="{55DAB10F-2E9C-48C0-B311-092E6B97F4D9}" type="sibTrans" cxnId="{773D38B8-FA6E-4BFF-90D4-AC08A278D36E}">
      <dgm:prSet/>
      <dgm:spPr/>
      <dgm:t>
        <a:bodyPr/>
        <a:lstStyle/>
        <a:p>
          <a:endParaRPr lang="en-GB"/>
        </a:p>
      </dgm:t>
    </dgm:pt>
    <dgm:pt modelId="{54932213-EAC8-4C7B-8F5A-20B5FBC1D941}">
      <dgm:prSet/>
      <dgm:spPr/>
      <dgm:t>
        <a:bodyPr/>
        <a:lstStyle/>
        <a:p>
          <a:r>
            <a:rPr lang="en-GB" dirty="0" smtClean="0"/>
            <a:t>Performer</a:t>
          </a:r>
          <a:endParaRPr lang="en-GB" dirty="0"/>
        </a:p>
      </dgm:t>
    </dgm:pt>
    <dgm:pt modelId="{1854CB00-7703-42BF-82BE-AD9229BEC4DB}" type="parTrans" cxnId="{22387A96-7925-4BEB-9058-BC4B05E0CED8}">
      <dgm:prSet/>
      <dgm:spPr/>
      <dgm:t>
        <a:bodyPr/>
        <a:lstStyle/>
        <a:p>
          <a:endParaRPr lang="en-GB"/>
        </a:p>
      </dgm:t>
    </dgm:pt>
    <dgm:pt modelId="{0EF9BA69-3D14-4C07-9EC4-EF17AF4CB8AA}" type="sibTrans" cxnId="{22387A96-7925-4BEB-9058-BC4B05E0CED8}">
      <dgm:prSet/>
      <dgm:spPr/>
      <dgm:t>
        <a:bodyPr/>
        <a:lstStyle/>
        <a:p>
          <a:endParaRPr lang="en-GB"/>
        </a:p>
      </dgm:t>
    </dgm:pt>
    <dgm:pt modelId="{540F6093-E2B1-4249-8072-8409C091A3ED}">
      <dgm:prSet/>
      <dgm:spPr>
        <a:solidFill>
          <a:srgbClr val="C00000">
            <a:alpha val="50000"/>
          </a:srgbClr>
        </a:solidFill>
      </dgm:spPr>
      <dgm:t>
        <a:bodyPr/>
        <a:lstStyle/>
        <a:p>
          <a:r>
            <a:rPr lang="en-GB" dirty="0" smtClean="0"/>
            <a:t>Goal</a:t>
          </a:r>
          <a:endParaRPr lang="en-GB" dirty="0"/>
        </a:p>
      </dgm:t>
    </dgm:pt>
    <dgm:pt modelId="{D13CE90B-C4F8-4028-B440-B8ABE71B85FC}" type="parTrans" cxnId="{40A8C383-E86D-426F-BCEF-F28D1FB007DC}">
      <dgm:prSet/>
      <dgm:spPr/>
      <dgm:t>
        <a:bodyPr/>
        <a:lstStyle/>
        <a:p>
          <a:endParaRPr lang="en-GB"/>
        </a:p>
      </dgm:t>
    </dgm:pt>
    <dgm:pt modelId="{EBB6C816-75BA-4032-A988-B826F38813AF}" type="sibTrans" cxnId="{40A8C383-E86D-426F-BCEF-F28D1FB007DC}">
      <dgm:prSet/>
      <dgm:spPr/>
      <dgm:t>
        <a:bodyPr/>
        <a:lstStyle/>
        <a:p>
          <a:endParaRPr lang="en-GB"/>
        </a:p>
      </dgm:t>
    </dgm:pt>
    <dgm:pt modelId="{1B9C1BC6-A27F-47BB-8DA2-9E9A5FF4D621}">
      <dgm:prSet/>
      <dgm:spPr/>
      <dgm:t>
        <a:bodyPr/>
        <a:lstStyle/>
        <a:p>
          <a:r>
            <a:rPr lang="en-GB" dirty="0" smtClean="0"/>
            <a:t>Event</a:t>
          </a:r>
          <a:endParaRPr lang="en-GB" dirty="0"/>
        </a:p>
      </dgm:t>
    </dgm:pt>
    <dgm:pt modelId="{ED3B6186-3D40-48EF-B292-99523FC3FD40}" type="parTrans" cxnId="{A057CB02-3ED1-4AAE-AB6C-9A45AF1A3065}">
      <dgm:prSet/>
      <dgm:spPr/>
      <dgm:t>
        <a:bodyPr/>
        <a:lstStyle/>
        <a:p>
          <a:endParaRPr lang="en-GB"/>
        </a:p>
      </dgm:t>
    </dgm:pt>
    <dgm:pt modelId="{26EEC2B1-4CDC-480A-A28F-25C48702A2E0}" type="sibTrans" cxnId="{A057CB02-3ED1-4AAE-AB6C-9A45AF1A3065}">
      <dgm:prSet/>
      <dgm:spPr/>
      <dgm:t>
        <a:bodyPr/>
        <a:lstStyle/>
        <a:p>
          <a:endParaRPr lang="en-GB"/>
        </a:p>
      </dgm:t>
    </dgm:pt>
    <dgm:pt modelId="{A324F441-9FB3-43B1-BD07-C38A72958AF1}">
      <dgm:prSet/>
      <dgm:spPr/>
      <dgm:t>
        <a:bodyPr/>
        <a:lstStyle/>
        <a:p>
          <a:r>
            <a:rPr lang="en-GB" dirty="0" smtClean="0"/>
            <a:t>Gateway</a:t>
          </a:r>
          <a:endParaRPr lang="en-GB" dirty="0"/>
        </a:p>
      </dgm:t>
    </dgm:pt>
    <dgm:pt modelId="{75F32545-EEB6-45A9-9CB8-660FAE687A6B}" type="parTrans" cxnId="{C83ECA5E-41FD-4C1D-8D33-C155B82B6214}">
      <dgm:prSet/>
      <dgm:spPr/>
      <dgm:t>
        <a:bodyPr/>
        <a:lstStyle/>
        <a:p>
          <a:endParaRPr lang="en-GB"/>
        </a:p>
      </dgm:t>
    </dgm:pt>
    <dgm:pt modelId="{F3132B0E-3158-49B4-82A6-54F4E803B671}" type="sibTrans" cxnId="{C83ECA5E-41FD-4C1D-8D33-C155B82B6214}">
      <dgm:prSet/>
      <dgm:spPr/>
      <dgm:t>
        <a:bodyPr/>
        <a:lstStyle/>
        <a:p>
          <a:endParaRPr lang="en-GB"/>
        </a:p>
      </dgm:t>
    </dgm:pt>
    <dgm:pt modelId="{E0C79B75-6F2A-427F-9973-B32F03D84D2F}" type="pres">
      <dgm:prSet presAssocID="{3422E5BE-243F-4E67-B5EF-CAAE2A55258B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  <dgm:t>
        <a:bodyPr/>
        <a:lstStyle/>
        <a:p>
          <a:endParaRPr lang="en-GB"/>
        </a:p>
      </dgm:t>
    </dgm:pt>
    <dgm:pt modelId="{7AA0E0BE-40B8-4955-B436-DC5C219F9F48}" type="pres">
      <dgm:prSet presAssocID="{112089D7-DB56-44BC-9769-1386B4FD8DD8}" presName="hierRoot1" presStyleCnt="0"/>
      <dgm:spPr/>
    </dgm:pt>
    <dgm:pt modelId="{C811776F-A264-4DBA-85FE-D79EC3B0C6AD}" type="pres">
      <dgm:prSet presAssocID="{112089D7-DB56-44BC-9769-1386B4FD8DD8}" presName="composite" presStyleCnt="0"/>
      <dgm:spPr/>
    </dgm:pt>
    <dgm:pt modelId="{79C7EE13-B1FF-4528-A70E-D56FA520B699}" type="pres">
      <dgm:prSet presAssocID="{112089D7-DB56-44BC-9769-1386B4FD8DD8}" presName="background" presStyleLbl="node0" presStyleIdx="0" presStyleCnt="1"/>
      <dgm:spPr/>
    </dgm:pt>
    <dgm:pt modelId="{D2AE8700-D3E8-44E0-BB62-9DE2CB473E4A}" type="pres">
      <dgm:prSet presAssocID="{112089D7-DB56-44BC-9769-1386B4FD8DD8}" presName="text" presStyleLbl="fgAcc0" presStyleIdx="0" presStyleCnt="1">
        <dgm:presLayoutVars>
          <dgm:chPref val="3"/>
        </dgm:presLayoutVars>
      </dgm:prSet>
      <dgm:spPr/>
      <dgm:t>
        <a:bodyPr/>
        <a:lstStyle/>
        <a:p>
          <a:endParaRPr lang="en-GB"/>
        </a:p>
      </dgm:t>
    </dgm:pt>
    <dgm:pt modelId="{9124FD63-A81C-4DC3-B1D5-E331F5FE3F8C}" type="pres">
      <dgm:prSet presAssocID="{112089D7-DB56-44BC-9769-1386B4FD8DD8}" presName="hierChild2" presStyleCnt="0"/>
      <dgm:spPr/>
    </dgm:pt>
    <dgm:pt modelId="{428A6ACB-E5E7-442F-8200-19708C8F65B6}" type="pres">
      <dgm:prSet presAssocID="{60BA8DFA-FEE5-48B4-A53F-029D0609B0CD}" presName="Name10" presStyleLbl="parChTrans1D2" presStyleIdx="0" presStyleCnt="7"/>
      <dgm:spPr/>
      <dgm:t>
        <a:bodyPr/>
        <a:lstStyle/>
        <a:p>
          <a:endParaRPr lang="en-GB"/>
        </a:p>
      </dgm:t>
    </dgm:pt>
    <dgm:pt modelId="{15720497-A8AC-45A6-A885-76D1D5B961B4}" type="pres">
      <dgm:prSet presAssocID="{2DF08807-9752-4554-9C7B-82D630B55A19}" presName="hierRoot2" presStyleCnt="0"/>
      <dgm:spPr/>
    </dgm:pt>
    <dgm:pt modelId="{2CBF7715-EA5D-40A2-8842-ABDC1D5BCAD3}" type="pres">
      <dgm:prSet presAssocID="{2DF08807-9752-4554-9C7B-82D630B55A19}" presName="composite2" presStyleCnt="0"/>
      <dgm:spPr/>
    </dgm:pt>
    <dgm:pt modelId="{6B2407FB-E314-49A4-B3D2-04A8D42F3540}" type="pres">
      <dgm:prSet presAssocID="{2DF08807-9752-4554-9C7B-82D630B55A19}" presName="background2" presStyleLbl="node2" presStyleIdx="0" presStyleCnt="7"/>
      <dgm:spPr/>
    </dgm:pt>
    <dgm:pt modelId="{23C94EED-A77F-4371-976F-B726170774FB}" type="pres">
      <dgm:prSet presAssocID="{2DF08807-9752-4554-9C7B-82D630B55A19}" presName="text2" presStyleLbl="fgAcc2" presStyleIdx="0" presStyleCnt="7">
        <dgm:presLayoutVars>
          <dgm:chPref val="3"/>
        </dgm:presLayoutVars>
      </dgm:prSet>
      <dgm:spPr/>
      <dgm:t>
        <a:bodyPr/>
        <a:lstStyle/>
        <a:p>
          <a:endParaRPr lang="en-GB"/>
        </a:p>
      </dgm:t>
    </dgm:pt>
    <dgm:pt modelId="{E660586D-1EC6-4579-BA6B-DD21B407B516}" type="pres">
      <dgm:prSet presAssocID="{2DF08807-9752-4554-9C7B-82D630B55A19}" presName="hierChild3" presStyleCnt="0"/>
      <dgm:spPr/>
    </dgm:pt>
    <dgm:pt modelId="{86F2D633-297E-4951-AA06-4E44F416ABDA}" type="pres">
      <dgm:prSet presAssocID="{D13CE90B-C4F8-4028-B440-B8ABE71B85FC}" presName="Name10" presStyleLbl="parChTrans1D2" presStyleIdx="1" presStyleCnt="7"/>
      <dgm:spPr/>
      <dgm:t>
        <a:bodyPr/>
        <a:lstStyle/>
        <a:p>
          <a:endParaRPr lang="en-GB"/>
        </a:p>
      </dgm:t>
    </dgm:pt>
    <dgm:pt modelId="{C350DA14-FB4D-4FC2-BD52-5D6B8A39E729}" type="pres">
      <dgm:prSet presAssocID="{540F6093-E2B1-4249-8072-8409C091A3ED}" presName="hierRoot2" presStyleCnt="0"/>
      <dgm:spPr/>
    </dgm:pt>
    <dgm:pt modelId="{9769DB49-F7DF-4C13-A316-6627FC058962}" type="pres">
      <dgm:prSet presAssocID="{540F6093-E2B1-4249-8072-8409C091A3ED}" presName="composite2" presStyleCnt="0"/>
      <dgm:spPr/>
    </dgm:pt>
    <dgm:pt modelId="{40A92E27-C758-4281-8E6D-1E3EC3382CD2}" type="pres">
      <dgm:prSet presAssocID="{540F6093-E2B1-4249-8072-8409C091A3ED}" presName="background2" presStyleLbl="node2" presStyleIdx="1" presStyleCnt="7"/>
      <dgm:spPr/>
    </dgm:pt>
    <dgm:pt modelId="{31A065AE-CC0C-4A23-A523-53E691EEFFAB}" type="pres">
      <dgm:prSet presAssocID="{540F6093-E2B1-4249-8072-8409C091A3ED}" presName="text2" presStyleLbl="fgAcc2" presStyleIdx="1" presStyleCnt="7" custLinFactX="22831" custLinFactNeighborX="100000" custLinFactNeighborY="-2530">
        <dgm:presLayoutVars>
          <dgm:chPref val="3"/>
        </dgm:presLayoutVars>
      </dgm:prSet>
      <dgm:spPr/>
      <dgm:t>
        <a:bodyPr/>
        <a:lstStyle/>
        <a:p>
          <a:endParaRPr lang="en-GB"/>
        </a:p>
      </dgm:t>
    </dgm:pt>
    <dgm:pt modelId="{CCE28BBB-DD72-4738-9B8E-8B124723AE03}" type="pres">
      <dgm:prSet presAssocID="{540F6093-E2B1-4249-8072-8409C091A3ED}" presName="hierChild3" presStyleCnt="0"/>
      <dgm:spPr/>
    </dgm:pt>
    <dgm:pt modelId="{8A3633AC-9F60-4D24-B7D7-A4F576164AE7}" type="pres">
      <dgm:prSet presAssocID="{95BE5E79-368B-421E-B6A4-B44966A1B821}" presName="Name10" presStyleLbl="parChTrans1D2" presStyleIdx="2" presStyleCnt="7"/>
      <dgm:spPr/>
      <dgm:t>
        <a:bodyPr/>
        <a:lstStyle/>
        <a:p>
          <a:endParaRPr lang="en-GB"/>
        </a:p>
      </dgm:t>
    </dgm:pt>
    <dgm:pt modelId="{D2440653-CFA4-4A34-8B3A-735F9AACD0A0}" type="pres">
      <dgm:prSet presAssocID="{5FDBDD60-7640-48EC-B68C-CE4840DB47FF}" presName="hierRoot2" presStyleCnt="0"/>
      <dgm:spPr/>
    </dgm:pt>
    <dgm:pt modelId="{5612E31E-7A9B-4D6D-A582-F45231322356}" type="pres">
      <dgm:prSet presAssocID="{5FDBDD60-7640-48EC-B68C-CE4840DB47FF}" presName="composite2" presStyleCnt="0"/>
      <dgm:spPr/>
    </dgm:pt>
    <dgm:pt modelId="{3A14B81D-6501-4A9C-93E8-C0D8D63BD171}" type="pres">
      <dgm:prSet presAssocID="{5FDBDD60-7640-48EC-B68C-CE4840DB47FF}" presName="background2" presStyleLbl="node2" presStyleIdx="2" presStyleCnt="7"/>
      <dgm:spPr/>
    </dgm:pt>
    <dgm:pt modelId="{B78C52AA-2AA8-4804-A77E-DB1AB1A47534}" type="pres">
      <dgm:prSet presAssocID="{5FDBDD60-7640-48EC-B68C-CE4840DB47FF}" presName="text2" presStyleLbl="fgAcc2" presStyleIdx="2" presStyleCnt="7" custLinFactX="-24175" custLinFactNeighborX="-100000" custLinFactNeighborY="-2530">
        <dgm:presLayoutVars>
          <dgm:chPref val="3"/>
        </dgm:presLayoutVars>
      </dgm:prSet>
      <dgm:spPr/>
      <dgm:t>
        <a:bodyPr/>
        <a:lstStyle/>
        <a:p>
          <a:endParaRPr lang="en-GB"/>
        </a:p>
      </dgm:t>
    </dgm:pt>
    <dgm:pt modelId="{CCC55B47-6F2A-43D8-8D89-49C353D0AD52}" type="pres">
      <dgm:prSet presAssocID="{5FDBDD60-7640-48EC-B68C-CE4840DB47FF}" presName="hierChild3" presStyleCnt="0"/>
      <dgm:spPr/>
    </dgm:pt>
    <dgm:pt modelId="{8BD446B4-F119-45FB-A8E7-0421E68F445C}" type="pres">
      <dgm:prSet presAssocID="{07BD20B2-5927-4CC2-B2C4-EDFB0FC32AB1}" presName="Name10" presStyleLbl="parChTrans1D2" presStyleIdx="3" presStyleCnt="7"/>
      <dgm:spPr/>
      <dgm:t>
        <a:bodyPr/>
        <a:lstStyle/>
        <a:p>
          <a:endParaRPr lang="en-GB"/>
        </a:p>
      </dgm:t>
    </dgm:pt>
    <dgm:pt modelId="{C41DA4D6-6BDE-4E42-9571-434A34775D25}" type="pres">
      <dgm:prSet presAssocID="{05E85DF6-84EF-4DC1-9C0E-24B15A1F4050}" presName="hierRoot2" presStyleCnt="0"/>
      <dgm:spPr/>
    </dgm:pt>
    <dgm:pt modelId="{6CB68947-2035-4C23-A232-01298BF2BA8A}" type="pres">
      <dgm:prSet presAssocID="{05E85DF6-84EF-4DC1-9C0E-24B15A1F4050}" presName="composite2" presStyleCnt="0"/>
      <dgm:spPr/>
    </dgm:pt>
    <dgm:pt modelId="{662C3179-156C-489E-9269-4021721C5BBC}" type="pres">
      <dgm:prSet presAssocID="{05E85DF6-84EF-4DC1-9C0E-24B15A1F4050}" presName="background2" presStyleLbl="node2" presStyleIdx="3" presStyleCnt="7"/>
      <dgm:spPr/>
    </dgm:pt>
    <dgm:pt modelId="{11A66BEE-7F4C-48E7-831F-7C888B7CC9C0}" type="pres">
      <dgm:prSet presAssocID="{05E85DF6-84EF-4DC1-9C0E-24B15A1F4050}" presName="text2" presStyleLbl="fgAcc2" presStyleIdx="3" presStyleCnt="7">
        <dgm:presLayoutVars>
          <dgm:chPref val="3"/>
        </dgm:presLayoutVars>
      </dgm:prSet>
      <dgm:spPr/>
      <dgm:t>
        <a:bodyPr/>
        <a:lstStyle/>
        <a:p>
          <a:endParaRPr lang="en-GB"/>
        </a:p>
      </dgm:t>
    </dgm:pt>
    <dgm:pt modelId="{103E67B3-D805-48C8-BBDD-C72E65F88DB6}" type="pres">
      <dgm:prSet presAssocID="{05E85DF6-84EF-4DC1-9C0E-24B15A1F4050}" presName="hierChild3" presStyleCnt="0"/>
      <dgm:spPr/>
    </dgm:pt>
    <dgm:pt modelId="{998B4BCF-9FBD-4FCE-BB21-5A3D17E90903}" type="pres">
      <dgm:prSet presAssocID="{1854CB00-7703-42BF-82BE-AD9229BEC4DB}" presName="Name10" presStyleLbl="parChTrans1D2" presStyleIdx="4" presStyleCnt="7"/>
      <dgm:spPr/>
      <dgm:t>
        <a:bodyPr/>
        <a:lstStyle/>
        <a:p>
          <a:endParaRPr lang="en-GB"/>
        </a:p>
      </dgm:t>
    </dgm:pt>
    <dgm:pt modelId="{7B4F0A4F-DFE4-4860-B429-B7335CA4D660}" type="pres">
      <dgm:prSet presAssocID="{54932213-EAC8-4C7B-8F5A-20B5FBC1D941}" presName="hierRoot2" presStyleCnt="0"/>
      <dgm:spPr/>
    </dgm:pt>
    <dgm:pt modelId="{BEF7A9CF-BC03-44AC-A70F-DA3ABC6A6361}" type="pres">
      <dgm:prSet presAssocID="{54932213-EAC8-4C7B-8F5A-20B5FBC1D941}" presName="composite2" presStyleCnt="0"/>
      <dgm:spPr/>
    </dgm:pt>
    <dgm:pt modelId="{54F0EE37-CCF6-4BB1-BA61-F96149AC3718}" type="pres">
      <dgm:prSet presAssocID="{54932213-EAC8-4C7B-8F5A-20B5FBC1D941}" presName="background2" presStyleLbl="node2" presStyleIdx="4" presStyleCnt="7"/>
      <dgm:spPr/>
    </dgm:pt>
    <dgm:pt modelId="{731A3CB4-A070-4FAC-BD0B-868C2474FF9D}" type="pres">
      <dgm:prSet presAssocID="{54932213-EAC8-4C7B-8F5A-20B5FBC1D941}" presName="text2" presStyleLbl="fgAcc2" presStyleIdx="4" presStyleCnt="7">
        <dgm:presLayoutVars>
          <dgm:chPref val="3"/>
        </dgm:presLayoutVars>
      </dgm:prSet>
      <dgm:spPr/>
      <dgm:t>
        <a:bodyPr/>
        <a:lstStyle/>
        <a:p>
          <a:endParaRPr lang="en-GB"/>
        </a:p>
      </dgm:t>
    </dgm:pt>
    <dgm:pt modelId="{04883043-1DD8-4A05-98FB-B40D2BEF7E3C}" type="pres">
      <dgm:prSet presAssocID="{54932213-EAC8-4C7B-8F5A-20B5FBC1D941}" presName="hierChild3" presStyleCnt="0"/>
      <dgm:spPr/>
    </dgm:pt>
    <dgm:pt modelId="{144EBCE9-6A7A-4BC8-B9D3-16780A79B60C}" type="pres">
      <dgm:prSet presAssocID="{ED3B6186-3D40-48EF-B292-99523FC3FD40}" presName="Name10" presStyleLbl="parChTrans1D2" presStyleIdx="5" presStyleCnt="7"/>
      <dgm:spPr/>
      <dgm:t>
        <a:bodyPr/>
        <a:lstStyle/>
        <a:p>
          <a:endParaRPr lang="en-GB"/>
        </a:p>
      </dgm:t>
    </dgm:pt>
    <dgm:pt modelId="{3DC0325E-05B6-44FC-8DC4-B779F101907D}" type="pres">
      <dgm:prSet presAssocID="{1B9C1BC6-A27F-47BB-8DA2-9E9A5FF4D621}" presName="hierRoot2" presStyleCnt="0"/>
      <dgm:spPr/>
    </dgm:pt>
    <dgm:pt modelId="{1F5CD7A8-DB98-489E-89CB-124642C16D2A}" type="pres">
      <dgm:prSet presAssocID="{1B9C1BC6-A27F-47BB-8DA2-9E9A5FF4D621}" presName="composite2" presStyleCnt="0"/>
      <dgm:spPr/>
    </dgm:pt>
    <dgm:pt modelId="{67F8B690-7029-4557-BD20-C260F8DB4724}" type="pres">
      <dgm:prSet presAssocID="{1B9C1BC6-A27F-47BB-8DA2-9E9A5FF4D621}" presName="background2" presStyleLbl="node2" presStyleIdx="5" presStyleCnt="7"/>
      <dgm:spPr/>
    </dgm:pt>
    <dgm:pt modelId="{FD13C481-FE39-4686-A3AA-FA31766A43D3}" type="pres">
      <dgm:prSet presAssocID="{1B9C1BC6-A27F-47BB-8DA2-9E9A5FF4D621}" presName="text2" presStyleLbl="fgAcc2" presStyleIdx="5" presStyleCnt="7">
        <dgm:presLayoutVars>
          <dgm:chPref val="3"/>
        </dgm:presLayoutVars>
      </dgm:prSet>
      <dgm:spPr/>
      <dgm:t>
        <a:bodyPr/>
        <a:lstStyle/>
        <a:p>
          <a:endParaRPr lang="en-GB"/>
        </a:p>
      </dgm:t>
    </dgm:pt>
    <dgm:pt modelId="{77A7C66B-620C-44D3-AAF0-56364FDB62A8}" type="pres">
      <dgm:prSet presAssocID="{1B9C1BC6-A27F-47BB-8DA2-9E9A5FF4D621}" presName="hierChild3" presStyleCnt="0"/>
      <dgm:spPr/>
    </dgm:pt>
    <dgm:pt modelId="{0B4BAC74-B45F-40F8-A1EB-1842197B04A5}" type="pres">
      <dgm:prSet presAssocID="{75F32545-EEB6-45A9-9CB8-660FAE687A6B}" presName="Name10" presStyleLbl="parChTrans1D2" presStyleIdx="6" presStyleCnt="7"/>
      <dgm:spPr/>
      <dgm:t>
        <a:bodyPr/>
        <a:lstStyle/>
        <a:p>
          <a:endParaRPr lang="en-GB"/>
        </a:p>
      </dgm:t>
    </dgm:pt>
    <dgm:pt modelId="{5A7B7DA6-29A2-4765-9970-15259FA7AB15}" type="pres">
      <dgm:prSet presAssocID="{A324F441-9FB3-43B1-BD07-C38A72958AF1}" presName="hierRoot2" presStyleCnt="0"/>
      <dgm:spPr/>
    </dgm:pt>
    <dgm:pt modelId="{F70DEC8A-9889-4791-A860-B3565DFF0993}" type="pres">
      <dgm:prSet presAssocID="{A324F441-9FB3-43B1-BD07-C38A72958AF1}" presName="composite2" presStyleCnt="0"/>
      <dgm:spPr/>
    </dgm:pt>
    <dgm:pt modelId="{66C38677-3CFA-40E6-B6F4-0879C0578B84}" type="pres">
      <dgm:prSet presAssocID="{A324F441-9FB3-43B1-BD07-C38A72958AF1}" presName="background2" presStyleLbl="node2" presStyleIdx="6" presStyleCnt="7"/>
      <dgm:spPr/>
    </dgm:pt>
    <dgm:pt modelId="{1F4ACE5B-B2D7-482A-8E23-DD5FB82F8B10}" type="pres">
      <dgm:prSet presAssocID="{A324F441-9FB3-43B1-BD07-C38A72958AF1}" presName="text2" presStyleLbl="fgAcc2" presStyleIdx="6" presStyleCnt="7">
        <dgm:presLayoutVars>
          <dgm:chPref val="3"/>
        </dgm:presLayoutVars>
      </dgm:prSet>
      <dgm:spPr/>
      <dgm:t>
        <a:bodyPr/>
        <a:lstStyle/>
        <a:p>
          <a:endParaRPr lang="en-GB"/>
        </a:p>
      </dgm:t>
    </dgm:pt>
    <dgm:pt modelId="{57D5E4B8-A717-4DAF-B2FC-1801E3277267}" type="pres">
      <dgm:prSet presAssocID="{A324F441-9FB3-43B1-BD07-C38A72958AF1}" presName="hierChild3" presStyleCnt="0"/>
      <dgm:spPr/>
    </dgm:pt>
  </dgm:ptLst>
  <dgm:cxnLst>
    <dgm:cxn modelId="{A057CB02-3ED1-4AAE-AB6C-9A45AF1A3065}" srcId="{112089D7-DB56-44BC-9769-1386B4FD8DD8}" destId="{1B9C1BC6-A27F-47BB-8DA2-9E9A5FF4D621}" srcOrd="5" destOrd="0" parTransId="{ED3B6186-3D40-48EF-B292-99523FC3FD40}" sibTransId="{26EEC2B1-4CDC-480A-A28F-25C48702A2E0}"/>
    <dgm:cxn modelId="{9CB63118-D388-489E-883D-0D1E77A403C9}" type="presOf" srcId="{540F6093-E2B1-4249-8072-8409C091A3ED}" destId="{31A065AE-CC0C-4A23-A523-53E691EEFFAB}" srcOrd="0" destOrd="0" presId="urn:microsoft.com/office/officeart/2005/8/layout/hierarchy1"/>
    <dgm:cxn modelId="{0CDC80A9-1055-4242-949A-A3BD5DAF2E7B}" type="presOf" srcId="{5FDBDD60-7640-48EC-B68C-CE4840DB47FF}" destId="{B78C52AA-2AA8-4804-A77E-DB1AB1A47534}" srcOrd="0" destOrd="0" presId="urn:microsoft.com/office/officeart/2005/8/layout/hierarchy1"/>
    <dgm:cxn modelId="{B128F314-EBB5-4CB3-A314-29C2817EC920}" type="presOf" srcId="{112089D7-DB56-44BC-9769-1386B4FD8DD8}" destId="{D2AE8700-D3E8-44E0-BB62-9DE2CB473E4A}" srcOrd="0" destOrd="0" presId="urn:microsoft.com/office/officeart/2005/8/layout/hierarchy1"/>
    <dgm:cxn modelId="{22387A96-7925-4BEB-9058-BC4B05E0CED8}" srcId="{112089D7-DB56-44BC-9769-1386B4FD8DD8}" destId="{54932213-EAC8-4C7B-8F5A-20B5FBC1D941}" srcOrd="4" destOrd="0" parTransId="{1854CB00-7703-42BF-82BE-AD9229BEC4DB}" sibTransId="{0EF9BA69-3D14-4C07-9EC4-EF17AF4CB8AA}"/>
    <dgm:cxn modelId="{57476F71-9799-463F-A30D-D170B0CA8AF2}" type="presOf" srcId="{1854CB00-7703-42BF-82BE-AD9229BEC4DB}" destId="{998B4BCF-9FBD-4FCE-BB21-5A3D17E90903}" srcOrd="0" destOrd="0" presId="urn:microsoft.com/office/officeart/2005/8/layout/hierarchy1"/>
    <dgm:cxn modelId="{97DE7FEC-2B6E-4211-AC10-8F275461FCE0}" srcId="{112089D7-DB56-44BC-9769-1386B4FD8DD8}" destId="{2DF08807-9752-4554-9C7B-82D630B55A19}" srcOrd="0" destOrd="0" parTransId="{60BA8DFA-FEE5-48B4-A53F-029D0609B0CD}" sibTransId="{97A99BCF-D153-44BA-9041-CA37C8107756}"/>
    <dgm:cxn modelId="{66788863-2354-45E7-AD9A-B839CB39712D}" type="presOf" srcId="{75F32545-EEB6-45A9-9CB8-660FAE687A6B}" destId="{0B4BAC74-B45F-40F8-A1EB-1842197B04A5}" srcOrd="0" destOrd="0" presId="urn:microsoft.com/office/officeart/2005/8/layout/hierarchy1"/>
    <dgm:cxn modelId="{9C72BAB1-DF84-423F-AADC-34B81F2E0B7E}" type="presOf" srcId="{54932213-EAC8-4C7B-8F5A-20B5FBC1D941}" destId="{731A3CB4-A070-4FAC-BD0B-868C2474FF9D}" srcOrd="0" destOrd="0" presId="urn:microsoft.com/office/officeart/2005/8/layout/hierarchy1"/>
    <dgm:cxn modelId="{7A94797B-439E-4B6A-B638-A6678076AECB}" type="presOf" srcId="{3422E5BE-243F-4E67-B5EF-CAAE2A55258B}" destId="{E0C79B75-6F2A-427F-9973-B32F03D84D2F}" srcOrd="0" destOrd="0" presId="urn:microsoft.com/office/officeart/2005/8/layout/hierarchy1"/>
    <dgm:cxn modelId="{4A6D04C0-DA29-4DDB-B94F-768828C8AB90}" type="presOf" srcId="{05E85DF6-84EF-4DC1-9C0E-24B15A1F4050}" destId="{11A66BEE-7F4C-48E7-831F-7C888B7CC9C0}" srcOrd="0" destOrd="0" presId="urn:microsoft.com/office/officeart/2005/8/layout/hierarchy1"/>
    <dgm:cxn modelId="{773D38B8-FA6E-4BFF-90D4-AC08A278D36E}" srcId="{112089D7-DB56-44BC-9769-1386B4FD8DD8}" destId="{05E85DF6-84EF-4DC1-9C0E-24B15A1F4050}" srcOrd="3" destOrd="0" parTransId="{07BD20B2-5927-4CC2-B2C4-EDFB0FC32AB1}" sibTransId="{55DAB10F-2E9C-48C0-B311-092E6B97F4D9}"/>
    <dgm:cxn modelId="{6E1D27A9-21AB-41D3-B31F-D52FDD4305A5}" type="presOf" srcId="{D13CE90B-C4F8-4028-B440-B8ABE71B85FC}" destId="{86F2D633-297E-4951-AA06-4E44F416ABDA}" srcOrd="0" destOrd="0" presId="urn:microsoft.com/office/officeart/2005/8/layout/hierarchy1"/>
    <dgm:cxn modelId="{58784AEF-13BA-4EE0-AE9A-2AEFB436E07B}" type="presOf" srcId="{07BD20B2-5927-4CC2-B2C4-EDFB0FC32AB1}" destId="{8BD446B4-F119-45FB-A8E7-0421E68F445C}" srcOrd="0" destOrd="0" presId="urn:microsoft.com/office/officeart/2005/8/layout/hierarchy1"/>
    <dgm:cxn modelId="{C83ECA5E-41FD-4C1D-8D33-C155B82B6214}" srcId="{112089D7-DB56-44BC-9769-1386B4FD8DD8}" destId="{A324F441-9FB3-43B1-BD07-C38A72958AF1}" srcOrd="6" destOrd="0" parTransId="{75F32545-EEB6-45A9-9CB8-660FAE687A6B}" sibTransId="{F3132B0E-3158-49B4-82A6-54F4E803B671}"/>
    <dgm:cxn modelId="{29016292-6CE3-4C25-826F-A2A8A1186DC4}" type="presOf" srcId="{ED3B6186-3D40-48EF-B292-99523FC3FD40}" destId="{144EBCE9-6A7A-4BC8-B9D3-16780A79B60C}" srcOrd="0" destOrd="0" presId="urn:microsoft.com/office/officeart/2005/8/layout/hierarchy1"/>
    <dgm:cxn modelId="{E3C97CD0-BCD6-42FA-9C73-0B14122CF6DF}" type="presOf" srcId="{A324F441-9FB3-43B1-BD07-C38A72958AF1}" destId="{1F4ACE5B-B2D7-482A-8E23-DD5FB82F8B10}" srcOrd="0" destOrd="0" presId="urn:microsoft.com/office/officeart/2005/8/layout/hierarchy1"/>
    <dgm:cxn modelId="{23E1AA46-D482-41D3-BBBF-D947F9BC1DDD}" type="presOf" srcId="{1B9C1BC6-A27F-47BB-8DA2-9E9A5FF4D621}" destId="{FD13C481-FE39-4686-A3AA-FA31766A43D3}" srcOrd="0" destOrd="0" presId="urn:microsoft.com/office/officeart/2005/8/layout/hierarchy1"/>
    <dgm:cxn modelId="{2F60E07B-D5EF-4E9E-8033-F74F83CEB3E9}" type="presOf" srcId="{60BA8DFA-FEE5-48B4-A53F-029D0609B0CD}" destId="{428A6ACB-E5E7-442F-8200-19708C8F65B6}" srcOrd="0" destOrd="0" presId="urn:microsoft.com/office/officeart/2005/8/layout/hierarchy1"/>
    <dgm:cxn modelId="{208A39F8-D02A-48E3-B697-1135D80124E5}" srcId="{112089D7-DB56-44BC-9769-1386B4FD8DD8}" destId="{5FDBDD60-7640-48EC-B68C-CE4840DB47FF}" srcOrd="2" destOrd="0" parTransId="{95BE5E79-368B-421E-B6A4-B44966A1B821}" sibTransId="{F4A78AD6-7DF1-4391-A1E6-35335579DB51}"/>
    <dgm:cxn modelId="{6D638ECE-549B-4F2C-B6C4-AE3F8059D564}" type="presOf" srcId="{2DF08807-9752-4554-9C7B-82D630B55A19}" destId="{23C94EED-A77F-4371-976F-B726170774FB}" srcOrd="0" destOrd="0" presId="urn:microsoft.com/office/officeart/2005/8/layout/hierarchy1"/>
    <dgm:cxn modelId="{40A8C383-E86D-426F-BCEF-F28D1FB007DC}" srcId="{112089D7-DB56-44BC-9769-1386B4FD8DD8}" destId="{540F6093-E2B1-4249-8072-8409C091A3ED}" srcOrd="1" destOrd="0" parTransId="{D13CE90B-C4F8-4028-B440-B8ABE71B85FC}" sibTransId="{EBB6C816-75BA-4032-A988-B826F38813AF}"/>
    <dgm:cxn modelId="{1D9A8C34-BFDA-42E8-8377-8A748F064279}" srcId="{3422E5BE-243F-4E67-B5EF-CAAE2A55258B}" destId="{112089D7-DB56-44BC-9769-1386B4FD8DD8}" srcOrd="0" destOrd="0" parTransId="{7FFA24F7-D3D7-4888-A6C8-7B320E8AFE28}" sibTransId="{087D71E9-F27E-4166-BAC2-D72957F22156}"/>
    <dgm:cxn modelId="{FA8C6FE1-3B0E-4D50-844F-2656DE31803B}" type="presOf" srcId="{95BE5E79-368B-421E-B6A4-B44966A1B821}" destId="{8A3633AC-9F60-4D24-B7D7-A4F576164AE7}" srcOrd="0" destOrd="0" presId="urn:microsoft.com/office/officeart/2005/8/layout/hierarchy1"/>
    <dgm:cxn modelId="{8F2394D8-04EA-49C1-84F0-B44A82ECE84D}" type="presParOf" srcId="{E0C79B75-6F2A-427F-9973-B32F03D84D2F}" destId="{7AA0E0BE-40B8-4955-B436-DC5C219F9F48}" srcOrd="0" destOrd="0" presId="urn:microsoft.com/office/officeart/2005/8/layout/hierarchy1"/>
    <dgm:cxn modelId="{D5047346-B1EA-427E-B45F-2559B8E090EF}" type="presParOf" srcId="{7AA0E0BE-40B8-4955-B436-DC5C219F9F48}" destId="{C811776F-A264-4DBA-85FE-D79EC3B0C6AD}" srcOrd="0" destOrd="0" presId="urn:microsoft.com/office/officeart/2005/8/layout/hierarchy1"/>
    <dgm:cxn modelId="{D71BE6E4-7120-4AF7-A1F5-D34E9FB763D6}" type="presParOf" srcId="{C811776F-A264-4DBA-85FE-D79EC3B0C6AD}" destId="{79C7EE13-B1FF-4528-A70E-D56FA520B699}" srcOrd="0" destOrd="0" presId="urn:microsoft.com/office/officeart/2005/8/layout/hierarchy1"/>
    <dgm:cxn modelId="{C2B4BDD9-D07E-4347-886D-0DE4FE542E28}" type="presParOf" srcId="{C811776F-A264-4DBA-85FE-D79EC3B0C6AD}" destId="{D2AE8700-D3E8-44E0-BB62-9DE2CB473E4A}" srcOrd="1" destOrd="0" presId="urn:microsoft.com/office/officeart/2005/8/layout/hierarchy1"/>
    <dgm:cxn modelId="{8B336122-A30E-4392-95E6-AC188275139E}" type="presParOf" srcId="{7AA0E0BE-40B8-4955-B436-DC5C219F9F48}" destId="{9124FD63-A81C-4DC3-B1D5-E331F5FE3F8C}" srcOrd="1" destOrd="0" presId="urn:microsoft.com/office/officeart/2005/8/layout/hierarchy1"/>
    <dgm:cxn modelId="{0873B214-CBA5-4863-8D57-3D93E0FE755B}" type="presParOf" srcId="{9124FD63-A81C-4DC3-B1D5-E331F5FE3F8C}" destId="{428A6ACB-E5E7-442F-8200-19708C8F65B6}" srcOrd="0" destOrd="0" presId="urn:microsoft.com/office/officeart/2005/8/layout/hierarchy1"/>
    <dgm:cxn modelId="{051469AF-54BD-4B1E-973E-29F834BC3228}" type="presParOf" srcId="{9124FD63-A81C-4DC3-B1D5-E331F5FE3F8C}" destId="{15720497-A8AC-45A6-A885-76D1D5B961B4}" srcOrd="1" destOrd="0" presId="urn:microsoft.com/office/officeart/2005/8/layout/hierarchy1"/>
    <dgm:cxn modelId="{D8F75AE8-0395-4B2C-AE86-D070E7BA5D65}" type="presParOf" srcId="{15720497-A8AC-45A6-A885-76D1D5B961B4}" destId="{2CBF7715-EA5D-40A2-8842-ABDC1D5BCAD3}" srcOrd="0" destOrd="0" presId="urn:microsoft.com/office/officeart/2005/8/layout/hierarchy1"/>
    <dgm:cxn modelId="{B4D04D12-42A4-41E6-9505-9DB01029C17D}" type="presParOf" srcId="{2CBF7715-EA5D-40A2-8842-ABDC1D5BCAD3}" destId="{6B2407FB-E314-49A4-B3D2-04A8D42F3540}" srcOrd="0" destOrd="0" presId="urn:microsoft.com/office/officeart/2005/8/layout/hierarchy1"/>
    <dgm:cxn modelId="{12C3FF98-3EDB-423C-829F-FDE2C5142495}" type="presParOf" srcId="{2CBF7715-EA5D-40A2-8842-ABDC1D5BCAD3}" destId="{23C94EED-A77F-4371-976F-B726170774FB}" srcOrd="1" destOrd="0" presId="urn:microsoft.com/office/officeart/2005/8/layout/hierarchy1"/>
    <dgm:cxn modelId="{633BDF8F-21C4-4DD9-A576-C3A387D4F43D}" type="presParOf" srcId="{15720497-A8AC-45A6-A885-76D1D5B961B4}" destId="{E660586D-1EC6-4579-BA6B-DD21B407B516}" srcOrd="1" destOrd="0" presId="urn:microsoft.com/office/officeart/2005/8/layout/hierarchy1"/>
    <dgm:cxn modelId="{35FF369F-5DE9-4893-9B75-2DF43D767958}" type="presParOf" srcId="{9124FD63-A81C-4DC3-B1D5-E331F5FE3F8C}" destId="{86F2D633-297E-4951-AA06-4E44F416ABDA}" srcOrd="2" destOrd="0" presId="urn:microsoft.com/office/officeart/2005/8/layout/hierarchy1"/>
    <dgm:cxn modelId="{B5EB8F51-0ECC-4608-A105-0517C16EE4BF}" type="presParOf" srcId="{9124FD63-A81C-4DC3-B1D5-E331F5FE3F8C}" destId="{C350DA14-FB4D-4FC2-BD52-5D6B8A39E729}" srcOrd="3" destOrd="0" presId="urn:microsoft.com/office/officeart/2005/8/layout/hierarchy1"/>
    <dgm:cxn modelId="{B17BF1FB-800D-4484-81E9-611D68DCA02E}" type="presParOf" srcId="{C350DA14-FB4D-4FC2-BD52-5D6B8A39E729}" destId="{9769DB49-F7DF-4C13-A316-6627FC058962}" srcOrd="0" destOrd="0" presId="urn:microsoft.com/office/officeart/2005/8/layout/hierarchy1"/>
    <dgm:cxn modelId="{4FAE9405-1727-44A6-B400-6E2CFDADEF1A}" type="presParOf" srcId="{9769DB49-F7DF-4C13-A316-6627FC058962}" destId="{40A92E27-C758-4281-8E6D-1E3EC3382CD2}" srcOrd="0" destOrd="0" presId="urn:microsoft.com/office/officeart/2005/8/layout/hierarchy1"/>
    <dgm:cxn modelId="{0510ACA5-4855-4A4B-B931-6C2D33928C61}" type="presParOf" srcId="{9769DB49-F7DF-4C13-A316-6627FC058962}" destId="{31A065AE-CC0C-4A23-A523-53E691EEFFAB}" srcOrd="1" destOrd="0" presId="urn:microsoft.com/office/officeart/2005/8/layout/hierarchy1"/>
    <dgm:cxn modelId="{AAAFE143-CDDC-4BF0-8B20-830FFC732A26}" type="presParOf" srcId="{C350DA14-FB4D-4FC2-BD52-5D6B8A39E729}" destId="{CCE28BBB-DD72-4738-9B8E-8B124723AE03}" srcOrd="1" destOrd="0" presId="urn:microsoft.com/office/officeart/2005/8/layout/hierarchy1"/>
    <dgm:cxn modelId="{82487EEA-34B9-4821-80EF-326FA6A4AFDA}" type="presParOf" srcId="{9124FD63-A81C-4DC3-B1D5-E331F5FE3F8C}" destId="{8A3633AC-9F60-4D24-B7D7-A4F576164AE7}" srcOrd="4" destOrd="0" presId="urn:microsoft.com/office/officeart/2005/8/layout/hierarchy1"/>
    <dgm:cxn modelId="{6D5DE823-8928-422B-B30D-F0CCC8024667}" type="presParOf" srcId="{9124FD63-A81C-4DC3-B1D5-E331F5FE3F8C}" destId="{D2440653-CFA4-4A34-8B3A-735F9AACD0A0}" srcOrd="5" destOrd="0" presId="urn:microsoft.com/office/officeart/2005/8/layout/hierarchy1"/>
    <dgm:cxn modelId="{C23149BC-9241-46A3-988E-2A470E727448}" type="presParOf" srcId="{D2440653-CFA4-4A34-8B3A-735F9AACD0A0}" destId="{5612E31E-7A9B-4D6D-A582-F45231322356}" srcOrd="0" destOrd="0" presId="urn:microsoft.com/office/officeart/2005/8/layout/hierarchy1"/>
    <dgm:cxn modelId="{4EE96483-969B-4610-8DC6-8B3A089E4D02}" type="presParOf" srcId="{5612E31E-7A9B-4D6D-A582-F45231322356}" destId="{3A14B81D-6501-4A9C-93E8-C0D8D63BD171}" srcOrd="0" destOrd="0" presId="urn:microsoft.com/office/officeart/2005/8/layout/hierarchy1"/>
    <dgm:cxn modelId="{046D6CC5-1CCD-4520-A7C2-2996653EB24B}" type="presParOf" srcId="{5612E31E-7A9B-4D6D-A582-F45231322356}" destId="{B78C52AA-2AA8-4804-A77E-DB1AB1A47534}" srcOrd="1" destOrd="0" presId="urn:microsoft.com/office/officeart/2005/8/layout/hierarchy1"/>
    <dgm:cxn modelId="{1D1336C0-EB01-43FB-804D-408AEE06CDFD}" type="presParOf" srcId="{D2440653-CFA4-4A34-8B3A-735F9AACD0A0}" destId="{CCC55B47-6F2A-43D8-8D89-49C353D0AD52}" srcOrd="1" destOrd="0" presId="urn:microsoft.com/office/officeart/2005/8/layout/hierarchy1"/>
    <dgm:cxn modelId="{3C763E46-852B-4F77-8474-2530A3B48289}" type="presParOf" srcId="{9124FD63-A81C-4DC3-B1D5-E331F5FE3F8C}" destId="{8BD446B4-F119-45FB-A8E7-0421E68F445C}" srcOrd="6" destOrd="0" presId="urn:microsoft.com/office/officeart/2005/8/layout/hierarchy1"/>
    <dgm:cxn modelId="{D334A0BF-85A3-432C-A450-209BD1242AE1}" type="presParOf" srcId="{9124FD63-A81C-4DC3-B1D5-E331F5FE3F8C}" destId="{C41DA4D6-6BDE-4E42-9571-434A34775D25}" srcOrd="7" destOrd="0" presId="urn:microsoft.com/office/officeart/2005/8/layout/hierarchy1"/>
    <dgm:cxn modelId="{A3B5BA1B-8C7E-4B0C-999F-455828A4AEFF}" type="presParOf" srcId="{C41DA4D6-6BDE-4E42-9571-434A34775D25}" destId="{6CB68947-2035-4C23-A232-01298BF2BA8A}" srcOrd="0" destOrd="0" presId="urn:microsoft.com/office/officeart/2005/8/layout/hierarchy1"/>
    <dgm:cxn modelId="{50ACD7A0-459A-4D87-B178-A710B98289CB}" type="presParOf" srcId="{6CB68947-2035-4C23-A232-01298BF2BA8A}" destId="{662C3179-156C-489E-9269-4021721C5BBC}" srcOrd="0" destOrd="0" presId="urn:microsoft.com/office/officeart/2005/8/layout/hierarchy1"/>
    <dgm:cxn modelId="{84F61581-6649-4CFC-B30C-AA7B0771E540}" type="presParOf" srcId="{6CB68947-2035-4C23-A232-01298BF2BA8A}" destId="{11A66BEE-7F4C-48E7-831F-7C888B7CC9C0}" srcOrd="1" destOrd="0" presId="urn:microsoft.com/office/officeart/2005/8/layout/hierarchy1"/>
    <dgm:cxn modelId="{BEB5C773-1754-447E-BE03-1EFA2AC3A731}" type="presParOf" srcId="{C41DA4D6-6BDE-4E42-9571-434A34775D25}" destId="{103E67B3-D805-48C8-BBDD-C72E65F88DB6}" srcOrd="1" destOrd="0" presId="urn:microsoft.com/office/officeart/2005/8/layout/hierarchy1"/>
    <dgm:cxn modelId="{3BC09313-068F-403C-9407-832F49950422}" type="presParOf" srcId="{9124FD63-A81C-4DC3-B1D5-E331F5FE3F8C}" destId="{998B4BCF-9FBD-4FCE-BB21-5A3D17E90903}" srcOrd="8" destOrd="0" presId="urn:microsoft.com/office/officeart/2005/8/layout/hierarchy1"/>
    <dgm:cxn modelId="{8467189D-2766-4688-938D-FD6063B7A519}" type="presParOf" srcId="{9124FD63-A81C-4DC3-B1D5-E331F5FE3F8C}" destId="{7B4F0A4F-DFE4-4860-B429-B7335CA4D660}" srcOrd="9" destOrd="0" presId="urn:microsoft.com/office/officeart/2005/8/layout/hierarchy1"/>
    <dgm:cxn modelId="{3EAA7ACE-ACC3-41EF-A9C9-A4B66C2AFF58}" type="presParOf" srcId="{7B4F0A4F-DFE4-4860-B429-B7335CA4D660}" destId="{BEF7A9CF-BC03-44AC-A70F-DA3ABC6A6361}" srcOrd="0" destOrd="0" presId="urn:microsoft.com/office/officeart/2005/8/layout/hierarchy1"/>
    <dgm:cxn modelId="{6862B722-A54B-48D9-AE2F-3C1B18E94864}" type="presParOf" srcId="{BEF7A9CF-BC03-44AC-A70F-DA3ABC6A6361}" destId="{54F0EE37-CCF6-4BB1-BA61-F96149AC3718}" srcOrd="0" destOrd="0" presId="urn:microsoft.com/office/officeart/2005/8/layout/hierarchy1"/>
    <dgm:cxn modelId="{92AF82DD-957A-4502-9FA1-5AB33BE17625}" type="presParOf" srcId="{BEF7A9CF-BC03-44AC-A70F-DA3ABC6A6361}" destId="{731A3CB4-A070-4FAC-BD0B-868C2474FF9D}" srcOrd="1" destOrd="0" presId="urn:microsoft.com/office/officeart/2005/8/layout/hierarchy1"/>
    <dgm:cxn modelId="{11FF4917-79FF-4051-9B9B-B1941B18FE98}" type="presParOf" srcId="{7B4F0A4F-DFE4-4860-B429-B7335CA4D660}" destId="{04883043-1DD8-4A05-98FB-B40D2BEF7E3C}" srcOrd="1" destOrd="0" presId="urn:microsoft.com/office/officeart/2005/8/layout/hierarchy1"/>
    <dgm:cxn modelId="{6330D4ED-F557-4A2E-AB50-F1343909620F}" type="presParOf" srcId="{9124FD63-A81C-4DC3-B1D5-E331F5FE3F8C}" destId="{144EBCE9-6A7A-4BC8-B9D3-16780A79B60C}" srcOrd="10" destOrd="0" presId="urn:microsoft.com/office/officeart/2005/8/layout/hierarchy1"/>
    <dgm:cxn modelId="{3AA5EEB1-E407-40E4-BE67-CE930B14CDAF}" type="presParOf" srcId="{9124FD63-A81C-4DC3-B1D5-E331F5FE3F8C}" destId="{3DC0325E-05B6-44FC-8DC4-B779F101907D}" srcOrd="11" destOrd="0" presId="urn:microsoft.com/office/officeart/2005/8/layout/hierarchy1"/>
    <dgm:cxn modelId="{6AA882A7-60BD-4804-A836-A849509F1907}" type="presParOf" srcId="{3DC0325E-05B6-44FC-8DC4-B779F101907D}" destId="{1F5CD7A8-DB98-489E-89CB-124642C16D2A}" srcOrd="0" destOrd="0" presId="urn:microsoft.com/office/officeart/2005/8/layout/hierarchy1"/>
    <dgm:cxn modelId="{EA4E5BCA-2A79-4D23-8C0E-CBDDF33BF3E6}" type="presParOf" srcId="{1F5CD7A8-DB98-489E-89CB-124642C16D2A}" destId="{67F8B690-7029-4557-BD20-C260F8DB4724}" srcOrd="0" destOrd="0" presId="urn:microsoft.com/office/officeart/2005/8/layout/hierarchy1"/>
    <dgm:cxn modelId="{3B269086-6EF1-4DE7-8A5E-F95DAE789D30}" type="presParOf" srcId="{1F5CD7A8-DB98-489E-89CB-124642C16D2A}" destId="{FD13C481-FE39-4686-A3AA-FA31766A43D3}" srcOrd="1" destOrd="0" presId="urn:microsoft.com/office/officeart/2005/8/layout/hierarchy1"/>
    <dgm:cxn modelId="{55B28A4F-9443-4F10-84D4-5EC97182D574}" type="presParOf" srcId="{3DC0325E-05B6-44FC-8DC4-B779F101907D}" destId="{77A7C66B-620C-44D3-AAF0-56364FDB62A8}" srcOrd="1" destOrd="0" presId="urn:microsoft.com/office/officeart/2005/8/layout/hierarchy1"/>
    <dgm:cxn modelId="{38D3CFC2-9773-4F74-ABFD-49A1C39CBCE4}" type="presParOf" srcId="{9124FD63-A81C-4DC3-B1D5-E331F5FE3F8C}" destId="{0B4BAC74-B45F-40F8-A1EB-1842197B04A5}" srcOrd="12" destOrd="0" presId="urn:microsoft.com/office/officeart/2005/8/layout/hierarchy1"/>
    <dgm:cxn modelId="{6B36AE51-9E70-472D-8E45-E0F2ADAD3AA8}" type="presParOf" srcId="{9124FD63-A81C-4DC3-B1D5-E331F5FE3F8C}" destId="{5A7B7DA6-29A2-4765-9970-15259FA7AB15}" srcOrd="13" destOrd="0" presId="urn:microsoft.com/office/officeart/2005/8/layout/hierarchy1"/>
    <dgm:cxn modelId="{BD998465-11C4-4218-90A1-49C47A2E983E}" type="presParOf" srcId="{5A7B7DA6-29A2-4765-9970-15259FA7AB15}" destId="{F70DEC8A-9889-4791-A860-B3565DFF0993}" srcOrd="0" destOrd="0" presId="urn:microsoft.com/office/officeart/2005/8/layout/hierarchy1"/>
    <dgm:cxn modelId="{680E2BD3-83FC-48FF-9B51-ED86088163F6}" type="presParOf" srcId="{F70DEC8A-9889-4791-A860-B3565DFF0993}" destId="{66C38677-3CFA-40E6-B6F4-0879C0578B84}" srcOrd="0" destOrd="0" presId="urn:microsoft.com/office/officeart/2005/8/layout/hierarchy1"/>
    <dgm:cxn modelId="{84077350-DB06-4516-9D24-91B33D06D7B6}" type="presParOf" srcId="{F70DEC8A-9889-4791-A860-B3565DFF0993}" destId="{1F4ACE5B-B2D7-482A-8E23-DD5FB82F8B10}" srcOrd="1" destOrd="0" presId="urn:microsoft.com/office/officeart/2005/8/layout/hierarchy1"/>
    <dgm:cxn modelId="{BDF09DCF-9458-445A-8DC5-16ECECD317FD}" type="presParOf" srcId="{5A7B7DA6-29A2-4765-9970-15259FA7AB15}" destId="{57D5E4B8-A717-4DAF-B2FC-1801E3277267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xmlns="" relId="rId6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3422E5BE-243F-4E67-B5EF-CAAE2A55258B}" type="doc">
      <dgm:prSet loTypeId="urn:microsoft.com/office/officeart/2005/8/layout/hierarchy1" loCatId="hierarchy" qsTypeId="urn:microsoft.com/office/officeart/2005/8/quickstyle/simple1" qsCatId="simple" csTypeId="urn:microsoft.com/office/officeart/2005/8/colors/colorful3" csCatId="colorful" phldr="1"/>
      <dgm:spPr/>
      <dgm:t>
        <a:bodyPr/>
        <a:lstStyle/>
        <a:p>
          <a:endParaRPr lang="en-GB"/>
        </a:p>
      </dgm:t>
    </dgm:pt>
    <dgm:pt modelId="{112089D7-DB56-44BC-9769-1386B4FD8DD8}">
      <dgm:prSet phldrT="[Text]"/>
      <dgm:spPr/>
      <dgm:t>
        <a:bodyPr/>
        <a:lstStyle/>
        <a:p>
          <a:r>
            <a:rPr lang="en-GB" dirty="0" smtClean="0"/>
            <a:t>BPMN Plus</a:t>
          </a:r>
          <a:endParaRPr lang="en-GB" dirty="0"/>
        </a:p>
      </dgm:t>
    </dgm:pt>
    <dgm:pt modelId="{7FFA24F7-D3D7-4888-A6C8-7B320E8AFE28}" type="parTrans" cxnId="{1D9A8C34-BFDA-42E8-8377-8A748F064279}">
      <dgm:prSet/>
      <dgm:spPr/>
      <dgm:t>
        <a:bodyPr/>
        <a:lstStyle/>
        <a:p>
          <a:endParaRPr lang="en-GB"/>
        </a:p>
      </dgm:t>
    </dgm:pt>
    <dgm:pt modelId="{087D71E9-F27E-4166-BAC2-D72957F22156}" type="sibTrans" cxnId="{1D9A8C34-BFDA-42E8-8377-8A748F064279}">
      <dgm:prSet/>
      <dgm:spPr/>
      <dgm:t>
        <a:bodyPr/>
        <a:lstStyle/>
        <a:p>
          <a:endParaRPr lang="en-GB"/>
        </a:p>
      </dgm:t>
    </dgm:pt>
    <dgm:pt modelId="{2DF08807-9752-4554-9C7B-82D630B55A19}">
      <dgm:prSet phldrT="[Text]"/>
      <dgm:spPr/>
      <dgm:t>
        <a:bodyPr/>
        <a:lstStyle/>
        <a:p>
          <a:r>
            <a:rPr lang="en-GB" dirty="0" smtClean="0"/>
            <a:t>Process</a:t>
          </a:r>
          <a:endParaRPr lang="en-GB" dirty="0"/>
        </a:p>
      </dgm:t>
    </dgm:pt>
    <dgm:pt modelId="{60BA8DFA-FEE5-48B4-A53F-029D0609B0CD}" type="parTrans" cxnId="{97DE7FEC-2B6E-4211-AC10-8F275461FCE0}">
      <dgm:prSet/>
      <dgm:spPr/>
      <dgm:t>
        <a:bodyPr/>
        <a:lstStyle/>
        <a:p>
          <a:endParaRPr lang="en-GB"/>
        </a:p>
      </dgm:t>
    </dgm:pt>
    <dgm:pt modelId="{97A99BCF-D153-44BA-9041-CA37C8107756}" type="sibTrans" cxnId="{97DE7FEC-2B6E-4211-AC10-8F275461FCE0}">
      <dgm:prSet/>
      <dgm:spPr/>
      <dgm:t>
        <a:bodyPr/>
        <a:lstStyle/>
        <a:p>
          <a:endParaRPr lang="en-GB"/>
        </a:p>
      </dgm:t>
    </dgm:pt>
    <dgm:pt modelId="{5FDBDD60-7640-48EC-B68C-CE4840DB47FF}">
      <dgm:prSet phldrT="[Text]"/>
      <dgm:spPr>
        <a:solidFill>
          <a:schemeClr val="bg1">
            <a:alpha val="90000"/>
          </a:schemeClr>
        </a:solidFill>
      </dgm:spPr>
      <dgm:t>
        <a:bodyPr/>
        <a:lstStyle/>
        <a:p>
          <a:r>
            <a:rPr lang="en-GB" dirty="0" smtClean="0"/>
            <a:t>Activity</a:t>
          </a:r>
          <a:endParaRPr lang="en-GB" dirty="0"/>
        </a:p>
      </dgm:t>
    </dgm:pt>
    <dgm:pt modelId="{95BE5E79-368B-421E-B6A4-B44966A1B821}" type="parTrans" cxnId="{208A39F8-D02A-48E3-B697-1135D80124E5}">
      <dgm:prSet/>
      <dgm:spPr/>
      <dgm:t>
        <a:bodyPr/>
        <a:lstStyle/>
        <a:p>
          <a:endParaRPr lang="en-GB"/>
        </a:p>
      </dgm:t>
    </dgm:pt>
    <dgm:pt modelId="{F4A78AD6-7DF1-4391-A1E6-35335579DB51}" type="sibTrans" cxnId="{208A39F8-D02A-48E3-B697-1135D80124E5}">
      <dgm:prSet/>
      <dgm:spPr/>
      <dgm:t>
        <a:bodyPr/>
        <a:lstStyle/>
        <a:p>
          <a:endParaRPr lang="en-GB"/>
        </a:p>
      </dgm:t>
    </dgm:pt>
    <dgm:pt modelId="{05E85DF6-84EF-4DC1-9C0E-24B15A1F4050}">
      <dgm:prSet/>
      <dgm:spPr>
        <a:solidFill>
          <a:srgbClr val="C00000">
            <a:alpha val="50000"/>
          </a:srgbClr>
        </a:solidFill>
      </dgm:spPr>
      <dgm:t>
        <a:bodyPr/>
        <a:lstStyle/>
        <a:p>
          <a:r>
            <a:rPr lang="en-GB" dirty="0" smtClean="0"/>
            <a:t>Data</a:t>
          </a:r>
          <a:endParaRPr lang="en-GB" dirty="0"/>
        </a:p>
      </dgm:t>
    </dgm:pt>
    <dgm:pt modelId="{07BD20B2-5927-4CC2-B2C4-EDFB0FC32AB1}" type="parTrans" cxnId="{773D38B8-FA6E-4BFF-90D4-AC08A278D36E}">
      <dgm:prSet/>
      <dgm:spPr/>
      <dgm:t>
        <a:bodyPr/>
        <a:lstStyle/>
        <a:p>
          <a:endParaRPr lang="en-GB"/>
        </a:p>
      </dgm:t>
    </dgm:pt>
    <dgm:pt modelId="{55DAB10F-2E9C-48C0-B311-092E6B97F4D9}" type="sibTrans" cxnId="{773D38B8-FA6E-4BFF-90D4-AC08A278D36E}">
      <dgm:prSet/>
      <dgm:spPr/>
      <dgm:t>
        <a:bodyPr/>
        <a:lstStyle/>
        <a:p>
          <a:endParaRPr lang="en-GB"/>
        </a:p>
      </dgm:t>
    </dgm:pt>
    <dgm:pt modelId="{54932213-EAC8-4C7B-8F5A-20B5FBC1D941}">
      <dgm:prSet/>
      <dgm:spPr/>
      <dgm:t>
        <a:bodyPr/>
        <a:lstStyle/>
        <a:p>
          <a:r>
            <a:rPr lang="en-GB" dirty="0" smtClean="0"/>
            <a:t>Performer</a:t>
          </a:r>
          <a:endParaRPr lang="en-GB" dirty="0"/>
        </a:p>
      </dgm:t>
    </dgm:pt>
    <dgm:pt modelId="{1854CB00-7703-42BF-82BE-AD9229BEC4DB}" type="parTrans" cxnId="{22387A96-7925-4BEB-9058-BC4B05E0CED8}">
      <dgm:prSet/>
      <dgm:spPr/>
      <dgm:t>
        <a:bodyPr/>
        <a:lstStyle/>
        <a:p>
          <a:endParaRPr lang="en-GB"/>
        </a:p>
      </dgm:t>
    </dgm:pt>
    <dgm:pt modelId="{0EF9BA69-3D14-4C07-9EC4-EF17AF4CB8AA}" type="sibTrans" cxnId="{22387A96-7925-4BEB-9058-BC4B05E0CED8}">
      <dgm:prSet/>
      <dgm:spPr/>
      <dgm:t>
        <a:bodyPr/>
        <a:lstStyle/>
        <a:p>
          <a:endParaRPr lang="en-GB"/>
        </a:p>
      </dgm:t>
    </dgm:pt>
    <dgm:pt modelId="{540F6093-E2B1-4249-8072-8409C091A3ED}">
      <dgm:prSet/>
      <dgm:spPr/>
      <dgm:t>
        <a:bodyPr/>
        <a:lstStyle/>
        <a:p>
          <a:r>
            <a:rPr lang="en-GB" dirty="0" smtClean="0"/>
            <a:t>Goal</a:t>
          </a:r>
          <a:endParaRPr lang="en-GB" dirty="0"/>
        </a:p>
      </dgm:t>
    </dgm:pt>
    <dgm:pt modelId="{D13CE90B-C4F8-4028-B440-B8ABE71B85FC}" type="parTrans" cxnId="{40A8C383-E86D-426F-BCEF-F28D1FB007DC}">
      <dgm:prSet/>
      <dgm:spPr/>
      <dgm:t>
        <a:bodyPr/>
        <a:lstStyle/>
        <a:p>
          <a:endParaRPr lang="en-GB"/>
        </a:p>
      </dgm:t>
    </dgm:pt>
    <dgm:pt modelId="{EBB6C816-75BA-4032-A988-B826F38813AF}" type="sibTrans" cxnId="{40A8C383-E86D-426F-BCEF-F28D1FB007DC}">
      <dgm:prSet/>
      <dgm:spPr/>
      <dgm:t>
        <a:bodyPr/>
        <a:lstStyle/>
        <a:p>
          <a:endParaRPr lang="en-GB"/>
        </a:p>
      </dgm:t>
    </dgm:pt>
    <dgm:pt modelId="{1B9C1BC6-A27F-47BB-8DA2-9E9A5FF4D621}">
      <dgm:prSet/>
      <dgm:spPr/>
      <dgm:t>
        <a:bodyPr/>
        <a:lstStyle/>
        <a:p>
          <a:r>
            <a:rPr lang="en-GB" dirty="0" smtClean="0"/>
            <a:t>Event</a:t>
          </a:r>
          <a:endParaRPr lang="en-GB" dirty="0"/>
        </a:p>
      </dgm:t>
    </dgm:pt>
    <dgm:pt modelId="{ED3B6186-3D40-48EF-B292-99523FC3FD40}" type="parTrans" cxnId="{A057CB02-3ED1-4AAE-AB6C-9A45AF1A3065}">
      <dgm:prSet/>
      <dgm:spPr/>
      <dgm:t>
        <a:bodyPr/>
        <a:lstStyle/>
        <a:p>
          <a:endParaRPr lang="en-GB"/>
        </a:p>
      </dgm:t>
    </dgm:pt>
    <dgm:pt modelId="{26EEC2B1-4CDC-480A-A28F-25C48702A2E0}" type="sibTrans" cxnId="{A057CB02-3ED1-4AAE-AB6C-9A45AF1A3065}">
      <dgm:prSet/>
      <dgm:spPr/>
      <dgm:t>
        <a:bodyPr/>
        <a:lstStyle/>
        <a:p>
          <a:endParaRPr lang="en-GB"/>
        </a:p>
      </dgm:t>
    </dgm:pt>
    <dgm:pt modelId="{A324F441-9FB3-43B1-BD07-C38A72958AF1}">
      <dgm:prSet/>
      <dgm:spPr/>
      <dgm:t>
        <a:bodyPr/>
        <a:lstStyle/>
        <a:p>
          <a:r>
            <a:rPr lang="en-GB" dirty="0" smtClean="0"/>
            <a:t>Gateway</a:t>
          </a:r>
          <a:endParaRPr lang="en-GB" dirty="0"/>
        </a:p>
      </dgm:t>
    </dgm:pt>
    <dgm:pt modelId="{75F32545-EEB6-45A9-9CB8-660FAE687A6B}" type="parTrans" cxnId="{C83ECA5E-41FD-4C1D-8D33-C155B82B6214}">
      <dgm:prSet/>
      <dgm:spPr/>
      <dgm:t>
        <a:bodyPr/>
        <a:lstStyle/>
        <a:p>
          <a:endParaRPr lang="en-GB"/>
        </a:p>
      </dgm:t>
    </dgm:pt>
    <dgm:pt modelId="{F3132B0E-3158-49B4-82A6-54F4E803B671}" type="sibTrans" cxnId="{C83ECA5E-41FD-4C1D-8D33-C155B82B6214}">
      <dgm:prSet/>
      <dgm:spPr/>
      <dgm:t>
        <a:bodyPr/>
        <a:lstStyle/>
        <a:p>
          <a:endParaRPr lang="en-GB"/>
        </a:p>
      </dgm:t>
    </dgm:pt>
    <dgm:pt modelId="{E0C79B75-6F2A-427F-9973-B32F03D84D2F}" type="pres">
      <dgm:prSet presAssocID="{3422E5BE-243F-4E67-B5EF-CAAE2A55258B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  <dgm:t>
        <a:bodyPr/>
        <a:lstStyle/>
        <a:p>
          <a:endParaRPr lang="en-GB"/>
        </a:p>
      </dgm:t>
    </dgm:pt>
    <dgm:pt modelId="{7AA0E0BE-40B8-4955-B436-DC5C219F9F48}" type="pres">
      <dgm:prSet presAssocID="{112089D7-DB56-44BC-9769-1386B4FD8DD8}" presName="hierRoot1" presStyleCnt="0"/>
      <dgm:spPr/>
    </dgm:pt>
    <dgm:pt modelId="{C811776F-A264-4DBA-85FE-D79EC3B0C6AD}" type="pres">
      <dgm:prSet presAssocID="{112089D7-DB56-44BC-9769-1386B4FD8DD8}" presName="composite" presStyleCnt="0"/>
      <dgm:spPr/>
    </dgm:pt>
    <dgm:pt modelId="{79C7EE13-B1FF-4528-A70E-D56FA520B699}" type="pres">
      <dgm:prSet presAssocID="{112089D7-DB56-44BC-9769-1386B4FD8DD8}" presName="background" presStyleLbl="node0" presStyleIdx="0" presStyleCnt="1"/>
      <dgm:spPr/>
    </dgm:pt>
    <dgm:pt modelId="{D2AE8700-D3E8-44E0-BB62-9DE2CB473E4A}" type="pres">
      <dgm:prSet presAssocID="{112089D7-DB56-44BC-9769-1386B4FD8DD8}" presName="text" presStyleLbl="fgAcc0" presStyleIdx="0" presStyleCnt="1">
        <dgm:presLayoutVars>
          <dgm:chPref val="3"/>
        </dgm:presLayoutVars>
      </dgm:prSet>
      <dgm:spPr/>
      <dgm:t>
        <a:bodyPr/>
        <a:lstStyle/>
        <a:p>
          <a:endParaRPr lang="en-GB"/>
        </a:p>
      </dgm:t>
    </dgm:pt>
    <dgm:pt modelId="{9124FD63-A81C-4DC3-B1D5-E331F5FE3F8C}" type="pres">
      <dgm:prSet presAssocID="{112089D7-DB56-44BC-9769-1386B4FD8DD8}" presName="hierChild2" presStyleCnt="0"/>
      <dgm:spPr/>
    </dgm:pt>
    <dgm:pt modelId="{428A6ACB-E5E7-442F-8200-19708C8F65B6}" type="pres">
      <dgm:prSet presAssocID="{60BA8DFA-FEE5-48B4-A53F-029D0609B0CD}" presName="Name10" presStyleLbl="parChTrans1D2" presStyleIdx="0" presStyleCnt="7"/>
      <dgm:spPr/>
      <dgm:t>
        <a:bodyPr/>
        <a:lstStyle/>
        <a:p>
          <a:endParaRPr lang="en-GB"/>
        </a:p>
      </dgm:t>
    </dgm:pt>
    <dgm:pt modelId="{15720497-A8AC-45A6-A885-76D1D5B961B4}" type="pres">
      <dgm:prSet presAssocID="{2DF08807-9752-4554-9C7B-82D630B55A19}" presName="hierRoot2" presStyleCnt="0"/>
      <dgm:spPr/>
    </dgm:pt>
    <dgm:pt modelId="{2CBF7715-EA5D-40A2-8842-ABDC1D5BCAD3}" type="pres">
      <dgm:prSet presAssocID="{2DF08807-9752-4554-9C7B-82D630B55A19}" presName="composite2" presStyleCnt="0"/>
      <dgm:spPr/>
    </dgm:pt>
    <dgm:pt modelId="{6B2407FB-E314-49A4-B3D2-04A8D42F3540}" type="pres">
      <dgm:prSet presAssocID="{2DF08807-9752-4554-9C7B-82D630B55A19}" presName="background2" presStyleLbl="node2" presStyleIdx="0" presStyleCnt="7"/>
      <dgm:spPr/>
    </dgm:pt>
    <dgm:pt modelId="{23C94EED-A77F-4371-976F-B726170774FB}" type="pres">
      <dgm:prSet presAssocID="{2DF08807-9752-4554-9C7B-82D630B55A19}" presName="text2" presStyleLbl="fgAcc2" presStyleIdx="0" presStyleCnt="7">
        <dgm:presLayoutVars>
          <dgm:chPref val="3"/>
        </dgm:presLayoutVars>
      </dgm:prSet>
      <dgm:spPr/>
      <dgm:t>
        <a:bodyPr/>
        <a:lstStyle/>
        <a:p>
          <a:endParaRPr lang="en-GB"/>
        </a:p>
      </dgm:t>
    </dgm:pt>
    <dgm:pt modelId="{E660586D-1EC6-4579-BA6B-DD21B407B516}" type="pres">
      <dgm:prSet presAssocID="{2DF08807-9752-4554-9C7B-82D630B55A19}" presName="hierChild3" presStyleCnt="0"/>
      <dgm:spPr/>
    </dgm:pt>
    <dgm:pt modelId="{86F2D633-297E-4951-AA06-4E44F416ABDA}" type="pres">
      <dgm:prSet presAssocID="{D13CE90B-C4F8-4028-B440-B8ABE71B85FC}" presName="Name10" presStyleLbl="parChTrans1D2" presStyleIdx="1" presStyleCnt="7"/>
      <dgm:spPr/>
      <dgm:t>
        <a:bodyPr/>
        <a:lstStyle/>
        <a:p>
          <a:endParaRPr lang="en-GB"/>
        </a:p>
      </dgm:t>
    </dgm:pt>
    <dgm:pt modelId="{C350DA14-FB4D-4FC2-BD52-5D6B8A39E729}" type="pres">
      <dgm:prSet presAssocID="{540F6093-E2B1-4249-8072-8409C091A3ED}" presName="hierRoot2" presStyleCnt="0"/>
      <dgm:spPr/>
    </dgm:pt>
    <dgm:pt modelId="{9769DB49-F7DF-4C13-A316-6627FC058962}" type="pres">
      <dgm:prSet presAssocID="{540F6093-E2B1-4249-8072-8409C091A3ED}" presName="composite2" presStyleCnt="0"/>
      <dgm:spPr/>
    </dgm:pt>
    <dgm:pt modelId="{40A92E27-C758-4281-8E6D-1E3EC3382CD2}" type="pres">
      <dgm:prSet presAssocID="{540F6093-E2B1-4249-8072-8409C091A3ED}" presName="background2" presStyleLbl="node2" presStyleIdx="1" presStyleCnt="7"/>
      <dgm:spPr/>
    </dgm:pt>
    <dgm:pt modelId="{31A065AE-CC0C-4A23-A523-53E691EEFFAB}" type="pres">
      <dgm:prSet presAssocID="{540F6093-E2B1-4249-8072-8409C091A3ED}" presName="text2" presStyleLbl="fgAcc2" presStyleIdx="1" presStyleCnt="7" custLinFactX="22831" custLinFactNeighborX="100000" custLinFactNeighborY="-2530">
        <dgm:presLayoutVars>
          <dgm:chPref val="3"/>
        </dgm:presLayoutVars>
      </dgm:prSet>
      <dgm:spPr/>
      <dgm:t>
        <a:bodyPr/>
        <a:lstStyle/>
        <a:p>
          <a:endParaRPr lang="en-GB"/>
        </a:p>
      </dgm:t>
    </dgm:pt>
    <dgm:pt modelId="{CCE28BBB-DD72-4738-9B8E-8B124723AE03}" type="pres">
      <dgm:prSet presAssocID="{540F6093-E2B1-4249-8072-8409C091A3ED}" presName="hierChild3" presStyleCnt="0"/>
      <dgm:spPr/>
    </dgm:pt>
    <dgm:pt modelId="{8A3633AC-9F60-4D24-B7D7-A4F576164AE7}" type="pres">
      <dgm:prSet presAssocID="{95BE5E79-368B-421E-B6A4-B44966A1B821}" presName="Name10" presStyleLbl="parChTrans1D2" presStyleIdx="2" presStyleCnt="7"/>
      <dgm:spPr/>
      <dgm:t>
        <a:bodyPr/>
        <a:lstStyle/>
        <a:p>
          <a:endParaRPr lang="en-GB"/>
        </a:p>
      </dgm:t>
    </dgm:pt>
    <dgm:pt modelId="{D2440653-CFA4-4A34-8B3A-735F9AACD0A0}" type="pres">
      <dgm:prSet presAssocID="{5FDBDD60-7640-48EC-B68C-CE4840DB47FF}" presName="hierRoot2" presStyleCnt="0"/>
      <dgm:spPr/>
    </dgm:pt>
    <dgm:pt modelId="{5612E31E-7A9B-4D6D-A582-F45231322356}" type="pres">
      <dgm:prSet presAssocID="{5FDBDD60-7640-48EC-B68C-CE4840DB47FF}" presName="composite2" presStyleCnt="0"/>
      <dgm:spPr/>
    </dgm:pt>
    <dgm:pt modelId="{3A14B81D-6501-4A9C-93E8-C0D8D63BD171}" type="pres">
      <dgm:prSet presAssocID="{5FDBDD60-7640-48EC-B68C-CE4840DB47FF}" presName="background2" presStyleLbl="node2" presStyleIdx="2" presStyleCnt="7"/>
      <dgm:spPr/>
    </dgm:pt>
    <dgm:pt modelId="{B78C52AA-2AA8-4804-A77E-DB1AB1A47534}" type="pres">
      <dgm:prSet presAssocID="{5FDBDD60-7640-48EC-B68C-CE4840DB47FF}" presName="text2" presStyleLbl="fgAcc2" presStyleIdx="2" presStyleCnt="7" custLinFactX="-24175" custLinFactNeighborX="-100000" custLinFactNeighborY="-2530">
        <dgm:presLayoutVars>
          <dgm:chPref val="3"/>
        </dgm:presLayoutVars>
      </dgm:prSet>
      <dgm:spPr/>
      <dgm:t>
        <a:bodyPr/>
        <a:lstStyle/>
        <a:p>
          <a:endParaRPr lang="en-GB"/>
        </a:p>
      </dgm:t>
    </dgm:pt>
    <dgm:pt modelId="{CCC55B47-6F2A-43D8-8D89-49C353D0AD52}" type="pres">
      <dgm:prSet presAssocID="{5FDBDD60-7640-48EC-B68C-CE4840DB47FF}" presName="hierChild3" presStyleCnt="0"/>
      <dgm:spPr/>
    </dgm:pt>
    <dgm:pt modelId="{8BD446B4-F119-45FB-A8E7-0421E68F445C}" type="pres">
      <dgm:prSet presAssocID="{07BD20B2-5927-4CC2-B2C4-EDFB0FC32AB1}" presName="Name10" presStyleLbl="parChTrans1D2" presStyleIdx="3" presStyleCnt="7"/>
      <dgm:spPr/>
      <dgm:t>
        <a:bodyPr/>
        <a:lstStyle/>
        <a:p>
          <a:endParaRPr lang="en-GB"/>
        </a:p>
      </dgm:t>
    </dgm:pt>
    <dgm:pt modelId="{C41DA4D6-6BDE-4E42-9571-434A34775D25}" type="pres">
      <dgm:prSet presAssocID="{05E85DF6-84EF-4DC1-9C0E-24B15A1F4050}" presName="hierRoot2" presStyleCnt="0"/>
      <dgm:spPr/>
    </dgm:pt>
    <dgm:pt modelId="{6CB68947-2035-4C23-A232-01298BF2BA8A}" type="pres">
      <dgm:prSet presAssocID="{05E85DF6-84EF-4DC1-9C0E-24B15A1F4050}" presName="composite2" presStyleCnt="0"/>
      <dgm:spPr/>
    </dgm:pt>
    <dgm:pt modelId="{662C3179-156C-489E-9269-4021721C5BBC}" type="pres">
      <dgm:prSet presAssocID="{05E85DF6-84EF-4DC1-9C0E-24B15A1F4050}" presName="background2" presStyleLbl="node2" presStyleIdx="3" presStyleCnt="7"/>
      <dgm:spPr/>
    </dgm:pt>
    <dgm:pt modelId="{11A66BEE-7F4C-48E7-831F-7C888B7CC9C0}" type="pres">
      <dgm:prSet presAssocID="{05E85DF6-84EF-4DC1-9C0E-24B15A1F4050}" presName="text2" presStyleLbl="fgAcc2" presStyleIdx="3" presStyleCnt="7">
        <dgm:presLayoutVars>
          <dgm:chPref val="3"/>
        </dgm:presLayoutVars>
      </dgm:prSet>
      <dgm:spPr/>
      <dgm:t>
        <a:bodyPr/>
        <a:lstStyle/>
        <a:p>
          <a:endParaRPr lang="en-GB"/>
        </a:p>
      </dgm:t>
    </dgm:pt>
    <dgm:pt modelId="{103E67B3-D805-48C8-BBDD-C72E65F88DB6}" type="pres">
      <dgm:prSet presAssocID="{05E85DF6-84EF-4DC1-9C0E-24B15A1F4050}" presName="hierChild3" presStyleCnt="0"/>
      <dgm:spPr/>
    </dgm:pt>
    <dgm:pt modelId="{998B4BCF-9FBD-4FCE-BB21-5A3D17E90903}" type="pres">
      <dgm:prSet presAssocID="{1854CB00-7703-42BF-82BE-AD9229BEC4DB}" presName="Name10" presStyleLbl="parChTrans1D2" presStyleIdx="4" presStyleCnt="7"/>
      <dgm:spPr/>
      <dgm:t>
        <a:bodyPr/>
        <a:lstStyle/>
        <a:p>
          <a:endParaRPr lang="en-GB"/>
        </a:p>
      </dgm:t>
    </dgm:pt>
    <dgm:pt modelId="{7B4F0A4F-DFE4-4860-B429-B7335CA4D660}" type="pres">
      <dgm:prSet presAssocID="{54932213-EAC8-4C7B-8F5A-20B5FBC1D941}" presName="hierRoot2" presStyleCnt="0"/>
      <dgm:spPr/>
    </dgm:pt>
    <dgm:pt modelId="{BEF7A9CF-BC03-44AC-A70F-DA3ABC6A6361}" type="pres">
      <dgm:prSet presAssocID="{54932213-EAC8-4C7B-8F5A-20B5FBC1D941}" presName="composite2" presStyleCnt="0"/>
      <dgm:spPr/>
    </dgm:pt>
    <dgm:pt modelId="{54F0EE37-CCF6-4BB1-BA61-F96149AC3718}" type="pres">
      <dgm:prSet presAssocID="{54932213-EAC8-4C7B-8F5A-20B5FBC1D941}" presName="background2" presStyleLbl="node2" presStyleIdx="4" presStyleCnt="7"/>
      <dgm:spPr/>
    </dgm:pt>
    <dgm:pt modelId="{731A3CB4-A070-4FAC-BD0B-868C2474FF9D}" type="pres">
      <dgm:prSet presAssocID="{54932213-EAC8-4C7B-8F5A-20B5FBC1D941}" presName="text2" presStyleLbl="fgAcc2" presStyleIdx="4" presStyleCnt="7">
        <dgm:presLayoutVars>
          <dgm:chPref val="3"/>
        </dgm:presLayoutVars>
      </dgm:prSet>
      <dgm:spPr/>
      <dgm:t>
        <a:bodyPr/>
        <a:lstStyle/>
        <a:p>
          <a:endParaRPr lang="en-GB"/>
        </a:p>
      </dgm:t>
    </dgm:pt>
    <dgm:pt modelId="{04883043-1DD8-4A05-98FB-B40D2BEF7E3C}" type="pres">
      <dgm:prSet presAssocID="{54932213-EAC8-4C7B-8F5A-20B5FBC1D941}" presName="hierChild3" presStyleCnt="0"/>
      <dgm:spPr/>
    </dgm:pt>
    <dgm:pt modelId="{144EBCE9-6A7A-4BC8-B9D3-16780A79B60C}" type="pres">
      <dgm:prSet presAssocID="{ED3B6186-3D40-48EF-B292-99523FC3FD40}" presName="Name10" presStyleLbl="parChTrans1D2" presStyleIdx="5" presStyleCnt="7"/>
      <dgm:spPr/>
      <dgm:t>
        <a:bodyPr/>
        <a:lstStyle/>
        <a:p>
          <a:endParaRPr lang="en-GB"/>
        </a:p>
      </dgm:t>
    </dgm:pt>
    <dgm:pt modelId="{3DC0325E-05B6-44FC-8DC4-B779F101907D}" type="pres">
      <dgm:prSet presAssocID="{1B9C1BC6-A27F-47BB-8DA2-9E9A5FF4D621}" presName="hierRoot2" presStyleCnt="0"/>
      <dgm:spPr/>
    </dgm:pt>
    <dgm:pt modelId="{1F5CD7A8-DB98-489E-89CB-124642C16D2A}" type="pres">
      <dgm:prSet presAssocID="{1B9C1BC6-A27F-47BB-8DA2-9E9A5FF4D621}" presName="composite2" presStyleCnt="0"/>
      <dgm:spPr/>
    </dgm:pt>
    <dgm:pt modelId="{67F8B690-7029-4557-BD20-C260F8DB4724}" type="pres">
      <dgm:prSet presAssocID="{1B9C1BC6-A27F-47BB-8DA2-9E9A5FF4D621}" presName="background2" presStyleLbl="node2" presStyleIdx="5" presStyleCnt="7"/>
      <dgm:spPr/>
    </dgm:pt>
    <dgm:pt modelId="{FD13C481-FE39-4686-A3AA-FA31766A43D3}" type="pres">
      <dgm:prSet presAssocID="{1B9C1BC6-A27F-47BB-8DA2-9E9A5FF4D621}" presName="text2" presStyleLbl="fgAcc2" presStyleIdx="5" presStyleCnt="7">
        <dgm:presLayoutVars>
          <dgm:chPref val="3"/>
        </dgm:presLayoutVars>
      </dgm:prSet>
      <dgm:spPr/>
      <dgm:t>
        <a:bodyPr/>
        <a:lstStyle/>
        <a:p>
          <a:endParaRPr lang="en-GB"/>
        </a:p>
      </dgm:t>
    </dgm:pt>
    <dgm:pt modelId="{77A7C66B-620C-44D3-AAF0-56364FDB62A8}" type="pres">
      <dgm:prSet presAssocID="{1B9C1BC6-A27F-47BB-8DA2-9E9A5FF4D621}" presName="hierChild3" presStyleCnt="0"/>
      <dgm:spPr/>
    </dgm:pt>
    <dgm:pt modelId="{0B4BAC74-B45F-40F8-A1EB-1842197B04A5}" type="pres">
      <dgm:prSet presAssocID="{75F32545-EEB6-45A9-9CB8-660FAE687A6B}" presName="Name10" presStyleLbl="parChTrans1D2" presStyleIdx="6" presStyleCnt="7"/>
      <dgm:spPr/>
      <dgm:t>
        <a:bodyPr/>
        <a:lstStyle/>
        <a:p>
          <a:endParaRPr lang="en-GB"/>
        </a:p>
      </dgm:t>
    </dgm:pt>
    <dgm:pt modelId="{5A7B7DA6-29A2-4765-9970-15259FA7AB15}" type="pres">
      <dgm:prSet presAssocID="{A324F441-9FB3-43B1-BD07-C38A72958AF1}" presName="hierRoot2" presStyleCnt="0"/>
      <dgm:spPr/>
    </dgm:pt>
    <dgm:pt modelId="{F70DEC8A-9889-4791-A860-B3565DFF0993}" type="pres">
      <dgm:prSet presAssocID="{A324F441-9FB3-43B1-BD07-C38A72958AF1}" presName="composite2" presStyleCnt="0"/>
      <dgm:spPr/>
    </dgm:pt>
    <dgm:pt modelId="{66C38677-3CFA-40E6-B6F4-0879C0578B84}" type="pres">
      <dgm:prSet presAssocID="{A324F441-9FB3-43B1-BD07-C38A72958AF1}" presName="background2" presStyleLbl="node2" presStyleIdx="6" presStyleCnt="7"/>
      <dgm:spPr/>
    </dgm:pt>
    <dgm:pt modelId="{1F4ACE5B-B2D7-482A-8E23-DD5FB82F8B10}" type="pres">
      <dgm:prSet presAssocID="{A324F441-9FB3-43B1-BD07-C38A72958AF1}" presName="text2" presStyleLbl="fgAcc2" presStyleIdx="6" presStyleCnt="7">
        <dgm:presLayoutVars>
          <dgm:chPref val="3"/>
        </dgm:presLayoutVars>
      </dgm:prSet>
      <dgm:spPr/>
      <dgm:t>
        <a:bodyPr/>
        <a:lstStyle/>
        <a:p>
          <a:endParaRPr lang="en-GB"/>
        </a:p>
      </dgm:t>
    </dgm:pt>
    <dgm:pt modelId="{57D5E4B8-A717-4DAF-B2FC-1801E3277267}" type="pres">
      <dgm:prSet presAssocID="{A324F441-9FB3-43B1-BD07-C38A72958AF1}" presName="hierChild3" presStyleCnt="0"/>
      <dgm:spPr/>
    </dgm:pt>
  </dgm:ptLst>
  <dgm:cxnLst>
    <dgm:cxn modelId="{A057CB02-3ED1-4AAE-AB6C-9A45AF1A3065}" srcId="{112089D7-DB56-44BC-9769-1386B4FD8DD8}" destId="{1B9C1BC6-A27F-47BB-8DA2-9E9A5FF4D621}" srcOrd="5" destOrd="0" parTransId="{ED3B6186-3D40-48EF-B292-99523FC3FD40}" sibTransId="{26EEC2B1-4CDC-480A-A28F-25C48702A2E0}"/>
    <dgm:cxn modelId="{9267449B-8F87-49F6-A55A-6D8F3FB0FCAF}" type="presOf" srcId="{ED3B6186-3D40-48EF-B292-99523FC3FD40}" destId="{144EBCE9-6A7A-4BC8-B9D3-16780A79B60C}" srcOrd="0" destOrd="0" presId="urn:microsoft.com/office/officeart/2005/8/layout/hierarchy1"/>
    <dgm:cxn modelId="{22387A96-7925-4BEB-9058-BC4B05E0CED8}" srcId="{112089D7-DB56-44BC-9769-1386B4FD8DD8}" destId="{54932213-EAC8-4C7B-8F5A-20B5FBC1D941}" srcOrd="4" destOrd="0" parTransId="{1854CB00-7703-42BF-82BE-AD9229BEC4DB}" sibTransId="{0EF9BA69-3D14-4C07-9EC4-EF17AF4CB8AA}"/>
    <dgm:cxn modelId="{6793F360-BD4D-4231-810D-3EE4A7C19E4B}" type="presOf" srcId="{95BE5E79-368B-421E-B6A4-B44966A1B821}" destId="{8A3633AC-9F60-4D24-B7D7-A4F576164AE7}" srcOrd="0" destOrd="0" presId="urn:microsoft.com/office/officeart/2005/8/layout/hierarchy1"/>
    <dgm:cxn modelId="{5B2B5A5A-9B8C-4566-83DD-039E344F2BFF}" type="presOf" srcId="{D13CE90B-C4F8-4028-B440-B8ABE71B85FC}" destId="{86F2D633-297E-4951-AA06-4E44F416ABDA}" srcOrd="0" destOrd="0" presId="urn:microsoft.com/office/officeart/2005/8/layout/hierarchy1"/>
    <dgm:cxn modelId="{19EEA255-AAE6-4DAC-8158-370585CC8186}" type="presOf" srcId="{1854CB00-7703-42BF-82BE-AD9229BEC4DB}" destId="{998B4BCF-9FBD-4FCE-BB21-5A3D17E90903}" srcOrd="0" destOrd="0" presId="urn:microsoft.com/office/officeart/2005/8/layout/hierarchy1"/>
    <dgm:cxn modelId="{97DE7FEC-2B6E-4211-AC10-8F275461FCE0}" srcId="{112089D7-DB56-44BC-9769-1386B4FD8DD8}" destId="{2DF08807-9752-4554-9C7B-82D630B55A19}" srcOrd="0" destOrd="0" parTransId="{60BA8DFA-FEE5-48B4-A53F-029D0609B0CD}" sibTransId="{97A99BCF-D153-44BA-9041-CA37C8107756}"/>
    <dgm:cxn modelId="{90EC34DF-4341-4618-A6C0-3202F6F362AE}" type="presOf" srcId="{A324F441-9FB3-43B1-BD07-C38A72958AF1}" destId="{1F4ACE5B-B2D7-482A-8E23-DD5FB82F8B10}" srcOrd="0" destOrd="0" presId="urn:microsoft.com/office/officeart/2005/8/layout/hierarchy1"/>
    <dgm:cxn modelId="{B6F1DA91-09EC-4C2A-9A51-050C6A1F51E4}" type="presOf" srcId="{75F32545-EEB6-45A9-9CB8-660FAE687A6B}" destId="{0B4BAC74-B45F-40F8-A1EB-1842197B04A5}" srcOrd="0" destOrd="0" presId="urn:microsoft.com/office/officeart/2005/8/layout/hierarchy1"/>
    <dgm:cxn modelId="{778578E2-73FA-43F3-9B7E-009CF8C34366}" type="presOf" srcId="{54932213-EAC8-4C7B-8F5A-20B5FBC1D941}" destId="{731A3CB4-A070-4FAC-BD0B-868C2474FF9D}" srcOrd="0" destOrd="0" presId="urn:microsoft.com/office/officeart/2005/8/layout/hierarchy1"/>
    <dgm:cxn modelId="{4364A533-7652-4EE4-9DCB-61A43DB47A1C}" type="presOf" srcId="{3422E5BE-243F-4E67-B5EF-CAAE2A55258B}" destId="{E0C79B75-6F2A-427F-9973-B32F03D84D2F}" srcOrd="0" destOrd="0" presId="urn:microsoft.com/office/officeart/2005/8/layout/hierarchy1"/>
    <dgm:cxn modelId="{773D38B8-FA6E-4BFF-90D4-AC08A278D36E}" srcId="{112089D7-DB56-44BC-9769-1386B4FD8DD8}" destId="{05E85DF6-84EF-4DC1-9C0E-24B15A1F4050}" srcOrd="3" destOrd="0" parTransId="{07BD20B2-5927-4CC2-B2C4-EDFB0FC32AB1}" sibTransId="{55DAB10F-2E9C-48C0-B311-092E6B97F4D9}"/>
    <dgm:cxn modelId="{B9CACACF-6220-4382-9DC4-91E9697FD53F}" type="presOf" srcId="{07BD20B2-5927-4CC2-B2C4-EDFB0FC32AB1}" destId="{8BD446B4-F119-45FB-A8E7-0421E68F445C}" srcOrd="0" destOrd="0" presId="urn:microsoft.com/office/officeart/2005/8/layout/hierarchy1"/>
    <dgm:cxn modelId="{30F0D417-A314-49BD-A659-284661660DC9}" type="presOf" srcId="{2DF08807-9752-4554-9C7B-82D630B55A19}" destId="{23C94EED-A77F-4371-976F-B726170774FB}" srcOrd="0" destOrd="0" presId="urn:microsoft.com/office/officeart/2005/8/layout/hierarchy1"/>
    <dgm:cxn modelId="{3501912C-1FF1-46B2-90E4-2B87920C33D4}" type="presOf" srcId="{5FDBDD60-7640-48EC-B68C-CE4840DB47FF}" destId="{B78C52AA-2AA8-4804-A77E-DB1AB1A47534}" srcOrd="0" destOrd="0" presId="urn:microsoft.com/office/officeart/2005/8/layout/hierarchy1"/>
    <dgm:cxn modelId="{542E79FD-9AEC-4F50-88DA-DC9850075C46}" type="presOf" srcId="{540F6093-E2B1-4249-8072-8409C091A3ED}" destId="{31A065AE-CC0C-4A23-A523-53E691EEFFAB}" srcOrd="0" destOrd="0" presId="urn:microsoft.com/office/officeart/2005/8/layout/hierarchy1"/>
    <dgm:cxn modelId="{C83ECA5E-41FD-4C1D-8D33-C155B82B6214}" srcId="{112089D7-DB56-44BC-9769-1386B4FD8DD8}" destId="{A324F441-9FB3-43B1-BD07-C38A72958AF1}" srcOrd="6" destOrd="0" parTransId="{75F32545-EEB6-45A9-9CB8-660FAE687A6B}" sibTransId="{F3132B0E-3158-49B4-82A6-54F4E803B671}"/>
    <dgm:cxn modelId="{5D3F619E-8B97-4A0B-A6DC-CB20C0232531}" type="presOf" srcId="{60BA8DFA-FEE5-48B4-A53F-029D0609B0CD}" destId="{428A6ACB-E5E7-442F-8200-19708C8F65B6}" srcOrd="0" destOrd="0" presId="urn:microsoft.com/office/officeart/2005/8/layout/hierarchy1"/>
    <dgm:cxn modelId="{208A39F8-D02A-48E3-B697-1135D80124E5}" srcId="{112089D7-DB56-44BC-9769-1386B4FD8DD8}" destId="{5FDBDD60-7640-48EC-B68C-CE4840DB47FF}" srcOrd="2" destOrd="0" parTransId="{95BE5E79-368B-421E-B6A4-B44966A1B821}" sibTransId="{F4A78AD6-7DF1-4391-A1E6-35335579DB51}"/>
    <dgm:cxn modelId="{B290C325-3845-45A9-B422-D7DCA6910FE3}" type="presOf" srcId="{05E85DF6-84EF-4DC1-9C0E-24B15A1F4050}" destId="{11A66BEE-7F4C-48E7-831F-7C888B7CC9C0}" srcOrd="0" destOrd="0" presId="urn:microsoft.com/office/officeart/2005/8/layout/hierarchy1"/>
    <dgm:cxn modelId="{0C1CE0FA-E415-4981-831F-7B68799BA131}" type="presOf" srcId="{1B9C1BC6-A27F-47BB-8DA2-9E9A5FF4D621}" destId="{FD13C481-FE39-4686-A3AA-FA31766A43D3}" srcOrd="0" destOrd="0" presId="urn:microsoft.com/office/officeart/2005/8/layout/hierarchy1"/>
    <dgm:cxn modelId="{2E3E33C2-CEFE-460F-A3ED-90E1265C2DE7}" type="presOf" srcId="{112089D7-DB56-44BC-9769-1386B4FD8DD8}" destId="{D2AE8700-D3E8-44E0-BB62-9DE2CB473E4A}" srcOrd="0" destOrd="0" presId="urn:microsoft.com/office/officeart/2005/8/layout/hierarchy1"/>
    <dgm:cxn modelId="{40A8C383-E86D-426F-BCEF-F28D1FB007DC}" srcId="{112089D7-DB56-44BC-9769-1386B4FD8DD8}" destId="{540F6093-E2B1-4249-8072-8409C091A3ED}" srcOrd="1" destOrd="0" parTransId="{D13CE90B-C4F8-4028-B440-B8ABE71B85FC}" sibTransId="{EBB6C816-75BA-4032-A988-B826F38813AF}"/>
    <dgm:cxn modelId="{1D9A8C34-BFDA-42E8-8377-8A748F064279}" srcId="{3422E5BE-243F-4E67-B5EF-CAAE2A55258B}" destId="{112089D7-DB56-44BC-9769-1386B4FD8DD8}" srcOrd="0" destOrd="0" parTransId="{7FFA24F7-D3D7-4888-A6C8-7B320E8AFE28}" sibTransId="{087D71E9-F27E-4166-BAC2-D72957F22156}"/>
    <dgm:cxn modelId="{CAB88CA9-1404-4288-B586-83F8B08B50D9}" type="presParOf" srcId="{E0C79B75-6F2A-427F-9973-B32F03D84D2F}" destId="{7AA0E0BE-40B8-4955-B436-DC5C219F9F48}" srcOrd="0" destOrd="0" presId="urn:microsoft.com/office/officeart/2005/8/layout/hierarchy1"/>
    <dgm:cxn modelId="{C538A642-9561-4208-A2F5-76224F6668C2}" type="presParOf" srcId="{7AA0E0BE-40B8-4955-B436-DC5C219F9F48}" destId="{C811776F-A264-4DBA-85FE-D79EC3B0C6AD}" srcOrd="0" destOrd="0" presId="urn:microsoft.com/office/officeart/2005/8/layout/hierarchy1"/>
    <dgm:cxn modelId="{7ACE433E-AB76-4D60-B52A-95510030D13F}" type="presParOf" srcId="{C811776F-A264-4DBA-85FE-D79EC3B0C6AD}" destId="{79C7EE13-B1FF-4528-A70E-D56FA520B699}" srcOrd="0" destOrd="0" presId="urn:microsoft.com/office/officeart/2005/8/layout/hierarchy1"/>
    <dgm:cxn modelId="{769C5735-214B-4582-94EB-7F7DD29F0BD3}" type="presParOf" srcId="{C811776F-A264-4DBA-85FE-D79EC3B0C6AD}" destId="{D2AE8700-D3E8-44E0-BB62-9DE2CB473E4A}" srcOrd="1" destOrd="0" presId="urn:microsoft.com/office/officeart/2005/8/layout/hierarchy1"/>
    <dgm:cxn modelId="{EA686D7F-D77C-4F5C-9480-75D9FD3D59FE}" type="presParOf" srcId="{7AA0E0BE-40B8-4955-B436-DC5C219F9F48}" destId="{9124FD63-A81C-4DC3-B1D5-E331F5FE3F8C}" srcOrd="1" destOrd="0" presId="urn:microsoft.com/office/officeart/2005/8/layout/hierarchy1"/>
    <dgm:cxn modelId="{54438C2A-0D17-4359-88F8-6EFDEBD93A37}" type="presParOf" srcId="{9124FD63-A81C-4DC3-B1D5-E331F5FE3F8C}" destId="{428A6ACB-E5E7-442F-8200-19708C8F65B6}" srcOrd="0" destOrd="0" presId="urn:microsoft.com/office/officeart/2005/8/layout/hierarchy1"/>
    <dgm:cxn modelId="{32064A6A-68C8-4A22-9B78-C9F5975CEC56}" type="presParOf" srcId="{9124FD63-A81C-4DC3-B1D5-E331F5FE3F8C}" destId="{15720497-A8AC-45A6-A885-76D1D5B961B4}" srcOrd="1" destOrd="0" presId="urn:microsoft.com/office/officeart/2005/8/layout/hierarchy1"/>
    <dgm:cxn modelId="{2E68848C-5619-4D9A-A88A-97B7BE3CB788}" type="presParOf" srcId="{15720497-A8AC-45A6-A885-76D1D5B961B4}" destId="{2CBF7715-EA5D-40A2-8842-ABDC1D5BCAD3}" srcOrd="0" destOrd="0" presId="urn:microsoft.com/office/officeart/2005/8/layout/hierarchy1"/>
    <dgm:cxn modelId="{D6D6BA97-35A0-43C5-B952-358B09B42276}" type="presParOf" srcId="{2CBF7715-EA5D-40A2-8842-ABDC1D5BCAD3}" destId="{6B2407FB-E314-49A4-B3D2-04A8D42F3540}" srcOrd="0" destOrd="0" presId="urn:microsoft.com/office/officeart/2005/8/layout/hierarchy1"/>
    <dgm:cxn modelId="{8A2EFC56-3AC1-45C0-8C3A-FCEE1F9405DF}" type="presParOf" srcId="{2CBF7715-EA5D-40A2-8842-ABDC1D5BCAD3}" destId="{23C94EED-A77F-4371-976F-B726170774FB}" srcOrd="1" destOrd="0" presId="urn:microsoft.com/office/officeart/2005/8/layout/hierarchy1"/>
    <dgm:cxn modelId="{2B81807F-C121-4AFA-A882-2AE7A49A60FD}" type="presParOf" srcId="{15720497-A8AC-45A6-A885-76D1D5B961B4}" destId="{E660586D-1EC6-4579-BA6B-DD21B407B516}" srcOrd="1" destOrd="0" presId="urn:microsoft.com/office/officeart/2005/8/layout/hierarchy1"/>
    <dgm:cxn modelId="{5BB8A3B3-884F-44A0-96AC-8204D59A3638}" type="presParOf" srcId="{9124FD63-A81C-4DC3-B1D5-E331F5FE3F8C}" destId="{86F2D633-297E-4951-AA06-4E44F416ABDA}" srcOrd="2" destOrd="0" presId="urn:microsoft.com/office/officeart/2005/8/layout/hierarchy1"/>
    <dgm:cxn modelId="{9E3AEB69-9D79-44D0-A96D-5D2804B19665}" type="presParOf" srcId="{9124FD63-A81C-4DC3-B1D5-E331F5FE3F8C}" destId="{C350DA14-FB4D-4FC2-BD52-5D6B8A39E729}" srcOrd="3" destOrd="0" presId="urn:microsoft.com/office/officeart/2005/8/layout/hierarchy1"/>
    <dgm:cxn modelId="{27BC01EA-42A8-4934-8226-4C74ED35D539}" type="presParOf" srcId="{C350DA14-FB4D-4FC2-BD52-5D6B8A39E729}" destId="{9769DB49-F7DF-4C13-A316-6627FC058962}" srcOrd="0" destOrd="0" presId="urn:microsoft.com/office/officeart/2005/8/layout/hierarchy1"/>
    <dgm:cxn modelId="{E931E6E6-DB10-418C-8D65-AD1E36EB30DB}" type="presParOf" srcId="{9769DB49-F7DF-4C13-A316-6627FC058962}" destId="{40A92E27-C758-4281-8E6D-1E3EC3382CD2}" srcOrd="0" destOrd="0" presId="urn:microsoft.com/office/officeart/2005/8/layout/hierarchy1"/>
    <dgm:cxn modelId="{30FA49C4-86E9-412C-8BA3-EF6E69EFEF8A}" type="presParOf" srcId="{9769DB49-F7DF-4C13-A316-6627FC058962}" destId="{31A065AE-CC0C-4A23-A523-53E691EEFFAB}" srcOrd="1" destOrd="0" presId="urn:microsoft.com/office/officeart/2005/8/layout/hierarchy1"/>
    <dgm:cxn modelId="{496DEAA6-7BBD-46FE-B040-121161880CBB}" type="presParOf" srcId="{C350DA14-FB4D-4FC2-BD52-5D6B8A39E729}" destId="{CCE28BBB-DD72-4738-9B8E-8B124723AE03}" srcOrd="1" destOrd="0" presId="urn:microsoft.com/office/officeart/2005/8/layout/hierarchy1"/>
    <dgm:cxn modelId="{0B73423B-7DA5-4F8C-A47A-984CE0B454EE}" type="presParOf" srcId="{9124FD63-A81C-4DC3-B1D5-E331F5FE3F8C}" destId="{8A3633AC-9F60-4D24-B7D7-A4F576164AE7}" srcOrd="4" destOrd="0" presId="urn:microsoft.com/office/officeart/2005/8/layout/hierarchy1"/>
    <dgm:cxn modelId="{CD2FECD6-D20E-42BD-92E3-32BF00040FA1}" type="presParOf" srcId="{9124FD63-A81C-4DC3-B1D5-E331F5FE3F8C}" destId="{D2440653-CFA4-4A34-8B3A-735F9AACD0A0}" srcOrd="5" destOrd="0" presId="urn:microsoft.com/office/officeart/2005/8/layout/hierarchy1"/>
    <dgm:cxn modelId="{FAE0340C-D479-4C0A-A148-1317EA6454A5}" type="presParOf" srcId="{D2440653-CFA4-4A34-8B3A-735F9AACD0A0}" destId="{5612E31E-7A9B-4D6D-A582-F45231322356}" srcOrd="0" destOrd="0" presId="urn:microsoft.com/office/officeart/2005/8/layout/hierarchy1"/>
    <dgm:cxn modelId="{06B69B2D-13E9-44C5-9881-E816D7781E59}" type="presParOf" srcId="{5612E31E-7A9B-4D6D-A582-F45231322356}" destId="{3A14B81D-6501-4A9C-93E8-C0D8D63BD171}" srcOrd="0" destOrd="0" presId="urn:microsoft.com/office/officeart/2005/8/layout/hierarchy1"/>
    <dgm:cxn modelId="{2E3592DB-9679-4344-8AEB-3E41B1D10636}" type="presParOf" srcId="{5612E31E-7A9B-4D6D-A582-F45231322356}" destId="{B78C52AA-2AA8-4804-A77E-DB1AB1A47534}" srcOrd="1" destOrd="0" presId="urn:microsoft.com/office/officeart/2005/8/layout/hierarchy1"/>
    <dgm:cxn modelId="{2ADF31BC-1EC5-4EEC-B9F1-71B7D6A94EE8}" type="presParOf" srcId="{D2440653-CFA4-4A34-8B3A-735F9AACD0A0}" destId="{CCC55B47-6F2A-43D8-8D89-49C353D0AD52}" srcOrd="1" destOrd="0" presId="urn:microsoft.com/office/officeart/2005/8/layout/hierarchy1"/>
    <dgm:cxn modelId="{83AADCD1-394C-495F-9110-D87BF21CC22E}" type="presParOf" srcId="{9124FD63-A81C-4DC3-B1D5-E331F5FE3F8C}" destId="{8BD446B4-F119-45FB-A8E7-0421E68F445C}" srcOrd="6" destOrd="0" presId="urn:microsoft.com/office/officeart/2005/8/layout/hierarchy1"/>
    <dgm:cxn modelId="{BEDC9997-097C-4B5E-9AEF-B952A5A240C6}" type="presParOf" srcId="{9124FD63-A81C-4DC3-B1D5-E331F5FE3F8C}" destId="{C41DA4D6-6BDE-4E42-9571-434A34775D25}" srcOrd="7" destOrd="0" presId="urn:microsoft.com/office/officeart/2005/8/layout/hierarchy1"/>
    <dgm:cxn modelId="{B9DE0DB1-9059-4717-8332-7568E2C109CD}" type="presParOf" srcId="{C41DA4D6-6BDE-4E42-9571-434A34775D25}" destId="{6CB68947-2035-4C23-A232-01298BF2BA8A}" srcOrd="0" destOrd="0" presId="urn:microsoft.com/office/officeart/2005/8/layout/hierarchy1"/>
    <dgm:cxn modelId="{06528086-E853-49C6-A7D7-5CC48A25B7E2}" type="presParOf" srcId="{6CB68947-2035-4C23-A232-01298BF2BA8A}" destId="{662C3179-156C-489E-9269-4021721C5BBC}" srcOrd="0" destOrd="0" presId="urn:microsoft.com/office/officeart/2005/8/layout/hierarchy1"/>
    <dgm:cxn modelId="{F8138528-E7BB-4DCB-AC76-1A826540ED28}" type="presParOf" srcId="{6CB68947-2035-4C23-A232-01298BF2BA8A}" destId="{11A66BEE-7F4C-48E7-831F-7C888B7CC9C0}" srcOrd="1" destOrd="0" presId="urn:microsoft.com/office/officeart/2005/8/layout/hierarchy1"/>
    <dgm:cxn modelId="{8A456612-9656-48F9-8335-71BB0F1684F9}" type="presParOf" srcId="{C41DA4D6-6BDE-4E42-9571-434A34775D25}" destId="{103E67B3-D805-48C8-BBDD-C72E65F88DB6}" srcOrd="1" destOrd="0" presId="urn:microsoft.com/office/officeart/2005/8/layout/hierarchy1"/>
    <dgm:cxn modelId="{A779F4C5-BE9D-496C-981B-25FD28F127BE}" type="presParOf" srcId="{9124FD63-A81C-4DC3-B1D5-E331F5FE3F8C}" destId="{998B4BCF-9FBD-4FCE-BB21-5A3D17E90903}" srcOrd="8" destOrd="0" presId="urn:microsoft.com/office/officeart/2005/8/layout/hierarchy1"/>
    <dgm:cxn modelId="{5E74F64A-AF31-45B9-A908-53618FE54A79}" type="presParOf" srcId="{9124FD63-A81C-4DC3-B1D5-E331F5FE3F8C}" destId="{7B4F0A4F-DFE4-4860-B429-B7335CA4D660}" srcOrd="9" destOrd="0" presId="urn:microsoft.com/office/officeart/2005/8/layout/hierarchy1"/>
    <dgm:cxn modelId="{CE28D1C8-78CD-4E0A-B401-2AD6289D0C4F}" type="presParOf" srcId="{7B4F0A4F-DFE4-4860-B429-B7335CA4D660}" destId="{BEF7A9CF-BC03-44AC-A70F-DA3ABC6A6361}" srcOrd="0" destOrd="0" presId="urn:microsoft.com/office/officeart/2005/8/layout/hierarchy1"/>
    <dgm:cxn modelId="{A7229E2A-AEAA-4775-993F-4B104F3F2B59}" type="presParOf" srcId="{BEF7A9CF-BC03-44AC-A70F-DA3ABC6A6361}" destId="{54F0EE37-CCF6-4BB1-BA61-F96149AC3718}" srcOrd="0" destOrd="0" presId="urn:microsoft.com/office/officeart/2005/8/layout/hierarchy1"/>
    <dgm:cxn modelId="{BE88CC65-DD8C-472C-9104-1F05B962CE77}" type="presParOf" srcId="{BEF7A9CF-BC03-44AC-A70F-DA3ABC6A6361}" destId="{731A3CB4-A070-4FAC-BD0B-868C2474FF9D}" srcOrd="1" destOrd="0" presId="urn:microsoft.com/office/officeart/2005/8/layout/hierarchy1"/>
    <dgm:cxn modelId="{B33C55BA-2910-4603-B51A-12F0D2CFEB3F}" type="presParOf" srcId="{7B4F0A4F-DFE4-4860-B429-B7335CA4D660}" destId="{04883043-1DD8-4A05-98FB-B40D2BEF7E3C}" srcOrd="1" destOrd="0" presId="urn:microsoft.com/office/officeart/2005/8/layout/hierarchy1"/>
    <dgm:cxn modelId="{1E3D14D5-607C-460B-BB00-4CB07DD0E99B}" type="presParOf" srcId="{9124FD63-A81C-4DC3-B1D5-E331F5FE3F8C}" destId="{144EBCE9-6A7A-4BC8-B9D3-16780A79B60C}" srcOrd="10" destOrd="0" presId="urn:microsoft.com/office/officeart/2005/8/layout/hierarchy1"/>
    <dgm:cxn modelId="{8508A4CA-DC50-4DD7-8FA4-50FBA0112869}" type="presParOf" srcId="{9124FD63-A81C-4DC3-B1D5-E331F5FE3F8C}" destId="{3DC0325E-05B6-44FC-8DC4-B779F101907D}" srcOrd="11" destOrd="0" presId="urn:microsoft.com/office/officeart/2005/8/layout/hierarchy1"/>
    <dgm:cxn modelId="{80780052-C2FD-48C6-8E92-80704A9F34C3}" type="presParOf" srcId="{3DC0325E-05B6-44FC-8DC4-B779F101907D}" destId="{1F5CD7A8-DB98-489E-89CB-124642C16D2A}" srcOrd="0" destOrd="0" presId="urn:microsoft.com/office/officeart/2005/8/layout/hierarchy1"/>
    <dgm:cxn modelId="{5A7C10B2-6B49-4036-AA34-406AFF52854A}" type="presParOf" srcId="{1F5CD7A8-DB98-489E-89CB-124642C16D2A}" destId="{67F8B690-7029-4557-BD20-C260F8DB4724}" srcOrd="0" destOrd="0" presId="urn:microsoft.com/office/officeart/2005/8/layout/hierarchy1"/>
    <dgm:cxn modelId="{9CDDF3E8-2790-4725-A46F-0DDCCA159D90}" type="presParOf" srcId="{1F5CD7A8-DB98-489E-89CB-124642C16D2A}" destId="{FD13C481-FE39-4686-A3AA-FA31766A43D3}" srcOrd="1" destOrd="0" presId="urn:microsoft.com/office/officeart/2005/8/layout/hierarchy1"/>
    <dgm:cxn modelId="{88A2CB4A-10ED-4DF7-ACE4-27D68A774399}" type="presParOf" srcId="{3DC0325E-05B6-44FC-8DC4-B779F101907D}" destId="{77A7C66B-620C-44D3-AAF0-56364FDB62A8}" srcOrd="1" destOrd="0" presId="urn:microsoft.com/office/officeart/2005/8/layout/hierarchy1"/>
    <dgm:cxn modelId="{FC677C51-21C8-45C7-83E8-ACB548552AB0}" type="presParOf" srcId="{9124FD63-A81C-4DC3-B1D5-E331F5FE3F8C}" destId="{0B4BAC74-B45F-40F8-A1EB-1842197B04A5}" srcOrd="12" destOrd="0" presId="urn:microsoft.com/office/officeart/2005/8/layout/hierarchy1"/>
    <dgm:cxn modelId="{4956576A-41B4-4799-9BF4-578A549549EA}" type="presParOf" srcId="{9124FD63-A81C-4DC3-B1D5-E331F5FE3F8C}" destId="{5A7B7DA6-29A2-4765-9970-15259FA7AB15}" srcOrd="13" destOrd="0" presId="urn:microsoft.com/office/officeart/2005/8/layout/hierarchy1"/>
    <dgm:cxn modelId="{A7B5CF03-6984-41DE-AD75-E410C8027D04}" type="presParOf" srcId="{5A7B7DA6-29A2-4765-9970-15259FA7AB15}" destId="{F70DEC8A-9889-4791-A860-B3565DFF0993}" srcOrd="0" destOrd="0" presId="urn:microsoft.com/office/officeart/2005/8/layout/hierarchy1"/>
    <dgm:cxn modelId="{6C06DDB8-7FBE-428F-B178-7697D779D41A}" type="presParOf" srcId="{F70DEC8A-9889-4791-A860-B3565DFF0993}" destId="{66C38677-3CFA-40E6-B6F4-0879C0578B84}" srcOrd="0" destOrd="0" presId="urn:microsoft.com/office/officeart/2005/8/layout/hierarchy1"/>
    <dgm:cxn modelId="{6A98D795-12F6-480A-A5EE-E6F7243AE268}" type="presParOf" srcId="{F70DEC8A-9889-4791-A860-B3565DFF0993}" destId="{1F4ACE5B-B2D7-482A-8E23-DD5FB82F8B10}" srcOrd="1" destOrd="0" presId="urn:microsoft.com/office/officeart/2005/8/layout/hierarchy1"/>
    <dgm:cxn modelId="{C10CBABE-FF90-4CB4-9490-5FEEE822D063}" type="presParOf" srcId="{5A7B7DA6-29A2-4765-9970-15259FA7AB15}" destId="{57D5E4B8-A717-4DAF-B2FC-1801E3277267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xmlns="" relId="rId6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3422E5BE-243F-4E67-B5EF-CAAE2A55258B}" type="doc">
      <dgm:prSet loTypeId="urn:microsoft.com/office/officeart/2005/8/layout/hierarchy1" loCatId="hierarchy" qsTypeId="urn:microsoft.com/office/officeart/2005/8/quickstyle/simple1" qsCatId="simple" csTypeId="urn:microsoft.com/office/officeart/2005/8/colors/colorful3" csCatId="colorful" phldr="1"/>
      <dgm:spPr/>
      <dgm:t>
        <a:bodyPr/>
        <a:lstStyle/>
        <a:p>
          <a:endParaRPr lang="en-GB"/>
        </a:p>
      </dgm:t>
    </dgm:pt>
    <dgm:pt modelId="{112089D7-DB56-44BC-9769-1386B4FD8DD8}">
      <dgm:prSet phldrT="[Text]"/>
      <dgm:spPr/>
      <dgm:t>
        <a:bodyPr/>
        <a:lstStyle/>
        <a:p>
          <a:r>
            <a:rPr lang="en-GB" dirty="0" smtClean="0"/>
            <a:t>BPMN Plus</a:t>
          </a:r>
          <a:endParaRPr lang="en-GB" dirty="0"/>
        </a:p>
      </dgm:t>
    </dgm:pt>
    <dgm:pt modelId="{7FFA24F7-D3D7-4888-A6C8-7B320E8AFE28}" type="parTrans" cxnId="{1D9A8C34-BFDA-42E8-8377-8A748F064279}">
      <dgm:prSet/>
      <dgm:spPr/>
      <dgm:t>
        <a:bodyPr/>
        <a:lstStyle/>
        <a:p>
          <a:endParaRPr lang="en-GB"/>
        </a:p>
      </dgm:t>
    </dgm:pt>
    <dgm:pt modelId="{087D71E9-F27E-4166-BAC2-D72957F22156}" type="sibTrans" cxnId="{1D9A8C34-BFDA-42E8-8377-8A748F064279}">
      <dgm:prSet/>
      <dgm:spPr/>
      <dgm:t>
        <a:bodyPr/>
        <a:lstStyle/>
        <a:p>
          <a:endParaRPr lang="en-GB"/>
        </a:p>
      </dgm:t>
    </dgm:pt>
    <dgm:pt modelId="{2DF08807-9752-4554-9C7B-82D630B55A19}">
      <dgm:prSet phldrT="[Text]"/>
      <dgm:spPr/>
      <dgm:t>
        <a:bodyPr/>
        <a:lstStyle/>
        <a:p>
          <a:r>
            <a:rPr lang="en-GB" dirty="0" smtClean="0"/>
            <a:t>Process</a:t>
          </a:r>
          <a:endParaRPr lang="en-GB" dirty="0"/>
        </a:p>
      </dgm:t>
    </dgm:pt>
    <dgm:pt modelId="{60BA8DFA-FEE5-48B4-A53F-029D0609B0CD}" type="parTrans" cxnId="{97DE7FEC-2B6E-4211-AC10-8F275461FCE0}">
      <dgm:prSet/>
      <dgm:spPr/>
      <dgm:t>
        <a:bodyPr/>
        <a:lstStyle/>
        <a:p>
          <a:endParaRPr lang="en-GB"/>
        </a:p>
      </dgm:t>
    </dgm:pt>
    <dgm:pt modelId="{97A99BCF-D153-44BA-9041-CA37C8107756}" type="sibTrans" cxnId="{97DE7FEC-2B6E-4211-AC10-8F275461FCE0}">
      <dgm:prSet/>
      <dgm:spPr/>
      <dgm:t>
        <a:bodyPr/>
        <a:lstStyle/>
        <a:p>
          <a:endParaRPr lang="en-GB"/>
        </a:p>
      </dgm:t>
    </dgm:pt>
    <dgm:pt modelId="{5FDBDD60-7640-48EC-B68C-CE4840DB47FF}">
      <dgm:prSet phldrT="[Text]"/>
      <dgm:spPr>
        <a:solidFill>
          <a:schemeClr val="bg1">
            <a:alpha val="90000"/>
          </a:schemeClr>
        </a:solidFill>
      </dgm:spPr>
      <dgm:t>
        <a:bodyPr/>
        <a:lstStyle/>
        <a:p>
          <a:r>
            <a:rPr lang="en-GB" dirty="0" smtClean="0"/>
            <a:t>Activity</a:t>
          </a:r>
          <a:endParaRPr lang="en-GB" dirty="0"/>
        </a:p>
      </dgm:t>
    </dgm:pt>
    <dgm:pt modelId="{95BE5E79-368B-421E-B6A4-B44966A1B821}" type="parTrans" cxnId="{208A39F8-D02A-48E3-B697-1135D80124E5}">
      <dgm:prSet/>
      <dgm:spPr/>
      <dgm:t>
        <a:bodyPr/>
        <a:lstStyle/>
        <a:p>
          <a:endParaRPr lang="en-GB"/>
        </a:p>
      </dgm:t>
    </dgm:pt>
    <dgm:pt modelId="{F4A78AD6-7DF1-4391-A1E6-35335579DB51}" type="sibTrans" cxnId="{208A39F8-D02A-48E3-B697-1135D80124E5}">
      <dgm:prSet/>
      <dgm:spPr/>
      <dgm:t>
        <a:bodyPr/>
        <a:lstStyle/>
        <a:p>
          <a:endParaRPr lang="en-GB"/>
        </a:p>
      </dgm:t>
    </dgm:pt>
    <dgm:pt modelId="{05E85DF6-84EF-4DC1-9C0E-24B15A1F4050}">
      <dgm:prSet/>
      <dgm:spPr>
        <a:solidFill>
          <a:schemeClr val="bg1">
            <a:alpha val="90000"/>
          </a:schemeClr>
        </a:solidFill>
      </dgm:spPr>
      <dgm:t>
        <a:bodyPr/>
        <a:lstStyle/>
        <a:p>
          <a:r>
            <a:rPr lang="en-GB" dirty="0" smtClean="0"/>
            <a:t>Data</a:t>
          </a:r>
          <a:endParaRPr lang="en-GB" dirty="0"/>
        </a:p>
      </dgm:t>
    </dgm:pt>
    <dgm:pt modelId="{07BD20B2-5927-4CC2-B2C4-EDFB0FC32AB1}" type="parTrans" cxnId="{773D38B8-FA6E-4BFF-90D4-AC08A278D36E}">
      <dgm:prSet/>
      <dgm:spPr/>
      <dgm:t>
        <a:bodyPr/>
        <a:lstStyle/>
        <a:p>
          <a:endParaRPr lang="en-GB"/>
        </a:p>
      </dgm:t>
    </dgm:pt>
    <dgm:pt modelId="{55DAB10F-2E9C-48C0-B311-092E6B97F4D9}" type="sibTrans" cxnId="{773D38B8-FA6E-4BFF-90D4-AC08A278D36E}">
      <dgm:prSet/>
      <dgm:spPr/>
      <dgm:t>
        <a:bodyPr/>
        <a:lstStyle/>
        <a:p>
          <a:endParaRPr lang="en-GB"/>
        </a:p>
      </dgm:t>
    </dgm:pt>
    <dgm:pt modelId="{54932213-EAC8-4C7B-8F5A-20B5FBC1D941}">
      <dgm:prSet/>
      <dgm:spPr>
        <a:solidFill>
          <a:srgbClr val="C00000">
            <a:alpha val="50000"/>
          </a:srgbClr>
        </a:solidFill>
      </dgm:spPr>
      <dgm:t>
        <a:bodyPr/>
        <a:lstStyle/>
        <a:p>
          <a:r>
            <a:rPr lang="en-GB" dirty="0" smtClean="0"/>
            <a:t>Performer</a:t>
          </a:r>
          <a:endParaRPr lang="en-GB" dirty="0"/>
        </a:p>
      </dgm:t>
    </dgm:pt>
    <dgm:pt modelId="{1854CB00-7703-42BF-82BE-AD9229BEC4DB}" type="parTrans" cxnId="{22387A96-7925-4BEB-9058-BC4B05E0CED8}">
      <dgm:prSet/>
      <dgm:spPr/>
      <dgm:t>
        <a:bodyPr/>
        <a:lstStyle/>
        <a:p>
          <a:endParaRPr lang="en-GB"/>
        </a:p>
      </dgm:t>
    </dgm:pt>
    <dgm:pt modelId="{0EF9BA69-3D14-4C07-9EC4-EF17AF4CB8AA}" type="sibTrans" cxnId="{22387A96-7925-4BEB-9058-BC4B05E0CED8}">
      <dgm:prSet/>
      <dgm:spPr/>
      <dgm:t>
        <a:bodyPr/>
        <a:lstStyle/>
        <a:p>
          <a:endParaRPr lang="en-GB"/>
        </a:p>
      </dgm:t>
    </dgm:pt>
    <dgm:pt modelId="{540F6093-E2B1-4249-8072-8409C091A3ED}">
      <dgm:prSet/>
      <dgm:spPr/>
      <dgm:t>
        <a:bodyPr/>
        <a:lstStyle/>
        <a:p>
          <a:r>
            <a:rPr lang="en-GB" dirty="0" smtClean="0"/>
            <a:t>Goal</a:t>
          </a:r>
          <a:endParaRPr lang="en-GB" dirty="0"/>
        </a:p>
      </dgm:t>
    </dgm:pt>
    <dgm:pt modelId="{D13CE90B-C4F8-4028-B440-B8ABE71B85FC}" type="parTrans" cxnId="{40A8C383-E86D-426F-BCEF-F28D1FB007DC}">
      <dgm:prSet/>
      <dgm:spPr/>
      <dgm:t>
        <a:bodyPr/>
        <a:lstStyle/>
        <a:p>
          <a:endParaRPr lang="en-GB"/>
        </a:p>
      </dgm:t>
    </dgm:pt>
    <dgm:pt modelId="{EBB6C816-75BA-4032-A988-B826F38813AF}" type="sibTrans" cxnId="{40A8C383-E86D-426F-BCEF-F28D1FB007DC}">
      <dgm:prSet/>
      <dgm:spPr/>
      <dgm:t>
        <a:bodyPr/>
        <a:lstStyle/>
        <a:p>
          <a:endParaRPr lang="en-GB"/>
        </a:p>
      </dgm:t>
    </dgm:pt>
    <dgm:pt modelId="{1B9C1BC6-A27F-47BB-8DA2-9E9A5FF4D621}">
      <dgm:prSet/>
      <dgm:spPr/>
      <dgm:t>
        <a:bodyPr/>
        <a:lstStyle/>
        <a:p>
          <a:r>
            <a:rPr lang="en-GB" dirty="0" smtClean="0"/>
            <a:t>Event</a:t>
          </a:r>
          <a:endParaRPr lang="en-GB" dirty="0"/>
        </a:p>
      </dgm:t>
    </dgm:pt>
    <dgm:pt modelId="{ED3B6186-3D40-48EF-B292-99523FC3FD40}" type="parTrans" cxnId="{A057CB02-3ED1-4AAE-AB6C-9A45AF1A3065}">
      <dgm:prSet/>
      <dgm:spPr/>
      <dgm:t>
        <a:bodyPr/>
        <a:lstStyle/>
        <a:p>
          <a:endParaRPr lang="en-GB"/>
        </a:p>
      </dgm:t>
    </dgm:pt>
    <dgm:pt modelId="{26EEC2B1-4CDC-480A-A28F-25C48702A2E0}" type="sibTrans" cxnId="{A057CB02-3ED1-4AAE-AB6C-9A45AF1A3065}">
      <dgm:prSet/>
      <dgm:spPr/>
      <dgm:t>
        <a:bodyPr/>
        <a:lstStyle/>
        <a:p>
          <a:endParaRPr lang="en-GB"/>
        </a:p>
      </dgm:t>
    </dgm:pt>
    <dgm:pt modelId="{A324F441-9FB3-43B1-BD07-C38A72958AF1}">
      <dgm:prSet/>
      <dgm:spPr/>
      <dgm:t>
        <a:bodyPr/>
        <a:lstStyle/>
        <a:p>
          <a:r>
            <a:rPr lang="en-GB" dirty="0" smtClean="0"/>
            <a:t>Gateway</a:t>
          </a:r>
          <a:endParaRPr lang="en-GB" dirty="0"/>
        </a:p>
      </dgm:t>
    </dgm:pt>
    <dgm:pt modelId="{75F32545-EEB6-45A9-9CB8-660FAE687A6B}" type="parTrans" cxnId="{C83ECA5E-41FD-4C1D-8D33-C155B82B6214}">
      <dgm:prSet/>
      <dgm:spPr/>
      <dgm:t>
        <a:bodyPr/>
        <a:lstStyle/>
        <a:p>
          <a:endParaRPr lang="en-GB"/>
        </a:p>
      </dgm:t>
    </dgm:pt>
    <dgm:pt modelId="{F3132B0E-3158-49B4-82A6-54F4E803B671}" type="sibTrans" cxnId="{C83ECA5E-41FD-4C1D-8D33-C155B82B6214}">
      <dgm:prSet/>
      <dgm:spPr/>
      <dgm:t>
        <a:bodyPr/>
        <a:lstStyle/>
        <a:p>
          <a:endParaRPr lang="en-GB"/>
        </a:p>
      </dgm:t>
    </dgm:pt>
    <dgm:pt modelId="{E0C79B75-6F2A-427F-9973-B32F03D84D2F}" type="pres">
      <dgm:prSet presAssocID="{3422E5BE-243F-4E67-B5EF-CAAE2A55258B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  <dgm:t>
        <a:bodyPr/>
        <a:lstStyle/>
        <a:p>
          <a:endParaRPr lang="en-GB"/>
        </a:p>
      </dgm:t>
    </dgm:pt>
    <dgm:pt modelId="{7AA0E0BE-40B8-4955-B436-DC5C219F9F48}" type="pres">
      <dgm:prSet presAssocID="{112089D7-DB56-44BC-9769-1386B4FD8DD8}" presName="hierRoot1" presStyleCnt="0"/>
      <dgm:spPr/>
    </dgm:pt>
    <dgm:pt modelId="{C811776F-A264-4DBA-85FE-D79EC3B0C6AD}" type="pres">
      <dgm:prSet presAssocID="{112089D7-DB56-44BC-9769-1386B4FD8DD8}" presName="composite" presStyleCnt="0"/>
      <dgm:spPr/>
    </dgm:pt>
    <dgm:pt modelId="{79C7EE13-B1FF-4528-A70E-D56FA520B699}" type="pres">
      <dgm:prSet presAssocID="{112089D7-DB56-44BC-9769-1386B4FD8DD8}" presName="background" presStyleLbl="node0" presStyleIdx="0" presStyleCnt="1"/>
      <dgm:spPr/>
    </dgm:pt>
    <dgm:pt modelId="{D2AE8700-D3E8-44E0-BB62-9DE2CB473E4A}" type="pres">
      <dgm:prSet presAssocID="{112089D7-DB56-44BC-9769-1386B4FD8DD8}" presName="text" presStyleLbl="fgAcc0" presStyleIdx="0" presStyleCnt="1">
        <dgm:presLayoutVars>
          <dgm:chPref val="3"/>
        </dgm:presLayoutVars>
      </dgm:prSet>
      <dgm:spPr/>
      <dgm:t>
        <a:bodyPr/>
        <a:lstStyle/>
        <a:p>
          <a:endParaRPr lang="en-GB"/>
        </a:p>
      </dgm:t>
    </dgm:pt>
    <dgm:pt modelId="{9124FD63-A81C-4DC3-B1D5-E331F5FE3F8C}" type="pres">
      <dgm:prSet presAssocID="{112089D7-DB56-44BC-9769-1386B4FD8DD8}" presName="hierChild2" presStyleCnt="0"/>
      <dgm:spPr/>
    </dgm:pt>
    <dgm:pt modelId="{428A6ACB-E5E7-442F-8200-19708C8F65B6}" type="pres">
      <dgm:prSet presAssocID="{60BA8DFA-FEE5-48B4-A53F-029D0609B0CD}" presName="Name10" presStyleLbl="parChTrans1D2" presStyleIdx="0" presStyleCnt="7"/>
      <dgm:spPr/>
      <dgm:t>
        <a:bodyPr/>
        <a:lstStyle/>
        <a:p>
          <a:endParaRPr lang="en-GB"/>
        </a:p>
      </dgm:t>
    </dgm:pt>
    <dgm:pt modelId="{15720497-A8AC-45A6-A885-76D1D5B961B4}" type="pres">
      <dgm:prSet presAssocID="{2DF08807-9752-4554-9C7B-82D630B55A19}" presName="hierRoot2" presStyleCnt="0"/>
      <dgm:spPr/>
    </dgm:pt>
    <dgm:pt modelId="{2CBF7715-EA5D-40A2-8842-ABDC1D5BCAD3}" type="pres">
      <dgm:prSet presAssocID="{2DF08807-9752-4554-9C7B-82D630B55A19}" presName="composite2" presStyleCnt="0"/>
      <dgm:spPr/>
    </dgm:pt>
    <dgm:pt modelId="{6B2407FB-E314-49A4-B3D2-04A8D42F3540}" type="pres">
      <dgm:prSet presAssocID="{2DF08807-9752-4554-9C7B-82D630B55A19}" presName="background2" presStyleLbl="node2" presStyleIdx="0" presStyleCnt="7"/>
      <dgm:spPr/>
    </dgm:pt>
    <dgm:pt modelId="{23C94EED-A77F-4371-976F-B726170774FB}" type="pres">
      <dgm:prSet presAssocID="{2DF08807-9752-4554-9C7B-82D630B55A19}" presName="text2" presStyleLbl="fgAcc2" presStyleIdx="0" presStyleCnt="7">
        <dgm:presLayoutVars>
          <dgm:chPref val="3"/>
        </dgm:presLayoutVars>
      </dgm:prSet>
      <dgm:spPr/>
      <dgm:t>
        <a:bodyPr/>
        <a:lstStyle/>
        <a:p>
          <a:endParaRPr lang="en-GB"/>
        </a:p>
      </dgm:t>
    </dgm:pt>
    <dgm:pt modelId="{E660586D-1EC6-4579-BA6B-DD21B407B516}" type="pres">
      <dgm:prSet presAssocID="{2DF08807-9752-4554-9C7B-82D630B55A19}" presName="hierChild3" presStyleCnt="0"/>
      <dgm:spPr/>
    </dgm:pt>
    <dgm:pt modelId="{86F2D633-297E-4951-AA06-4E44F416ABDA}" type="pres">
      <dgm:prSet presAssocID="{D13CE90B-C4F8-4028-B440-B8ABE71B85FC}" presName="Name10" presStyleLbl="parChTrans1D2" presStyleIdx="1" presStyleCnt="7"/>
      <dgm:spPr/>
      <dgm:t>
        <a:bodyPr/>
        <a:lstStyle/>
        <a:p>
          <a:endParaRPr lang="en-GB"/>
        </a:p>
      </dgm:t>
    </dgm:pt>
    <dgm:pt modelId="{C350DA14-FB4D-4FC2-BD52-5D6B8A39E729}" type="pres">
      <dgm:prSet presAssocID="{540F6093-E2B1-4249-8072-8409C091A3ED}" presName="hierRoot2" presStyleCnt="0"/>
      <dgm:spPr/>
    </dgm:pt>
    <dgm:pt modelId="{9769DB49-F7DF-4C13-A316-6627FC058962}" type="pres">
      <dgm:prSet presAssocID="{540F6093-E2B1-4249-8072-8409C091A3ED}" presName="composite2" presStyleCnt="0"/>
      <dgm:spPr/>
    </dgm:pt>
    <dgm:pt modelId="{40A92E27-C758-4281-8E6D-1E3EC3382CD2}" type="pres">
      <dgm:prSet presAssocID="{540F6093-E2B1-4249-8072-8409C091A3ED}" presName="background2" presStyleLbl="node2" presStyleIdx="1" presStyleCnt="7"/>
      <dgm:spPr/>
    </dgm:pt>
    <dgm:pt modelId="{31A065AE-CC0C-4A23-A523-53E691EEFFAB}" type="pres">
      <dgm:prSet presAssocID="{540F6093-E2B1-4249-8072-8409C091A3ED}" presName="text2" presStyleLbl="fgAcc2" presStyleIdx="1" presStyleCnt="7" custLinFactX="22831" custLinFactNeighborX="100000" custLinFactNeighborY="-2530">
        <dgm:presLayoutVars>
          <dgm:chPref val="3"/>
        </dgm:presLayoutVars>
      </dgm:prSet>
      <dgm:spPr/>
      <dgm:t>
        <a:bodyPr/>
        <a:lstStyle/>
        <a:p>
          <a:endParaRPr lang="en-GB"/>
        </a:p>
      </dgm:t>
    </dgm:pt>
    <dgm:pt modelId="{CCE28BBB-DD72-4738-9B8E-8B124723AE03}" type="pres">
      <dgm:prSet presAssocID="{540F6093-E2B1-4249-8072-8409C091A3ED}" presName="hierChild3" presStyleCnt="0"/>
      <dgm:spPr/>
    </dgm:pt>
    <dgm:pt modelId="{8A3633AC-9F60-4D24-B7D7-A4F576164AE7}" type="pres">
      <dgm:prSet presAssocID="{95BE5E79-368B-421E-B6A4-B44966A1B821}" presName="Name10" presStyleLbl="parChTrans1D2" presStyleIdx="2" presStyleCnt="7"/>
      <dgm:spPr/>
      <dgm:t>
        <a:bodyPr/>
        <a:lstStyle/>
        <a:p>
          <a:endParaRPr lang="en-GB"/>
        </a:p>
      </dgm:t>
    </dgm:pt>
    <dgm:pt modelId="{D2440653-CFA4-4A34-8B3A-735F9AACD0A0}" type="pres">
      <dgm:prSet presAssocID="{5FDBDD60-7640-48EC-B68C-CE4840DB47FF}" presName="hierRoot2" presStyleCnt="0"/>
      <dgm:spPr/>
    </dgm:pt>
    <dgm:pt modelId="{5612E31E-7A9B-4D6D-A582-F45231322356}" type="pres">
      <dgm:prSet presAssocID="{5FDBDD60-7640-48EC-B68C-CE4840DB47FF}" presName="composite2" presStyleCnt="0"/>
      <dgm:spPr/>
    </dgm:pt>
    <dgm:pt modelId="{3A14B81D-6501-4A9C-93E8-C0D8D63BD171}" type="pres">
      <dgm:prSet presAssocID="{5FDBDD60-7640-48EC-B68C-CE4840DB47FF}" presName="background2" presStyleLbl="node2" presStyleIdx="2" presStyleCnt="7"/>
      <dgm:spPr/>
    </dgm:pt>
    <dgm:pt modelId="{B78C52AA-2AA8-4804-A77E-DB1AB1A47534}" type="pres">
      <dgm:prSet presAssocID="{5FDBDD60-7640-48EC-B68C-CE4840DB47FF}" presName="text2" presStyleLbl="fgAcc2" presStyleIdx="2" presStyleCnt="7" custLinFactX="-24175" custLinFactNeighborX="-100000" custLinFactNeighborY="-2530">
        <dgm:presLayoutVars>
          <dgm:chPref val="3"/>
        </dgm:presLayoutVars>
      </dgm:prSet>
      <dgm:spPr/>
      <dgm:t>
        <a:bodyPr/>
        <a:lstStyle/>
        <a:p>
          <a:endParaRPr lang="en-GB"/>
        </a:p>
      </dgm:t>
    </dgm:pt>
    <dgm:pt modelId="{CCC55B47-6F2A-43D8-8D89-49C353D0AD52}" type="pres">
      <dgm:prSet presAssocID="{5FDBDD60-7640-48EC-B68C-CE4840DB47FF}" presName="hierChild3" presStyleCnt="0"/>
      <dgm:spPr/>
    </dgm:pt>
    <dgm:pt modelId="{8BD446B4-F119-45FB-A8E7-0421E68F445C}" type="pres">
      <dgm:prSet presAssocID="{07BD20B2-5927-4CC2-B2C4-EDFB0FC32AB1}" presName="Name10" presStyleLbl="parChTrans1D2" presStyleIdx="3" presStyleCnt="7"/>
      <dgm:spPr/>
      <dgm:t>
        <a:bodyPr/>
        <a:lstStyle/>
        <a:p>
          <a:endParaRPr lang="en-GB"/>
        </a:p>
      </dgm:t>
    </dgm:pt>
    <dgm:pt modelId="{C41DA4D6-6BDE-4E42-9571-434A34775D25}" type="pres">
      <dgm:prSet presAssocID="{05E85DF6-84EF-4DC1-9C0E-24B15A1F4050}" presName="hierRoot2" presStyleCnt="0"/>
      <dgm:spPr/>
    </dgm:pt>
    <dgm:pt modelId="{6CB68947-2035-4C23-A232-01298BF2BA8A}" type="pres">
      <dgm:prSet presAssocID="{05E85DF6-84EF-4DC1-9C0E-24B15A1F4050}" presName="composite2" presStyleCnt="0"/>
      <dgm:spPr/>
    </dgm:pt>
    <dgm:pt modelId="{662C3179-156C-489E-9269-4021721C5BBC}" type="pres">
      <dgm:prSet presAssocID="{05E85DF6-84EF-4DC1-9C0E-24B15A1F4050}" presName="background2" presStyleLbl="node2" presStyleIdx="3" presStyleCnt="7"/>
      <dgm:spPr/>
    </dgm:pt>
    <dgm:pt modelId="{11A66BEE-7F4C-48E7-831F-7C888B7CC9C0}" type="pres">
      <dgm:prSet presAssocID="{05E85DF6-84EF-4DC1-9C0E-24B15A1F4050}" presName="text2" presStyleLbl="fgAcc2" presStyleIdx="3" presStyleCnt="7">
        <dgm:presLayoutVars>
          <dgm:chPref val="3"/>
        </dgm:presLayoutVars>
      </dgm:prSet>
      <dgm:spPr/>
      <dgm:t>
        <a:bodyPr/>
        <a:lstStyle/>
        <a:p>
          <a:endParaRPr lang="en-GB"/>
        </a:p>
      </dgm:t>
    </dgm:pt>
    <dgm:pt modelId="{103E67B3-D805-48C8-BBDD-C72E65F88DB6}" type="pres">
      <dgm:prSet presAssocID="{05E85DF6-84EF-4DC1-9C0E-24B15A1F4050}" presName="hierChild3" presStyleCnt="0"/>
      <dgm:spPr/>
    </dgm:pt>
    <dgm:pt modelId="{998B4BCF-9FBD-4FCE-BB21-5A3D17E90903}" type="pres">
      <dgm:prSet presAssocID="{1854CB00-7703-42BF-82BE-AD9229BEC4DB}" presName="Name10" presStyleLbl="parChTrans1D2" presStyleIdx="4" presStyleCnt="7"/>
      <dgm:spPr/>
      <dgm:t>
        <a:bodyPr/>
        <a:lstStyle/>
        <a:p>
          <a:endParaRPr lang="en-GB"/>
        </a:p>
      </dgm:t>
    </dgm:pt>
    <dgm:pt modelId="{7B4F0A4F-DFE4-4860-B429-B7335CA4D660}" type="pres">
      <dgm:prSet presAssocID="{54932213-EAC8-4C7B-8F5A-20B5FBC1D941}" presName="hierRoot2" presStyleCnt="0"/>
      <dgm:spPr/>
    </dgm:pt>
    <dgm:pt modelId="{BEF7A9CF-BC03-44AC-A70F-DA3ABC6A6361}" type="pres">
      <dgm:prSet presAssocID="{54932213-EAC8-4C7B-8F5A-20B5FBC1D941}" presName="composite2" presStyleCnt="0"/>
      <dgm:spPr/>
    </dgm:pt>
    <dgm:pt modelId="{54F0EE37-CCF6-4BB1-BA61-F96149AC3718}" type="pres">
      <dgm:prSet presAssocID="{54932213-EAC8-4C7B-8F5A-20B5FBC1D941}" presName="background2" presStyleLbl="node2" presStyleIdx="4" presStyleCnt="7"/>
      <dgm:spPr/>
    </dgm:pt>
    <dgm:pt modelId="{731A3CB4-A070-4FAC-BD0B-868C2474FF9D}" type="pres">
      <dgm:prSet presAssocID="{54932213-EAC8-4C7B-8F5A-20B5FBC1D941}" presName="text2" presStyleLbl="fgAcc2" presStyleIdx="4" presStyleCnt="7">
        <dgm:presLayoutVars>
          <dgm:chPref val="3"/>
        </dgm:presLayoutVars>
      </dgm:prSet>
      <dgm:spPr/>
      <dgm:t>
        <a:bodyPr/>
        <a:lstStyle/>
        <a:p>
          <a:endParaRPr lang="en-GB"/>
        </a:p>
      </dgm:t>
    </dgm:pt>
    <dgm:pt modelId="{04883043-1DD8-4A05-98FB-B40D2BEF7E3C}" type="pres">
      <dgm:prSet presAssocID="{54932213-EAC8-4C7B-8F5A-20B5FBC1D941}" presName="hierChild3" presStyleCnt="0"/>
      <dgm:spPr/>
    </dgm:pt>
    <dgm:pt modelId="{144EBCE9-6A7A-4BC8-B9D3-16780A79B60C}" type="pres">
      <dgm:prSet presAssocID="{ED3B6186-3D40-48EF-B292-99523FC3FD40}" presName="Name10" presStyleLbl="parChTrans1D2" presStyleIdx="5" presStyleCnt="7"/>
      <dgm:spPr/>
      <dgm:t>
        <a:bodyPr/>
        <a:lstStyle/>
        <a:p>
          <a:endParaRPr lang="en-GB"/>
        </a:p>
      </dgm:t>
    </dgm:pt>
    <dgm:pt modelId="{3DC0325E-05B6-44FC-8DC4-B779F101907D}" type="pres">
      <dgm:prSet presAssocID="{1B9C1BC6-A27F-47BB-8DA2-9E9A5FF4D621}" presName="hierRoot2" presStyleCnt="0"/>
      <dgm:spPr/>
    </dgm:pt>
    <dgm:pt modelId="{1F5CD7A8-DB98-489E-89CB-124642C16D2A}" type="pres">
      <dgm:prSet presAssocID="{1B9C1BC6-A27F-47BB-8DA2-9E9A5FF4D621}" presName="composite2" presStyleCnt="0"/>
      <dgm:spPr/>
    </dgm:pt>
    <dgm:pt modelId="{67F8B690-7029-4557-BD20-C260F8DB4724}" type="pres">
      <dgm:prSet presAssocID="{1B9C1BC6-A27F-47BB-8DA2-9E9A5FF4D621}" presName="background2" presStyleLbl="node2" presStyleIdx="5" presStyleCnt="7"/>
      <dgm:spPr/>
    </dgm:pt>
    <dgm:pt modelId="{FD13C481-FE39-4686-A3AA-FA31766A43D3}" type="pres">
      <dgm:prSet presAssocID="{1B9C1BC6-A27F-47BB-8DA2-9E9A5FF4D621}" presName="text2" presStyleLbl="fgAcc2" presStyleIdx="5" presStyleCnt="7">
        <dgm:presLayoutVars>
          <dgm:chPref val="3"/>
        </dgm:presLayoutVars>
      </dgm:prSet>
      <dgm:spPr/>
      <dgm:t>
        <a:bodyPr/>
        <a:lstStyle/>
        <a:p>
          <a:endParaRPr lang="en-GB"/>
        </a:p>
      </dgm:t>
    </dgm:pt>
    <dgm:pt modelId="{77A7C66B-620C-44D3-AAF0-56364FDB62A8}" type="pres">
      <dgm:prSet presAssocID="{1B9C1BC6-A27F-47BB-8DA2-9E9A5FF4D621}" presName="hierChild3" presStyleCnt="0"/>
      <dgm:spPr/>
    </dgm:pt>
    <dgm:pt modelId="{0B4BAC74-B45F-40F8-A1EB-1842197B04A5}" type="pres">
      <dgm:prSet presAssocID="{75F32545-EEB6-45A9-9CB8-660FAE687A6B}" presName="Name10" presStyleLbl="parChTrans1D2" presStyleIdx="6" presStyleCnt="7"/>
      <dgm:spPr/>
      <dgm:t>
        <a:bodyPr/>
        <a:lstStyle/>
        <a:p>
          <a:endParaRPr lang="en-GB"/>
        </a:p>
      </dgm:t>
    </dgm:pt>
    <dgm:pt modelId="{5A7B7DA6-29A2-4765-9970-15259FA7AB15}" type="pres">
      <dgm:prSet presAssocID="{A324F441-9FB3-43B1-BD07-C38A72958AF1}" presName="hierRoot2" presStyleCnt="0"/>
      <dgm:spPr/>
    </dgm:pt>
    <dgm:pt modelId="{F70DEC8A-9889-4791-A860-B3565DFF0993}" type="pres">
      <dgm:prSet presAssocID="{A324F441-9FB3-43B1-BD07-C38A72958AF1}" presName="composite2" presStyleCnt="0"/>
      <dgm:spPr/>
    </dgm:pt>
    <dgm:pt modelId="{66C38677-3CFA-40E6-B6F4-0879C0578B84}" type="pres">
      <dgm:prSet presAssocID="{A324F441-9FB3-43B1-BD07-C38A72958AF1}" presName="background2" presStyleLbl="node2" presStyleIdx="6" presStyleCnt="7"/>
      <dgm:spPr/>
    </dgm:pt>
    <dgm:pt modelId="{1F4ACE5B-B2D7-482A-8E23-DD5FB82F8B10}" type="pres">
      <dgm:prSet presAssocID="{A324F441-9FB3-43B1-BD07-C38A72958AF1}" presName="text2" presStyleLbl="fgAcc2" presStyleIdx="6" presStyleCnt="7">
        <dgm:presLayoutVars>
          <dgm:chPref val="3"/>
        </dgm:presLayoutVars>
      </dgm:prSet>
      <dgm:spPr/>
      <dgm:t>
        <a:bodyPr/>
        <a:lstStyle/>
        <a:p>
          <a:endParaRPr lang="en-GB"/>
        </a:p>
      </dgm:t>
    </dgm:pt>
    <dgm:pt modelId="{57D5E4B8-A717-4DAF-B2FC-1801E3277267}" type="pres">
      <dgm:prSet presAssocID="{A324F441-9FB3-43B1-BD07-C38A72958AF1}" presName="hierChild3" presStyleCnt="0"/>
      <dgm:spPr/>
    </dgm:pt>
  </dgm:ptLst>
  <dgm:cxnLst>
    <dgm:cxn modelId="{0434128E-3D52-4536-973F-56843AB94459}" type="presOf" srcId="{5FDBDD60-7640-48EC-B68C-CE4840DB47FF}" destId="{B78C52AA-2AA8-4804-A77E-DB1AB1A47534}" srcOrd="0" destOrd="0" presId="urn:microsoft.com/office/officeart/2005/8/layout/hierarchy1"/>
    <dgm:cxn modelId="{0C61B835-5BAD-4F26-82E9-26BB8DB650B7}" type="presOf" srcId="{1B9C1BC6-A27F-47BB-8DA2-9E9A5FF4D621}" destId="{FD13C481-FE39-4686-A3AA-FA31766A43D3}" srcOrd="0" destOrd="0" presId="urn:microsoft.com/office/officeart/2005/8/layout/hierarchy1"/>
    <dgm:cxn modelId="{8D1A0A90-A04F-4E5A-B224-A6943D80BF39}" type="presOf" srcId="{2DF08807-9752-4554-9C7B-82D630B55A19}" destId="{23C94EED-A77F-4371-976F-B726170774FB}" srcOrd="0" destOrd="0" presId="urn:microsoft.com/office/officeart/2005/8/layout/hierarchy1"/>
    <dgm:cxn modelId="{A057CB02-3ED1-4AAE-AB6C-9A45AF1A3065}" srcId="{112089D7-DB56-44BC-9769-1386B4FD8DD8}" destId="{1B9C1BC6-A27F-47BB-8DA2-9E9A5FF4D621}" srcOrd="5" destOrd="0" parTransId="{ED3B6186-3D40-48EF-B292-99523FC3FD40}" sibTransId="{26EEC2B1-4CDC-480A-A28F-25C48702A2E0}"/>
    <dgm:cxn modelId="{E5992358-7FF6-4EB4-996E-7C7186EA609F}" type="presOf" srcId="{D13CE90B-C4F8-4028-B440-B8ABE71B85FC}" destId="{86F2D633-297E-4951-AA06-4E44F416ABDA}" srcOrd="0" destOrd="0" presId="urn:microsoft.com/office/officeart/2005/8/layout/hierarchy1"/>
    <dgm:cxn modelId="{22387A96-7925-4BEB-9058-BC4B05E0CED8}" srcId="{112089D7-DB56-44BC-9769-1386B4FD8DD8}" destId="{54932213-EAC8-4C7B-8F5A-20B5FBC1D941}" srcOrd="4" destOrd="0" parTransId="{1854CB00-7703-42BF-82BE-AD9229BEC4DB}" sibTransId="{0EF9BA69-3D14-4C07-9EC4-EF17AF4CB8AA}"/>
    <dgm:cxn modelId="{42715DFC-D8CB-4395-92D4-0823CBC56B5B}" type="presOf" srcId="{60BA8DFA-FEE5-48B4-A53F-029D0609B0CD}" destId="{428A6ACB-E5E7-442F-8200-19708C8F65B6}" srcOrd="0" destOrd="0" presId="urn:microsoft.com/office/officeart/2005/8/layout/hierarchy1"/>
    <dgm:cxn modelId="{97DE7FEC-2B6E-4211-AC10-8F275461FCE0}" srcId="{112089D7-DB56-44BC-9769-1386B4FD8DD8}" destId="{2DF08807-9752-4554-9C7B-82D630B55A19}" srcOrd="0" destOrd="0" parTransId="{60BA8DFA-FEE5-48B4-A53F-029D0609B0CD}" sibTransId="{97A99BCF-D153-44BA-9041-CA37C8107756}"/>
    <dgm:cxn modelId="{EB18B095-3F46-46D4-AEF5-14BA84923B7F}" type="presOf" srcId="{112089D7-DB56-44BC-9769-1386B4FD8DD8}" destId="{D2AE8700-D3E8-44E0-BB62-9DE2CB473E4A}" srcOrd="0" destOrd="0" presId="urn:microsoft.com/office/officeart/2005/8/layout/hierarchy1"/>
    <dgm:cxn modelId="{88084DB8-C520-47C6-B891-79FB508BF554}" type="presOf" srcId="{A324F441-9FB3-43B1-BD07-C38A72958AF1}" destId="{1F4ACE5B-B2D7-482A-8E23-DD5FB82F8B10}" srcOrd="0" destOrd="0" presId="urn:microsoft.com/office/officeart/2005/8/layout/hierarchy1"/>
    <dgm:cxn modelId="{773D38B8-FA6E-4BFF-90D4-AC08A278D36E}" srcId="{112089D7-DB56-44BC-9769-1386B4FD8DD8}" destId="{05E85DF6-84EF-4DC1-9C0E-24B15A1F4050}" srcOrd="3" destOrd="0" parTransId="{07BD20B2-5927-4CC2-B2C4-EDFB0FC32AB1}" sibTransId="{55DAB10F-2E9C-48C0-B311-092E6B97F4D9}"/>
    <dgm:cxn modelId="{BEA8102E-2C76-4222-8ED1-C01A07E98BED}" type="presOf" srcId="{540F6093-E2B1-4249-8072-8409C091A3ED}" destId="{31A065AE-CC0C-4A23-A523-53E691EEFFAB}" srcOrd="0" destOrd="0" presId="urn:microsoft.com/office/officeart/2005/8/layout/hierarchy1"/>
    <dgm:cxn modelId="{83E855AD-2761-4FD4-A925-20856505EFF9}" type="presOf" srcId="{07BD20B2-5927-4CC2-B2C4-EDFB0FC32AB1}" destId="{8BD446B4-F119-45FB-A8E7-0421E68F445C}" srcOrd="0" destOrd="0" presId="urn:microsoft.com/office/officeart/2005/8/layout/hierarchy1"/>
    <dgm:cxn modelId="{B690D895-762F-4DB3-9689-4A16A0747B5C}" type="presOf" srcId="{75F32545-EEB6-45A9-9CB8-660FAE687A6B}" destId="{0B4BAC74-B45F-40F8-A1EB-1842197B04A5}" srcOrd="0" destOrd="0" presId="urn:microsoft.com/office/officeart/2005/8/layout/hierarchy1"/>
    <dgm:cxn modelId="{C83ECA5E-41FD-4C1D-8D33-C155B82B6214}" srcId="{112089D7-DB56-44BC-9769-1386B4FD8DD8}" destId="{A324F441-9FB3-43B1-BD07-C38A72958AF1}" srcOrd="6" destOrd="0" parTransId="{75F32545-EEB6-45A9-9CB8-660FAE687A6B}" sibTransId="{F3132B0E-3158-49B4-82A6-54F4E803B671}"/>
    <dgm:cxn modelId="{24A44A95-2C6A-49D5-93E6-8F6B710C6885}" type="presOf" srcId="{3422E5BE-243F-4E67-B5EF-CAAE2A55258B}" destId="{E0C79B75-6F2A-427F-9973-B32F03D84D2F}" srcOrd="0" destOrd="0" presId="urn:microsoft.com/office/officeart/2005/8/layout/hierarchy1"/>
    <dgm:cxn modelId="{D0574EB3-89DC-4A5A-BC0B-306B62E4DE57}" type="presOf" srcId="{ED3B6186-3D40-48EF-B292-99523FC3FD40}" destId="{144EBCE9-6A7A-4BC8-B9D3-16780A79B60C}" srcOrd="0" destOrd="0" presId="urn:microsoft.com/office/officeart/2005/8/layout/hierarchy1"/>
    <dgm:cxn modelId="{208A39F8-D02A-48E3-B697-1135D80124E5}" srcId="{112089D7-DB56-44BC-9769-1386B4FD8DD8}" destId="{5FDBDD60-7640-48EC-B68C-CE4840DB47FF}" srcOrd="2" destOrd="0" parTransId="{95BE5E79-368B-421E-B6A4-B44966A1B821}" sibTransId="{F4A78AD6-7DF1-4391-A1E6-35335579DB51}"/>
    <dgm:cxn modelId="{6971F245-B498-44F0-A24E-029BC3CFC269}" type="presOf" srcId="{54932213-EAC8-4C7B-8F5A-20B5FBC1D941}" destId="{731A3CB4-A070-4FAC-BD0B-868C2474FF9D}" srcOrd="0" destOrd="0" presId="urn:microsoft.com/office/officeart/2005/8/layout/hierarchy1"/>
    <dgm:cxn modelId="{8448C36C-6405-4B56-B2DB-5F82C018AB5D}" type="presOf" srcId="{1854CB00-7703-42BF-82BE-AD9229BEC4DB}" destId="{998B4BCF-9FBD-4FCE-BB21-5A3D17E90903}" srcOrd="0" destOrd="0" presId="urn:microsoft.com/office/officeart/2005/8/layout/hierarchy1"/>
    <dgm:cxn modelId="{40A8C383-E86D-426F-BCEF-F28D1FB007DC}" srcId="{112089D7-DB56-44BC-9769-1386B4FD8DD8}" destId="{540F6093-E2B1-4249-8072-8409C091A3ED}" srcOrd="1" destOrd="0" parTransId="{D13CE90B-C4F8-4028-B440-B8ABE71B85FC}" sibTransId="{EBB6C816-75BA-4032-A988-B826F38813AF}"/>
    <dgm:cxn modelId="{1D9A8C34-BFDA-42E8-8377-8A748F064279}" srcId="{3422E5BE-243F-4E67-B5EF-CAAE2A55258B}" destId="{112089D7-DB56-44BC-9769-1386B4FD8DD8}" srcOrd="0" destOrd="0" parTransId="{7FFA24F7-D3D7-4888-A6C8-7B320E8AFE28}" sibTransId="{087D71E9-F27E-4166-BAC2-D72957F22156}"/>
    <dgm:cxn modelId="{47A5A191-2312-49C6-BD67-243817E0685E}" type="presOf" srcId="{05E85DF6-84EF-4DC1-9C0E-24B15A1F4050}" destId="{11A66BEE-7F4C-48E7-831F-7C888B7CC9C0}" srcOrd="0" destOrd="0" presId="urn:microsoft.com/office/officeart/2005/8/layout/hierarchy1"/>
    <dgm:cxn modelId="{1CCF7280-F4E4-416B-94E3-E745C2EB4BA9}" type="presOf" srcId="{95BE5E79-368B-421E-B6A4-B44966A1B821}" destId="{8A3633AC-9F60-4D24-B7D7-A4F576164AE7}" srcOrd="0" destOrd="0" presId="urn:microsoft.com/office/officeart/2005/8/layout/hierarchy1"/>
    <dgm:cxn modelId="{5B58E110-FAE7-47E4-9B8D-3A5F116B03DB}" type="presParOf" srcId="{E0C79B75-6F2A-427F-9973-B32F03D84D2F}" destId="{7AA0E0BE-40B8-4955-B436-DC5C219F9F48}" srcOrd="0" destOrd="0" presId="urn:microsoft.com/office/officeart/2005/8/layout/hierarchy1"/>
    <dgm:cxn modelId="{CE5C4690-61B4-4654-9B16-BA342B76CAD4}" type="presParOf" srcId="{7AA0E0BE-40B8-4955-B436-DC5C219F9F48}" destId="{C811776F-A264-4DBA-85FE-D79EC3B0C6AD}" srcOrd="0" destOrd="0" presId="urn:microsoft.com/office/officeart/2005/8/layout/hierarchy1"/>
    <dgm:cxn modelId="{C2FCAF4C-6937-4E37-A918-45BF2C443937}" type="presParOf" srcId="{C811776F-A264-4DBA-85FE-D79EC3B0C6AD}" destId="{79C7EE13-B1FF-4528-A70E-D56FA520B699}" srcOrd="0" destOrd="0" presId="urn:microsoft.com/office/officeart/2005/8/layout/hierarchy1"/>
    <dgm:cxn modelId="{289C7589-15CF-478D-8DAA-B0E6D5B9015B}" type="presParOf" srcId="{C811776F-A264-4DBA-85FE-D79EC3B0C6AD}" destId="{D2AE8700-D3E8-44E0-BB62-9DE2CB473E4A}" srcOrd="1" destOrd="0" presId="urn:microsoft.com/office/officeart/2005/8/layout/hierarchy1"/>
    <dgm:cxn modelId="{165028D8-29B2-42F7-90B3-595032846F54}" type="presParOf" srcId="{7AA0E0BE-40B8-4955-B436-DC5C219F9F48}" destId="{9124FD63-A81C-4DC3-B1D5-E331F5FE3F8C}" srcOrd="1" destOrd="0" presId="urn:microsoft.com/office/officeart/2005/8/layout/hierarchy1"/>
    <dgm:cxn modelId="{FAA22903-497D-4D80-8820-9857DC721313}" type="presParOf" srcId="{9124FD63-A81C-4DC3-B1D5-E331F5FE3F8C}" destId="{428A6ACB-E5E7-442F-8200-19708C8F65B6}" srcOrd="0" destOrd="0" presId="urn:microsoft.com/office/officeart/2005/8/layout/hierarchy1"/>
    <dgm:cxn modelId="{B4A06CDE-EA44-4CF7-A286-BE2E6F6DFCD7}" type="presParOf" srcId="{9124FD63-A81C-4DC3-B1D5-E331F5FE3F8C}" destId="{15720497-A8AC-45A6-A885-76D1D5B961B4}" srcOrd="1" destOrd="0" presId="urn:microsoft.com/office/officeart/2005/8/layout/hierarchy1"/>
    <dgm:cxn modelId="{320CA321-ED82-45E4-B0A7-528BC02FF21B}" type="presParOf" srcId="{15720497-A8AC-45A6-A885-76D1D5B961B4}" destId="{2CBF7715-EA5D-40A2-8842-ABDC1D5BCAD3}" srcOrd="0" destOrd="0" presId="urn:microsoft.com/office/officeart/2005/8/layout/hierarchy1"/>
    <dgm:cxn modelId="{B9142C71-E2FF-432A-9B70-60ABD4B04C35}" type="presParOf" srcId="{2CBF7715-EA5D-40A2-8842-ABDC1D5BCAD3}" destId="{6B2407FB-E314-49A4-B3D2-04A8D42F3540}" srcOrd="0" destOrd="0" presId="urn:microsoft.com/office/officeart/2005/8/layout/hierarchy1"/>
    <dgm:cxn modelId="{60C9AD3E-778A-4863-A4A9-635145A0BDB7}" type="presParOf" srcId="{2CBF7715-EA5D-40A2-8842-ABDC1D5BCAD3}" destId="{23C94EED-A77F-4371-976F-B726170774FB}" srcOrd="1" destOrd="0" presId="urn:microsoft.com/office/officeart/2005/8/layout/hierarchy1"/>
    <dgm:cxn modelId="{ABD0C938-2729-4057-A8F0-9932F93EA64A}" type="presParOf" srcId="{15720497-A8AC-45A6-A885-76D1D5B961B4}" destId="{E660586D-1EC6-4579-BA6B-DD21B407B516}" srcOrd="1" destOrd="0" presId="urn:microsoft.com/office/officeart/2005/8/layout/hierarchy1"/>
    <dgm:cxn modelId="{75080183-5D10-429C-9655-457DB008EE5A}" type="presParOf" srcId="{9124FD63-A81C-4DC3-B1D5-E331F5FE3F8C}" destId="{86F2D633-297E-4951-AA06-4E44F416ABDA}" srcOrd="2" destOrd="0" presId="urn:microsoft.com/office/officeart/2005/8/layout/hierarchy1"/>
    <dgm:cxn modelId="{544243FF-0BEF-4104-9F4A-6DAEC8F7C9A1}" type="presParOf" srcId="{9124FD63-A81C-4DC3-B1D5-E331F5FE3F8C}" destId="{C350DA14-FB4D-4FC2-BD52-5D6B8A39E729}" srcOrd="3" destOrd="0" presId="urn:microsoft.com/office/officeart/2005/8/layout/hierarchy1"/>
    <dgm:cxn modelId="{E809F651-C552-4EE4-B326-9B8E9E8D1EC3}" type="presParOf" srcId="{C350DA14-FB4D-4FC2-BD52-5D6B8A39E729}" destId="{9769DB49-F7DF-4C13-A316-6627FC058962}" srcOrd="0" destOrd="0" presId="urn:microsoft.com/office/officeart/2005/8/layout/hierarchy1"/>
    <dgm:cxn modelId="{2CD423DB-AD0F-482E-9141-7E43339656D2}" type="presParOf" srcId="{9769DB49-F7DF-4C13-A316-6627FC058962}" destId="{40A92E27-C758-4281-8E6D-1E3EC3382CD2}" srcOrd="0" destOrd="0" presId="urn:microsoft.com/office/officeart/2005/8/layout/hierarchy1"/>
    <dgm:cxn modelId="{00FB474D-FF13-4EF5-B7BE-E67D4DDC29B4}" type="presParOf" srcId="{9769DB49-F7DF-4C13-A316-6627FC058962}" destId="{31A065AE-CC0C-4A23-A523-53E691EEFFAB}" srcOrd="1" destOrd="0" presId="urn:microsoft.com/office/officeart/2005/8/layout/hierarchy1"/>
    <dgm:cxn modelId="{BA138F4F-9DBB-4CA8-B81B-AD32B06FF71A}" type="presParOf" srcId="{C350DA14-FB4D-4FC2-BD52-5D6B8A39E729}" destId="{CCE28BBB-DD72-4738-9B8E-8B124723AE03}" srcOrd="1" destOrd="0" presId="urn:microsoft.com/office/officeart/2005/8/layout/hierarchy1"/>
    <dgm:cxn modelId="{CE8D4445-AE75-49F9-8BEB-689E55701E6E}" type="presParOf" srcId="{9124FD63-A81C-4DC3-B1D5-E331F5FE3F8C}" destId="{8A3633AC-9F60-4D24-B7D7-A4F576164AE7}" srcOrd="4" destOrd="0" presId="urn:microsoft.com/office/officeart/2005/8/layout/hierarchy1"/>
    <dgm:cxn modelId="{AADDC0B8-D82A-465E-A35A-AFFE9D6A9EE0}" type="presParOf" srcId="{9124FD63-A81C-4DC3-B1D5-E331F5FE3F8C}" destId="{D2440653-CFA4-4A34-8B3A-735F9AACD0A0}" srcOrd="5" destOrd="0" presId="urn:microsoft.com/office/officeart/2005/8/layout/hierarchy1"/>
    <dgm:cxn modelId="{662D2E2A-B9BB-4F40-BBE2-874112DC961E}" type="presParOf" srcId="{D2440653-CFA4-4A34-8B3A-735F9AACD0A0}" destId="{5612E31E-7A9B-4D6D-A582-F45231322356}" srcOrd="0" destOrd="0" presId="urn:microsoft.com/office/officeart/2005/8/layout/hierarchy1"/>
    <dgm:cxn modelId="{2B72A7E7-4470-4AF4-B506-7ECC9032ABFE}" type="presParOf" srcId="{5612E31E-7A9B-4D6D-A582-F45231322356}" destId="{3A14B81D-6501-4A9C-93E8-C0D8D63BD171}" srcOrd="0" destOrd="0" presId="urn:microsoft.com/office/officeart/2005/8/layout/hierarchy1"/>
    <dgm:cxn modelId="{347C68C7-0614-45AD-9AFA-35068159DE37}" type="presParOf" srcId="{5612E31E-7A9B-4D6D-A582-F45231322356}" destId="{B78C52AA-2AA8-4804-A77E-DB1AB1A47534}" srcOrd="1" destOrd="0" presId="urn:microsoft.com/office/officeart/2005/8/layout/hierarchy1"/>
    <dgm:cxn modelId="{D856C360-3FB4-40C3-B348-1CA8D4A63E58}" type="presParOf" srcId="{D2440653-CFA4-4A34-8B3A-735F9AACD0A0}" destId="{CCC55B47-6F2A-43D8-8D89-49C353D0AD52}" srcOrd="1" destOrd="0" presId="urn:microsoft.com/office/officeart/2005/8/layout/hierarchy1"/>
    <dgm:cxn modelId="{072EF8F0-FE01-43D3-B5C1-C326A6B2F7F3}" type="presParOf" srcId="{9124FD63-A81C-4DC3-B1D5-E331F5FE3F8C}" destId="{8BD446B4-F119-45FB-A8E7-0421E68F445C}" srcOrd="6" destOrd="0" presId="urn:microsoft.com/office/officeart/2005/8/layout/hierarchy1"/>
    <dgm:cxn modelId="{F4AB7E22-67FF-4745-BE25-D37672D4A334}" type="presParOf" srcId="{9124FD63-A81C-4DC3-B1D5-E331F5FE3F8C}" destId="{C41DA4D6-6BDE-4E42-9571-434A34775D25}" srcOrd="7" destOrd="0" presId="urn:microsoft.com/office/officeart/2005/8/layout/hierarchy1"/>
    <dgm:cxn modelId="{6AC70A30-C215-408E-AF73-ED2D9E1C967A}" type="presParOf" srcId="{C41DA4D6-6BDE-4E42-9571-434A34775D25}" destId="{6CB68947-2035-4C23-A232-01298BF2BA8A}" srcOrd="0" destOrd="0" presId="urn:microsoft.com/office/officeart/2005/8/layout/hierarchy1"/>
    <dgm:cxn modelId="{73F2C341-D790-45EC-B010-44448D26A107}" type="presParOf" srcId="{6CB68947-2035-4C23-A232-01298BF2BA8A}" destId="{662C3179-156C-489E-9269-4021721C5BBC}" srcOrd="0" destOrd="0" presId="urn:microsoft.com/office/officeart/2005/8/layout/hierarchy1"/>
    <dgm:cxn modelId="{A48CE998-A514-40AF-9B7C-100A5922E4A5}" type="presParOf" srcId="{6CB68947-2035-4C23-A232-01298BF2BA8A}" destId="{11A66BEE-7F4C-48E7-831F-7C888B7CC9C0}" srcOrd="1" destOrd="0" presId="urn:microsoft.com/office/officeart/2005/8/layout/hierarchy1"/>
    <dgm:cxn modelId="{52F44E3E-266D-41E4-8247-B3673542A5B4}" type="presParOf" srcId="{C41DA4D6-6BDE-4E42-9571-434A34775D25}" destId="{103E67B3-D805-48C8-BBDD-C72E65F88DB6}" srcOrd="1" destOrd="0" presId="urn:microsoft.com/office/officeart/2005/8/layout/hierarchy1"/>
    <dgm:cxn modelId="{E4C7774F-E362-4BF0-806B-DE58855A9E08}" type="presParOf" srcId="{9124FD63-A81C-4DC3-B1D5-E331F5FE3F8C}" destId="{998B4BCF-9FBD-4FCE-BB21-5A3D17E90903}" srcOrd="8" destOrd="0" presId="urn:microsoft.com/office/officeart/2005/8/layout/hierarchy1"/>
    <dgm:cxn modelId="{08E9895E-CFD6-45A0-9BC4-9095B551115D}" type="presParOf" srcId="{9124FD63-A81C-4DC3-B1D5-E331F5FE3F8C}" destId="{7B4F0A4F-DFE4-4860-B429-B7335CA4D660}" srcOrd="9" destOrd="0" presId="urn:microsoft.com/office/officeart/2005/8/layout/hierarchy1"/>
    <dgm:cxn modelId="{E8D62E9D-A0A9-45DE-8249-00773F7F8995}" type="presParOf" srcId="{7B4F0A4F-DFE4-4860-B429-B7335CA4D660}" destId="{BEF7A9CF-BC03-44AC-A70F-DA3ABC6A6361}" srcOrd="0" destOrd="0" presId="urn:microsoft.com/office/officeart/2005/8/layout/hierarchy1"/>
    <dgm:cxn modelId="{44C9B873-D187-4EAE-B71C-75D9B523055A}" type="presParOf" srcId="{BEF7A9CF-BC03-44AC-A70F-DA3ABC6A6361}" destId="{54F0EE37-CCF6-4BB1-BA61-F96149AC3718}" srcOrd="0" destOrd="0" presId="urn:microsoft.com/office/officeart/2005/8/layout/hierarchy1"/>
    <dgm:cxn modelId="{9630B62C-0AB6-413C-8167-F3904C1BD433}" type="presParOf" srcId="{BEF7A9CF-BC03-44AC-A70F-DA3ABC6A6361}" destId="{731A3CB4-A070-4FAC-BD0B-868C2474FF9D}" srcOrd="1" destOrd="0" presId="urn:microsoft.com/office/officeart/2005/8/layout/hierarchy1"/>
    <dgm:cxn modelId="{5AE35FD5-71A1-4F92-9E51-935110C2217A}" type="presParOf" srcId="{7B4F0A4F-DFE4-4860-B429-B7335CA4D660}" destId="{04883043-1DD8-4A05-98FB-B40D2BEF7E3C}" srcOrd="1" destOrd="0" presId="urn:microsoft.com/office/officeart/2005/8/layout/hierarchy1"/>
    <dgm:cxn modelId="{67069A60-D179-4DF2-A794-CF09BB161C06}" type="presParOf" srcId="{9124FD63-A81C-4DC3-B1D5-E331F5FE3F8C}" destId="{144EBCE9-6A7A-4BC8-B9D3-16780A79B60C}" srcOrd="10" destOrd="0" presId="urn:microsoft.com/office/officeart/2005/8/layout/hierarchy1"/>
    <dgm:cxn modelId="{822F9AD9-7897-42B2-9CAB-BCC5EE3DEFF9}" type="presParOf" srcId="{9124FD63-A81C-4DC3-B1D5-E331F5FE3F8C}" destId="{3DC0325E-05B6-44FC-8DC4-B779F101907D}" srcOrd="11" destOrd="0" presId="urn:microsoft.com/office/officeart/2005/8/layout/hierarchy1"/>
    <dgm:cxn modelId="{33D529B2-CAF6-4603-81DE-6B3854552584}" type="presParOf" srcId="{3DC0325E-05B6-44FC-8DC4-B779F101907D}" destId="{1F5CD7A8-DB98-489E-89CB-124642C16D2A}" srcOrd="0" destOrd="0" presId="urn:microsoft.com/office/officeart/2005/8/layout/hierarchy1"/>
    <dgm:cxn modelId="{B936FE06-BE9F-44FA-A595-1981CD4DE6F7}" type="presParOf" srcId="{1F5CD7A8-DB98-489E-89CB-124642C16D2A}" destId="{67F8B690-7029-4557-BD20-C260F8DB4724}" srcOrd="0" destOrd="0" presId="urn:microsoft.com/office/officeart/2005/8/layout/hierarchy1"/>
    <dgm:cxn modelId="{6E973EA7-8902-4E12-B4A6-5EE5B319EF67}" type="presParOf" srcId="{1F5CD7A8-DB98-489E-89CB-124642C16D2A}" destId="{FD13C481-FE39-4686-A3AA-FA31766A43D3}" srcOrd="1" destOrd="0" presId="urn:microsoft.com/office/officeart/2005/8/layout/hierarchy1"/>
    <dgm:cxn modelId="{C4959A4B-63C6-456A-87AB-9A0D3A600A59}" type="presParOf" srcId="{3DC0325E-05B6-44FC-8DC4-B779F101907D}" destId="{77A7C66B-620C-44D3-AAF0-56364FDB62A8}" srcOrd="1" destOrd="0" presId="urn:microsoft.com/office/officeart/2005/8/layout/hierarchy1"/>
    <dgm:cxn modelId="{AFBF32AA-3C2D-4AD9-BDB4-922CF7D9471E}" type="presParOf" srcId="{9124FD63-A81C-4DC3-B1D5-E331F5FE3F8C}" destId="{0B4BAC74-B45F-40F8-A1EB-1842197B04A5}" srcOrd="12" destOrd="0" presId="urn:microsoft.com/office/officeart/2005/8/layout/hierarchy1"/>
    <dgm:cxn modelId="{F26E3F8A-D9A5-4EC9-A2F2-C041FFE85DEA}" type="presParOf" srcId="{9124FD63-A81C-4DC3-B1D5-E331F5FE3F8C}" destId="{5A7B7DA6-29A2-4765-9970-15259FA7AB15}" srcOrd="13" destOrd="0" presId="urn:microsoft.com/office/officeart/2005/8/layout/hierarchy1"/>
    <dgm:cxn modelId="{7C7DE696-77AA-4791-BC73-58124B42DAB0}" type="presParOf" srcId="{5A7B7DA6-29A2-4765-9970-15259FA7AB15}" destId="{F70DEC8A-9889-4791-A860-B3565DFF0993}" srcOrd="0" destOrd="0" presId="urn:microsoft.com/office/officeart/2005/8/layout/hierarchy1"/>
    <dgm:cxn modelId="{D07DC982-8BDF-4BBB-845C-306658F1D6C5}" type="presParOf" srcId="{F70DEC8A-9889-4791-A860-B3565DFF0993}" destId="{66C38677-3CFA-40E6-B6F4-0879C0578B84}" srcOrd="0" destOrd="0" presId="urn:microsoft.com/office/officeart/2005/8/layout/hierarchy1"/>
    <dgm:cxn modelId="{1936F690-6C4D-496B-AB2D-332A836CEE51}" type="presParOf" srcId="{F70DEC8A-9889-4791-A860-B3565DFF0993}" destId="{1F4ACE5B-B2D7-482A-8E23-DD5FB82F8B10}" srcOrd="1" destOrd="0" presId="urn:microsoft.com/office/officeart/2005/8/layout/hierarchy1"/>
    <dgm:cxn modelId="{D050A1AC-B451-4E9D-A615-C6E51277EDB9}" type="presParOf" srcId="{5A7B7DA6-29A2-4765-9970-15259FA7AB15}" destId="{57D5E4B8-A717-4DAF-B2FC-1801E3277267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xmlns="" relId="rId7" minVer="http://schemas.openxmlformats.org/drawingml/2006/diagram"/>
    </a:ext>
  </dgm:extLst>
</dgm:dataModel>
</file>

<file path=ppt/diagrams/data9.xml><?xml version="1.0" encoding="utf-8"?>
<dgm:dataModel xmlns:dgm="http://schemas.openxmlformats.org/drawingml/2006/diagram" xmlns:a="http://schemas.openxmlformats.org/drawingml/2006/main">
  <dgm:ptLst>
    <dgm:pt modelId="{3422E5BE-243F-4E67-B5EF-CAAE2A55258B}" type="doc">
      <dgm:prSet loTypeId="urn:microsoft.com/office/officeart/2005/8/layout/hierarchy1" loCatId="hierarchy" qsTypeId="urn:microsoft.com/office/officeart/2005/8/quickstyle/simple1" qsCatId="simple" csTypeId="urn:microsoft.com/office/officeart/2005/8/colors/colorful3" csCatId="colorful" phldr="1"/>
      <dgm:spPr/>
      <dgm:t>
        <a:bodyPr/>
        <a:lstStyle/>
        <a:p>
          <a:endParaRPr lang="en-GB"/>
        </a:p>
      </dgm:t>
    </dgm:pt>
    <dgm:pt modelId="{112089D7-DB56-44BC-9769-1386B4FD8DD8}">
      <dgm:prSet phldrT="[Text]"/>
      <dgm:spPr/>
      <dgm:t>
        <a:bodyPr/>
        <a:lstStyle/>
        <a:p>
          <a:r>
            <a:rPr lang="en-GB" dirty="0" smtClean="0"/>
            <a:t>BPMN Plus</a:t>
          </a:r>
          <a:endParaRPr lang="en-GB" dirty="0"/>
        </a:p>
      </dgm:t>
    </dgm:pt>
    <dgm:pt modelId="{7FFA24F7-D3D7-4888-A6C8-7B320E8AFE28}" type="parTrans" cxnId="{1D9A8C34-BFDA-42E8-8377-8A748F064279}">
      <dgm:prSet/>
      <dgm:spPr/>
      <dgm:t>
        <a:bodyPr/>
        <a:lstStyle/>
        <a:p>
          <a:endParaRPr lang="en-GB"/>
        </a:p>
      </dgm:t>
    </dgm:pt>
    <dgm:pt modelId="{087D71E9-F27E-4166-BAC2-D72957F22156}" type="sibTrans" cxnId="{1D9A8C34-BFDA-42E8-8377-8A748F064279}">
      <dgm:prSet/>
      <dgm:spPr/>
      <dgm:t>
        <a:bodyPr/>
        <a:lstStyle/>
        <a:p>
          <a:endParaRPr lang="en-GB"/>
        </a:p>
      </dgm:t>
    </dgm:pt>
    <dgm:pt modelId="{2DF08807-9752-4554-9C7B-82D630B55A19}">
      <dgm:prSet phldrT="[Text]"/>
      <dgm:spPr/>
      <dgm:t>
        <a:bodyPr/>
        <a:lstStyle/>
        <a:p>
          <a:r>
            <a:rPr lang="en-GB" dirty="0" smtClean="0"/>
            <a:t>Process</a:t>
          </a:r>
          <a:endParaRPr lang="en-GB" dirty="0"/>
        </a:p>
      </dgm:t>
    </dgm:pt>
    <dgm:pt modelId="{60BA8DFA-FEE5-48B4-A53F-029D0609B0CD}" type="parTrans" cxnId="{97DE7FEC-2B6E-4211-AC10-8F275461FCE0}">
      <dgm:prSet/>
      <dgm:spPr/>
      <dgm:t>
        <a:bodyPr/>
        <a:lstStyle/>
        <a:p>
          <a:endParaRPr lang="en-GB"/>
        </a:p>
      </dgm:t>
    </dgm:pt>
    <dgm:pt modelId="{97A99BCF-D153-44BA-9041-CA37C8107756}" type="sibTrans" cxnId="{97DE7FEC-2B6E-4211-AC10-8F275461FCE0}">
      <dgm:prSet/>
      <dgm:spPr/>
      <dgm:t>
        <a:bodyPr/>
        <a:lstStyle/>
        <a:p>
          <a:endParaRPr lang="en-GB"/>
        </a:p>
      </dgm:t>
    </dgm:pt>
    <dgm:pt modelId="{5FDBDD60-7640-48EC-B68C-CE4840DB47FF}">
      <dgm:prSet phldrT="[Text]"/>
      <dgm:spPr>
        <a:solidFill>
          <a:schemeClr val="bg1">
            <a:alpha val="90000"/>
          </a:schemeClr>
        </a:solidFill>
      </dgm:spPr>
      <dgm:t>
        <a:bodyPr/>
        <a:lstStyle/>
        <a:p>
          <a:r>
            <a:rPr lang="en-GB" dirty="0" smtClean="0"/>
            <a:t>Activity</a:t>
          </a:r>
          <a:endParaRPr lang="en-GB" dirty="0"/>
        </a:p>
      </dgm:t>
    </dgm:pt>
    <dgm:pt modelId="{95BE5E79-368B-421E-B6A4-B44966A1B821}" type="parTrans" cxnId="{208A39F8-D02A-48E3-B697-1135D80124E5}">
      <dgm:prSet/>
      <dgm:spPr/>
      <dgm:t>
        <a:bodyPr/>
        <a:lstStyle/>
        <a:p>
          <a:endParaRPr lang="en-GB"/>
        </a:p>
      </dgm:t>
    </dgm:pt>
    <dgm:pt modelId="{F4A78AD6-7DF1-4391-A1E6-35335579DB51}" type="sibTrans" cxnId="{208A39F8-D02A-48E3-B697-1135D80124E5}">
      <dgm:prSet/>
      <dgm:spPr/>
      <dgm:t>
        <a:bodyPr/>
        <a:lstStyle/>
        <a:p>
          <a:endParaRPr lang="en-GB"/>
        </a:p>
      </dgm:t>
    </dgm:pt>
    <dgm:pt modelId="{05E85DF6-84EF-4DC1-9C0E-24B15A1F4050}">
      <dgm:prSet/>
      <dgm:spPr>
        <a:solidFill>
          <a:schemeClr val="bg1">
            <a:alpha val="90000"/>
          </a:schemeClr>
        </a:solidFill>
      </dgm:spPr>
      <dgm:t>
        <a:bodyPr/>
        <a:lstStyle/>
        <a:p>
          <a:r>
            <a:rPr lang="en-GB" dirty="0" smtClean="0"/>
            <a:t>Data</a:t>
          </a:r>
          <a:endParaRPr lang="en-GB" dirty="0"/>
        </a:p>
      </dgm:t>
    </dgm:pt>
    <dgm:pt modelId="{07BD20B2-5927-4CC2-B2C4-EDFB0FC32AB1}" type="parTrans" cxnId="{773D38B8-FA6E-4BFF-90D4-AC08A278D36E}">
      <dgm:prSet/>
      <dgm:spPr/>
      <dgm:t>
        <a:bodyPr/>
        <a:lstStyle/>
        <a:p>
          <a:endParaRPr lang="en-GB"/>
        </a:p>
      </dgm:t>
    </dgm:pt>
    <dgm:pt modelId="{55DAB10F-2E9C-48C0-B311-092E6B97F4D9}" type="sibTrans" cxnId="{773D38B8-FA6E-4BFF-90D4-AC08A278D36E}">
      <dgm:prSet/>
      <dgm:spPr/>
      <dgm:t>
        <a:bodyPr/>
        <a:lstStyle/>
        <a:p>
          <a:endParaRPr lang="en-GB"/>
        </a:p>
      </dgm:t>
    </dgm:pt>
    <dgm:pt modelId="{54932213-EAC8-4C7B-8F5A-20B5FBC1D941}">
      <dgm:prSet/>
      <dgm:spPr>
        <a:solidFill>
          <a:schemeClr val="bg1">
            <a:alpha val="90000"/>
          </a:schemeClr>
        </a:solidFill>
      </dgm:spPr>
      <dgm:t>
        <a:bodyPr/>
        <a:lstStyle/>
        <a:p>
          <a:r>
            <a:rPr lang="en-GB" dirty="0" smtClean="0"/>
            <a:t>Performer</a:t>
          </a:r>
          <a:endParaRPr lang="en-GB" dirty="0"/>
        </a:p>
      </dgm:t>
    </dgm:pt>
    <dgm:pt modelId="{1854CB00-7703-42BF-82BE-AD9229BEC4DB}" type="parTrans" cxnId="{22387A96-7925-4BEB-9058-BC4B05E0CED8}">
      <dgm:prSet/>
      <dgm:spPr/>
      <dgm:t>
        <a:bodyPr/>
        <a:lstStyle/>
        <a:p>
          <a:endParaRPr lang="en-GB"/>
        </a:p>
      </dgm:t>
    </dgm:pt>
    <dgm:pt modelId="{0EF9BA69-3D14-4C07-9EC4-EF17AF4CB8AA}" type="sibTrans" cxnId="{22387A96-7925-4BEB-9058-BC4B05E0CED8}">
      <dgm:prSet/>
      <dgm:spPr/>
      <dgm:t>
        <a:bodyPr/>
        <a:lstStyle/>
        <a:p>
          <a:endParaRPr lang="en-GB"/>
        </a:p>
      </dgm:t>
    </dgm:pt>
    <dgm:pt modelId="{540F6093-E2B1-4249-8072-8409C091A3ED}">
      <dgm:prSet/>
      <dgm:spPr/>
      <dgm:t>
        <a:bodyPr/>
        <a:lstStyle/>
        <a:p>
          <a:r>
            <a:rPr lang="en-GB" dirty="0" smtClean="0"/>
            <a:t>Goal</a:t>
          </a:r>
          <a:endParaRPr lang="en-GB" dirty="0"/>
        </a:p>
      </dgm:t>
    </dgm:pt>
    <dgm:pt modelId="{D13CE90B-C4F8-4028-B440-B8ABE71B85FC}" type="parTrans" cxnId="{40A8C383-E86D-426F-BCEF-F28D1FB007DC}">
      <dgm:prSet/>
      <dgm:spPr/>
      <dgm:t>
        <a:bodyPr/>
        <a:lstStyle/>
        <a:p>
          <a:endParaRPr lang="en-GB"/>
        </a:p>
      </dgm:t>
    </dgm:pt>
    <dgm:pt modelId="{EBB6C816-75BA-4032-A988-B826F38813AF}" type="sibTrans" cxnId="{40A8C383-E86D-426F-BCEF-F28D1FB007DC}">
      <dgm:prSet/>
      <dgm:spPr/>
      <dgm:t>
        <a:bodyPr/>
        <a:lstStyle/>
        <a:p>
          <a:endParaRPr lang="en-GB"/>
        </a:p>
      </dgm:t>
    </dgm:pt>
    <dgm:pt modelId="{1B9C1BC6-A27F-47BB-8DA2-9E9A5FF4D621}">
      <dgm:prSet/>
      <dgm:spPr>
        <a:solidFill>
          <a:srgbClr val="C00000">
            <a:alpha val="50000"/>
          </a:srgbClr>
        </a:solidFill>
      </dgm:spPr>
      <dgm:t>
        <a:bodyPr/>
        <a:lstStyle/>
        <a:p>
          <a:r>
            <a:rPr lang="en-GB" dirty="0" smtClean="0"/>
            <a:t>Event</a:t>
          </a:r>
          <a:endParaRPr lang="en-GB" dirty="0"/>
        </a:p>
      </dgm:t>
    </dgm:pt>
    <dgm:pt modelId="{ED3B6186-3D40-48EF-B292-99523FC3FD40}" type="parTrans" cxnId="{A057CB02-3ED1-4AAE-AB6C-9A45AF1A3065}">
      <dgm:prSet/>
      <dgm:spPr/>
      <dgm:t>
        <a:bodyPr/>
        <a:lstStyle/>
        <a:p>
          <a:endParaRPr lang="en-GB"/>
        </a:p>
      </dgm:t>
    </dgm:pt>
    <dgm:pt modelId="{26EEC2B1-4CDC-480A-A28F-25C48702A2E0}" type="sibTrans" cxnId="{A057CB02-3ED1-4AAE-AB6C-9A45AF1A3065}">
      <dgm:prSet/>
      <dgm:spPr/>
      <dgm:t>
        <a:bodyPr/>
        <a:lstStyle/>
        <a:p>
          <a:endParaRPr lang="en-GB"/>
        </a:p>
      </dgm:t>
    </dgm:pt>
    <dgm:pt modelId="{A324F441-9FB3-43B1-BD07-C38A72958AF1}">
      <dgm:prSet/>
      <dgm:spPr/>
      <dgm:t>
        <a:bodyPr/>
        <a:lstStyle/>
        <a:p>
          <a:r>
            <a:rPr lang="en-GB" dirty="0" smtClean="0"/>
            <a:t>Gateway</a:t>
          </a:r>
          <a:endParaRPr lang="en-GB" dirty="0"/>
        </a:p>
      </dgm:t>
    </dgm:pt>
    <dgm:pt modelId="{75F32545-EEB6-45A9-9CB8-660FAE687A6B}" type="parTrans" cxnId="{C83ECA5E-41FD-4C1D-8D33-C155B82B6214}">
      <dgm:prSet/>
      <dgm:spPr/>
      <dgm:t>
        <a:bodyPr/>
        <a:lstStyle/>
        <a:p>
          <a:endParaRPr lang="en-GB"/>
        </a:p>
      </dgm:t>
    </dgm:pt>
    <dgm:pt modelId="{F3132B0E-3158-49B4-82A6-54F4E803B671}" type="sibTrans" cxnId="{C83ECA5E-41FD-4C1D-8D33-C155B82B6214}">
      <dgm:prSet/>
      <dgm:spPr/>
      <dgm:t>
        <a:bodyPr/>
        <a:lstStyle/>
        <a:p>
          <a:endParaRPr lang="en-GB"/>
        </a:p>
      </dgm:t>
    </dgm:pt>
    <dgm:pt modelId="{E0C79B75-6F2A-427F-9973-B32F03D84D2F}" type="pres">
      <dgm:prSet presAssocID="{3422E5BE-243F-4E67-B5EF-CAAE2A55258B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  <dgm:t>
        <a:bodyPr/>
        <a:lstStyle/>
        <a:p>
          <a:endParaRPr lang="en-GB"/>
        </a:p>
      </dgm:t>
    </dgm:pt>
    <dgm:pt modelId="{7AA0E0BE-40B8-4955-B436-DC5C219F9F48}" type="pres">
      <dgm:prSet presAssocID="{112089D7-DB56-44BC-9769-1386B4FD8DD8}" presName="hierRoot1" presStyleCnt="0"/>
      <dgm:spPr/>
    </dgm:pt>
    <dgm:pt modelId="{C811776F-A264-4DBA-85FE-D79EC3B0C6AD}" type="pres">
      <dgm:prSet presAssocID="{112089D7-DB56-44BC-9769-1386B4FD8DD8}" presName="composite" presStyleCnt="0"/>
      <dgm:spPr/>
    </dgm:pt>
    <dgm:pt modelId="{79C7EE13-B1FF-4528-A70E-D56FA520B699}" type="pres">
      <dgm:prSet presAssocID="{112089D7-DB56-44BC-9769-1386B4FD8DD8}" presName="background" presStyleLbl="node0" presStyleIdx="0" presStyleCnt="1"/>
      <dgm:spPr/>
    </dgm:pt>
    <dgm:pt modelId="{D2AE8700-D3E8-44E0-BB62-9DE2CB473E4A}" type="pres">
      <dgm:prSet presAssocID="{112089D7-DB56-44BC-9769-1386B4FD8DD8}" presName="text" presStyleLbl="fgAcc0" presStyleIdx="0" presStyleCnt="1">
        <dgm:presLayoutVars>
          <dgm:chPref val="3"/>
        </dgm:presLayoutVars>
      </dgm:prSet>
      <dgm:spPr/>
      <dgm:t>
        <a:bodyPr/>
        <a:lstStyle/>
        <a:p>
          <a:endParaRPr lang="en-GB"/>
        </a:p>
      </dgm:t>
    </dgm:pt>
    <dgm:pt modelId="{9124FD63-A81C-4DC3-B1D5-E331F5FE3F8C}" type="pres">
      <dgm:prSet presAssocID="{112089D7-DB56-44BC-9769-1386B4FD8DD8}" presName="hierChild2" presStyleCnt="0"/>
      <dgm:spPr/>
    </dgm:pt>
    <dgm:pt modelId="{428A6ACB-E5E7-442F-8200-19708C8F65B6}" type="pres">
      <dgm:prSet presAssocID="{60BA8DFA-FEE5-48B4-A53F-029D0609B0CD}" presName="Name10" presStyleLbl="parChTrans1D2" presStyleIdx="0" presStyleCnt="7"/>
      <dgm:spPr/>
      <dgm:t>
        <a:bodyPr/>
        <a:lstStyle/>
        <a:p>
          <a:endParaRPr lang="en-GB"/>
        </a:p>
      </dgm:t>
    </dgm:pt>
    <dgm:pt modelId="{15720497-A8AC-45A6-A885-76D1D5B961B4}" type="pres">
      <dgm:prSet presAssocID="{2DF08807-9752-4554-9C7B-82D630B55A19}" presName="hierRoot2" presStyleCnt="0"/>
      <dgm:spPr/>
    </dgm:pt>
    <dgm:pt modelId="{2CBF7715-EA5D-40A2-8842-ABDC1D5BCAD3}" type="pres">
      <dgm:prSet presAssocID="{2DF08807-9752-4554-9C7B-82D630B55A19}" presName="composite2" presStyleCnt="0"/>
      <dgm:spPr/>
    </dgm:pt>
    <dgm:pt modelId="{6B2407FB-E314-49A4-B3D2-04A8D42F3540}" type="pres">
      <dgm:prSet presAssocID="{2DF08807-9752-4554-9C7B-82D630B55A19}" presName="background2" presStyleLbl="node2" presStyleIdx="0" presStyleCnt="7"/>
      <dgm:spPr/>
    </dgm:pt>
    <dgm:pt modelId="{23C94EED-A77F-4371-976F-B726170774FB}" type="pres">
      <dgm:prSet presAssocID="{2DF08807-9752-4554-9C7B-82D630B55A19}" presName="text2" presStyleLbl="fgAcc2" presStyleIdx="0" presStyleCnt="7">
        <dgm:presLayoutVars>
          <dgm:chPref val="3"/>
        </dgm:presLayoutVars>
      </dgm:prSet>
      <dgm:spPr/>
      <dgm:t>
        <a:bodyPr/>
        <a:lstStyle/>
        <a:p>
          <a:endParaRPr lang="en-GB"/>
        </a:p>
      </dgm:t>
    </dgm:pt>
    <dgm:pt modelId="{E660586D-1EC6-4579-BA6B-DD21B407B516}" type="pres">
      <dgm:prSet presAssocID="{2DF08807-9752-4554-9C7B-82D630B55A19}" presName="hierChild3" presStyleCnt="0"/>
      <dgm:spPr/>
    </dgm:pt>
    <dgm:pt modelId="{86F2D633-297E-4951-AA06-4E44F416ABDA}" type="pres">
      <dgm:prSet presAssocID="{D13CE90B-C4F8-4028-B440-B8ABE71B85FC}" presName="Name10" presStyleLbl="parChTrans1D2" presStyleIdx="1" presStyleCnt="7"/>
      <dgm:spPr/>
      <dgm:t>
        <a:bodyPr/>
        <a:lstStyle/>
        <a:p>
          <a:endParaRPr lang="en-GB"/>
        </a:p>
      </dgm:t>
    </dgm:pt>
    <dgm:pt modelId="{C350DA14-FB4D-4FC2-BD52-5D6B8A39E729}" type="pres">
      <dgm:prSet presAssocID="{540F6093-E2B1-4249-8072-8409C091A3ED}" presName="hierRoot2" presStyleCnt="0"/>
      <dgm:spPr/>
    </dgm:pt>
    <dgm:pt modelId="{9769DB49-F7DF-4C13-A316-6627FC058962}" type="pres">
      <dgm:prSet presAssocID="{540F6093-E2B1-4249-8072-8409C091A3ED}" presName="composite2" presStyleCnt="0"/>
      <dgm:spPr/>
    </dgm:pt>
    <dgm:pt modelId="{40A92E27-C758-4281-8E6D-1E3EC3382CD2}" type="pres">
      <dgm:prSet presAssocID="{540F6093-E2B1-4249-8072-8409C091A3ED}" presName="background2" presStyleLbl="node2" presStyleIdx="1" presStyleCnt="7"/>
      <dgm:spPr/>
    </dgm:pt>
    <dgm:pt modelId="{31A065AE-CC0C-4A23-A523-53E691EEFFAB}" type="pres">
      <dgm:prSet presAssocID="{540F6093-E2B1-4249-8072-8409C091A3ED}" presName="text2" presStyleLbl="fgAcc2" presStyleIdx="1" presStyleCnt="7" custLinFactX="22831" custLinFactNeighborX="100000" custLinFactNeighborY="-2530">
        <dgm:presLayoutVars>
          <dgm:chPref val="3"/>
        </dgm:presLayoutVars>
      </dgm:prSet>
      <dgm:spPr/>
      <dgm:t>
        <a:bodyPr/>
        <a:lstStyle/>
        <a:p>
          <a:endParaRPr lang="en-GB"/>
        </a:p>
      </dgm:t>
    </dgm:pt>
    <dgm:pt modelId="{CCE28BBB-DD72-4738-9B8E-8B124723AE03}" type="pres">
      <dgm:prSet presAssocID="{540F6093-E2B1-4249-8072-8409C091A3ED}" presName="hierChild3" presStyleCnt="0"/>
      <dgm:spPr/>
    </dgm:pt>
    <dgm:pt modelId="{8A3633AC-9F60-4D24-B7D7-A4F576164AE7}" type="pres">
      <dgm:prSet presAssocID="{95BE5E79-368B-421E-B6A4-B44966A1B821}" presName="Name10" presStyleLbl="parChTrans1D2" presStyleIdx="2" presStyleCnt="7"/>
      <dgm:spPr/>
      <dgm:t>
        <a:bodyPr/>
        <a:lstStyle/>
        <a:p>
          <a:endParaRPr lang="en-GB"/>
        </a:p>
      </dgm:t>
    </dgm:pt>
    <dgm:pt modelId="{D2440653-CFA4-4A34-8B3A-735F9AACD0A0}" type="pres">
      <dgm:prSet presAssocID="{5FDBDD60-7640-48EC-B68C-CE4840DB47FF}" presName="hierRoot2" presStyleCnt="0"/>
      <dgm:spPr/>
    </dgm:pt>
    <dgm:pt modelId="{5612E31E-7A9B-4D6D-A582-F45231322356}" type="pres">
      <dgm:prSet presAssocID="{5FDBDD60-7640-48EC-B68C-CE4840DB47FF}" presName="composite2" presStyleCnt="0"/>
      <dgm:spPr/>
    </dgm:pt>
    <dgm:pt modelId="{3A14B81D-6501-4A9C-93E8-C0D8D63BD171}" type="pres">
      <dgm:prSet presAssocID="{5FDBDD60-7640-48EC-B68C-CE4840DB47FF}" presName="background2" presStyleLbl="node2" presStyleIdx="2" presStyleCnt="7"/>
      <dgm:spPr/>
    </dgm:pt>
    <dgm:pt modelId="{B78C52AA-2AA8-4804-A77E-DB1AB1A47534}" type="pres">
      <dgm:prSet presAssocID="{5FDBDD60-7640-48EC-B68C-CE4840DB47FF}" presName="text2" presStyleLbl="fgAcc2" presStyleIdx="2" presStyleCnt="7" custLinFactX="-24175" custLinFactNeighborX="-100000" custLinFactNeighborY="-2530">
        <dgm:presLayoutVars>
          <dgm:chPref val="3"/>
        </dgm:presLayoutVars>
      </dgm:prSet>
      <dgm:spPr/>
      <dgm:t>
        <a:bodyPr/>
        <a:lstStyle/>
        <a:p>
          <a:endParaRPr lang="en-GB"/>
        </a:p>
      </dgm:t>
    </dgm:pt>
    <dgm:pt modelId="{CCC55B47-6F2A-43D8-8D89-49C353D0AD52}" type="pres">
      <dgm:prSet presAssocID="{5FDBDD60-7640-48EC-B68C-CE4840DB47FF}" presName="hierChild3" presStyleCnt="0"/>
      <dgm:spPr/>
    </dgm:pt>
    <dgm:pt modelId="{8BD446B4-F119-45FB-A8E7-0421E68F445C}" type="pres">
      <dgm:prSet presAssocID="{07BD20B2-5927-4CC2-B2C4-EDFB0FC32AB1}" presName="Name10" presStyleLbl="parChTrans1D2" presStyleIdx="3" presStyleCnt="7"/>
      <dgm:spPr/>
      <dgm:t>
        <a:bodyPr/>
        <a:lstStyle/>
        <a:p>
          <a:endParaRPr lang="en-GB"/>
        </a:p>
      </dgm:t>
    </dgm:pt>
    <dgm:pt modelId="{C41DA4D6-6BDE-4E42-9571-434A34775D25}" type="pres">
      <dgm:prSet presAssocID="{05E85DF6-84EF-4DC1-9C0E-24B15A1F4050}" presName="hierRoot2" presStyleCnt="0"/>
      <dgm:spPr/>
    </dgm:pt>
    <dgm:pt modelId="{6CB68947-2035-4C23-A232-01298BF2BA8A}" type="pres">
      <dgm:prSet presAssocID="{05E85DF6-84EF-4DC1-9C0E-24B15A1F4050}" presName="composite2" presStyleCnt="0"/>
      <dgm:spPr/>
    </dgm:pt>
    <dgm:pt modelId="{662C3179-156C-489E-9269-4021721C5BBC}" type="pres">
      <dgm:prSet presAssocID="{05E85DF6-84EF-4DC1-9C0E-24B15A1F4050}" presName="background2" presStyleLbl="node2" presStyleIdx="3" presStyleCnt="7"/>
      <dgm:spPr/>
    </dgm:pt>
    <dgm:pt modelId="{11A66BEE-7F4C-48E7-831F-7C888B7CC9C0}" type="pres">
      <dgm:prSet presAssocID="{05E85DF6-84EF-4DC1-9C0E-24B15A1F4050}" presName="text2" presStyleLbl="fgAcc2" presStyleIdx="3" presStyleCnt="7">
        <dgm:presLayoutVars>
          <dgm:chPref val="3"/>
        </dgm:presLayoutVars>
      </dgm:prSet>
      <dgm:spPr/>
      <dgm:t>
        <a:bodyPr/>
        <a:lstStyle/>
        <a:p>
          <a:endParaRPr lang="en-GB"/>
        </a:p>
      </dgm:t>
    </dgm:pt>
    <dgm:pt modelId="{103E67B3-D805-48C8-BBDD-C72E65F88DB6}" type="pres">
      <dgm:prSet presAssocID="{05E85DF6-84EF-4DC1-9C0E-24B15A1F4050}" presName="hierChild3" presStyleCnt="0"/>
      <dgm:spPr/>
    </dgm:pt>
    <dgm:pt modelId="{998B4BCF-9FBD-4FCE-BB21-5A3D17E90903}" type="pres">
      <dgm:prSet presAssocID="{1854CB00-7703-42BF-82BE-AD9229BEC4DB}" presName="Name10" presStyleLbl="parChTrans1D2" presStyleIdx="4" presStyleCnt="7"/>
      <dgm:spPr/>
      <dgm:t>
        <a:bodyPr/>
        <a:lstStyle/>
        <a:p>
          <a:endParaRPr lang="en-GB"/>
        </a:p>
      </dgm:t>
    </dgm:pt>
    <dgm:pt modelId="{7B4F0A4F-DFE4-4860-B429-B7335CA4D660}" type="pres">
      <dgm:prSet presAssocID="{54932213-EAC8-4C7B-8F5A-20B5FBC1D941}" presName="hierRoot2" presStyleCnt="0"/>
      <dgm:spPr/>
    </dgm:pt>
    <dgm:pt modelId="{BEF7A9CF-BC03-44AC-A70F-DA3ABC6A6361}" type="pres">
      <dgm:prSet presAssocID="{54932213-EAC8-4C7B-8F5A-20B5FBC1D941}" presName="composite2" presStyleCnt="0"/>
      <dgm:spPr/>
    </dgm:pt>
    <dgm:pt modelId="{54F0EE37-CCF6-4BB1-BA61-F96149AC3718}" type="pres">
      <dgm:prSet presAssocID="{54932213-EAC8-4C7B-8F5A-20B5FBC1D941}" presName="background2" presStyleLbl="node2" presStyleIdx="4" presStyleCnt="7"/>
      <dgm:spPr/>
    </dgm:pt>
    <dgm:pt modelId="{731A3CB4-A070-4FAC-BD0B-868C2474FF9D}" type="pres">
      <dgm:prSet presAssocID="{54932213-EAC8-4C7B-8F5A-20B5FBC1D941}" presName="text2" presStyleLbl="fgAcc2" presStyleIdx="4" presStyleCnt="7">
        <dgm:presLayoutVars>
          <dgm:chPref val="3"/>
        </dgm:presLayoutVars>
      </dgm:prSet>
      <dgm:spPr/>
      <dgm:t>
        <a:bodyPr/>
        <a:lstStyle/>
        <a:p>
          <a:endParaRPr lang="en-GB"/>
        </a:p>
      </dgm:t>
    </dgm:pt>
    <dgm:pt modelId="{04883043-1DD8-4A05-98FB-B40D2BEF7E3C}" type="pres">
      <dgm:prSet presAssocID="{54932213-EAC8-4C7B-8F5A-20B5FBC1D941}" presName="hierChild3" presStyleCnt="0"/>
      <dgm:spPr/>
    </dgm:pt>
    <dgm:pt modelId="{144EBCE9-6A7A-4BC8-B9D3-16780A79B60C}" type="pres">
      <dgm:prSet presAssocID="{ED3B6186-3D40-48EF-B292-99523FC3FD40}" presName="Name10" presStyleLbl="parChTrans1D2" presStyleIdx="5" presStyleCnt="7"/>
      <dgm:spPr/>
      <dgm:t>
        <a:bodyPr/>
        <a:lstStyle/>
        <a:p>
          <a:endParaRPr lang="en-GB"/>
        </a:p>
      </dgm:t>
    </dgm:pt>
    <dgm:pt modelId="{3DC0325E-05B6-44FC-8DC4-B779F101907D}" type="pres">
      <dgm:prSet presAssocID="{1B9C1BC6-A27F-47BB-8DA2-9E9A5FF4D621}" presName="hierRoot2" presStyleCnt="0"/>
      <dgm:spPr/>
    </dgm:pt>
    <dgm:pt modelId="{1F5CD7A8-DB98-489E-89CB-124642C16D2A}" type="pres">
      <dgm:prSet presAssocID="{1B9C1BC6-A27F-47BB-8DA2-9E9A5FF4D621}" presName="composite2" presStyleCnt="0"/>
      <dgm:spPr/>
    </dgm:pt>
    <dgm:pt modelId="{67F8B690-7029-4557-BD20-C260F8DB4724}" type="pres">
      <dgm:prSet presAssocID="{1B9C1BC6-A27F-47BB-8DA2-9E9A5FF4D621}" presName="background2" presStyleLbl="node2" presStyleIdx="5" presStyleCnt="7"/>
      <dgm:spPr/>
    </dgm:pt>
    <dgm:pt modelId="{FD13C481-FE39-4686-A3AA-FA31766A43D3}" type="pres">
      <dgm:prSet presAssocID="{1B9C1BC6-A27F-47BB-8DA2-9E9A5FF4D621}" presName="text2" presStyleLbl="fgAcc2" presStyleIdx="5" presStyleCnt="7">
        <dgm:presLayoutVars>
          <dgm:chPref val="3"/>
        </dgm:presLayoutVars>
      </dgm:prSet>
      <dgm:spPr/>
      <dgm:t>
        <a:bodyPr/>
        <a:lstStyle/>
        <a:p>
          <a:endParaRPr lang="en-GB"/>
        </a:p>
      </dgm:t>
    </dgm:pt>
    <dgm:pt modelId="{77A7C66B-620C-44D3-AAF0-56364FDB62A8}" type="pres">
      <dgm:prSet presAssocID="{1B9C1BC6-A27F-47BB-8DA2-9E9A5FF4D621}" presName="hierChild3" presStyleCnt="0"/>
      <dgm:spPr/>
    </dgm:pt>
    <dgm:pt modelId="{0B4BAC74-B45F-40F8-A1EB-1842197B04A5}" type="pres">
      <dgm:prSet presAssocID="{75F32545-EEB6-45A9-9CB8-660FAE687A6B}" presName="Name10" presStyleLbl="parChTrans1D2" presStyleIdx="6" presStyleCnt="7"/>
      <dgm:spPr/>
      <dgm:t>
        <a:bodyPr/>
        <a:lstStyle/>
        <a:p>
          <a:endParaRPr lang="en-GB"/>
        </a:p>
      </dgm:t>
    </dgm:pt>
    <dgm:pt modelId="{5A7B7DA6-29A2-4765-9970-15259FA7AB15}" type="pres">
      <dgm:prSet presAssocID="{A324F441-9FB3-43B1-BD07-C38A72958AF1}" presName="hierRoot2" presStyleCnt="0"/>
      <dgm:spPr/>
    </dgm:pt>
    <dgm:pt modelId="{F70DEC8A-9889-4791-A860-B3565DFF0993}" type="pres">
      <dgm:prSet presAssocID="{A324F441-9FB3-43B1-BD07-C38A72958AF1}" presName="composite2" presStyleCnt="0"/>
      <dgm:spPr/>
    </dgm:pt>
    <dgm:pt modelId="{66C38677-3CFA-40E6-B6F4-0879C0578B84}" type="pres">
      <dgm:prSet presAssocID="{A324F441-9FB3-43B1-BD07-C38A72958AF1}" presName="background2" presStyleLbl="node2" presStyleIdx="6" presStyleCnt="7"/>
      <dgm:spPr/>
    </dgm:pt>
    <dgm:pt modelId="{1F4ACE5B-B2D7-482A-8E23-DD5FB82F8B10}" type="pres">
      <dgm:prSet presAssocID="{A324F441-9FB3-43B1-BD07-C38A72958AF1}" presName="text2" presStyleLbl="fgAcc2" presStyleIdx="6" presStyleCnt="7">
        <dgm:presLayoutVars>
          <dgm:chPref val="3"/>
        </dgm:presLayoutVars>
      </dgm:prSet>
      <dgm:spPr/>
      <dgm:t>
        <a:bodyPr/>
        <a:lstStyle/>
        <a:p>
          <a:endParaRPr lang="en-GB"/>
        </a:p>
      </dgm:t>
    </dgm:pt>
    <dgm:pt modelId="{57D5E4B8-A717-4DAF-B2FC-1801E3277267}" type="pres">
      <dgm:prSet presAssocID="{A324F441-9FB3-43B1-BD07-C38A72958AF1}" presName="hierChild3" presStyleCnt="0"/>
      <dgm:spPr/>
    </dgm:pt>
  </dgm:ptLst>
  <dgm:cxnLst>
    <dgm:cxn modelId="{A057CB02-3ED1-4AAE-AB6C-9A45AF1A3065}" srcId="{112089D7-DB56-44BC-9769-1386B4FD8DD8}" destId="{1B9C1BC6-A27F-47BB-8DA2-9E9A5FF4D621}" srcOrd="5" destOrd="0" parTransId="{ED3B6186-3D40-48EF-B292-99523FC3FD40}" sibTransId="{26EEC2B1-4CDC-480A-A28F-25C48702A2E0}"/>
    <dgm:cxn modelId="{37FD4B85-E088-4932-98F5-5A41FA8486F7}" type="presOf" srcId="{5FDBDD60-7640-48EC-B68C-CE4840DB47FF}" destId="{B78C52AA-2AA8-4804-A77E-DB1AB1A47534}" srcOrd="0" destOrd="0" presId="urn:microsoft.com/office/officeart/2005/8/layout/hierarchy1"/>
    <dgm:cxn modelId="{22387A96-7925-4BEB-9058-BC4B05E0CED8}" srcId="{112089D7-DB56-44BC-9769-1386B4FD8DD8}" destId="{54932213-EAC8-4C7B-8F5A-20B5FBC1D941}" srcOrd="4" destOrd="0" parTransId="{1854CB00-7703-42BF-82BE-AD9229BEC4DB}" sibTransId="{0EF9BA69-3D14-4C07-9EC4-EF17AF4CB8AA}"/>
    <dgm:cxn modelId="{0D90F5C7-8774-46C0-975F-AB1BC76E9088}" type="presOf" srcId="{D13CE90B-C4F8-4028-B440-B8ABE71B85FC}" destId="{86F2D633-297E-4951-AA06-4E44F416ABDA}" srcOrd="0" destOrd="0" presId="urn:microsoft.com/office/officeart/2005/8/layout/hierarchy1"/>
    <dgm:cxn modelId="{97DE7FEC-2B6E-4211-AC10-8F275461FCE0}" srcId="{112089D7-DB56-44BC-9769-1386B4FD8DD8}" destId="{2DF08807-9752-4554-9C7B-82D630B55A19}" srcOrd="0" destOrd="0" parTransId="{60BA8DFA-FEE5-48B4-A53F-029D0609B0CD}" sibTransId="{97A99BCF-D153-44BA-9041-CA37C8107756}"/>
    <dgm:cxn modelId="{1A0B5DB0-95BE-46CB-B167-2DA8047258BC}" type="presOf" srcId="{05E85DF6-84EF-4DC1-9C0E-24B15A1F4050}" destId="{11A66BEE-7F4C-48E7-831F-7C888B7CC9C0}" srcOrd="0" destOrd="0" presId="urn:microsoft.com/office/officeart/2005/8/layout/hierarchy1"/>
    <dgm:cxn modelId="{4BBE5F27-29B6-48D9-8582-9A252ABAE30A}" type="presOf" srcId="{ED3B6186-3D40-48EF-B292-99523FC3FD40}" destId="{144EBCE9-6A7A-4BC8-B9D3-16780A79B60C}" srcOrd="0" destOrd="0" presId="urn:microsoft.com/office/officeart/2005/8/layout/hierarchy1"/>
    <dgm:cxn modelId="{773D38B8-FA6E-4BFF-90D4-AC08A278D36E}" srcId="{112089D7-DB56-44BC-9769-1386B4FD8DD8}" destId="{05E85DF6-84EF-4DC1-9C0E-24B15A1F4050}" srcOrd="3" destOrd="0" parTransId="{07BD20B2-5927-4CC2-B2C4-EDFB0FC32AB1}" sibTransId="{55DAB10F-2E9C-48C0-B311-092E6B97F4D9}"/>
    <dgm:cxn modelId="{10E43808-4911-4310-9D68-69F1EB6B45FC}" type="presOf" srcId="{1B9C1BC6-A27F-47BB-8DA2-9E9A5FF4D621}" destId="{FD13C481-FE39-4686-A3AA-FA31766A43D3}" srcOrd="0" destOrd="0" presId="urn:microsoft.com/office/officeart/2005/8/layout/hierarchy1"/>
    <dgm:cxn modelId="{740DC258-90B7-48A3-90ED-BDDEBBAA77CA}" type="presOf" srcId="{2DF08807-9752-4554-9C7B-82D630B55A19}" destId="{23C94EED-A77F-4371-976F-B726170774FB}" srcOrd="0" destOrd="0" presId="urn:microsoft.com/office/officeart/2005/8/layout/hierarchy1"/>
    <dgm:cxn modelId="{C83ECA5E-41FD-4C1D-8D33-C155B82B6214}" srcId="{112089D7-DB56-44BC-9769-1386B4FD8DD8}" destId="{A324F441-9FB3-43B1-BD07-C38A72958AF1}" srcOrd="6" destOrd="0" parTransId="{75F32545-EEB6-45A9-9CB8-660FAE687A6B}" sibTransId="{F3132B0E-3158-49B4-82A6-54F4E803B671}"/>
    <dgm:cxn modelId="{6F2656EF-CBCC-4275-B43A-E989F26C5AAB}" type="presOf" srcId="{60BA8DFA-FEE5-48B4-A53F-029D0609B0CD}" destId="{428A6ACB-E5E7-442F-8200-19708C8F65B6}" srcOrd="0" destOrd="0" presId="urn:microsoft.com/office/officeart/2005/8/layout/hierarchy1"/>
    <dgm:cxn modelId="{7866DB11-2CF6-4B92-9B93-7BC7A9746F43}" type="presOf" srcId="{75F32545-EEB6-45A9-9CB8-660FAE687A6B}" destId="{0B4BAC74-B45F-40F8-A1EB-1842197B04A5}" srcOrd="0" destOrd="0" presId="urn:microsoft.com/office/officeart/2005/8/layout/hierarchy1"/>
    <dgm:cxn modelId="{09FA6899-CEEA-4DAF-9B0A-C5D9A3805AB5}" type="presOf" srcId="{95BE5E79-368B-421E-B6A4-B44966A1B821}" destId="{8A3633AC-9F60-4D24-B7D7-A4F576164AE7}" srcOrd="0" destOrd="0" presId="urn:microsoft.com/office/officeart/2005/8/layout/hierarchy1"/>
    <dgm:cxn modelId="{208A39F8-D02A-48E3-B697-1135D80124E5}" srcId="{112089D7-DB56-44BC-9769-1386B4FD8DD8}" destId="{5FDBDD60-7640-48EC-B68C-CE4840DB47FF}" srcOrd="2" destOrd="0" parTransId="{95BE5E79-368B-421E-B6A4-B44966A1B821}" sibTransId="{F4A78AD6-7DF1-4391-A1E6-35335579DB51}"/>
    <dgm:cxn modelId="{D8010566-1758-42C9-8845-9CBFFEEFA27E}" type="presOf" srcId="{07BD20B2-5927-4CC2-B2C4-EDFB0FC32AB1}" destId="{8BD446B4-F119-45FB-A8E7-0421E68F445C}" srcOrd="0" destOrd="0" presId="urn:microsoft.com/office/officeart/2005/8/layout/hierarchy1"/>
    <dgm:cxn modelId="{2A11B867-2D96-477F-9C67-3937D13D2DEA}" type="presOf" srcId="{540F6093-E2B1-4249-8072-8409C091A3ED}" destId="{31A065AE-CC0C-4A23-A523-53E691EEFFAB}" srcOrd="0" destOrd="0" presId="urn:microsoft.com/office/officeart/2005/8/layout/hierarchy1"/>
    <dgm:cxn modelId="{46C8A7FA-F1AB-4307-BD3F-75818421E7AF}" type="presOf" srcId="{112089D7-DB56-44BC-9769-1386B4FD8DD8}" destId="{D2AE8700-D3E8-44E0-BB62-9DE2CB473E4A}" srcOrd="0" destOrd="0" presId="urn:microsoft.com/office/officeart/2005/8/layout/hierarchy1"/>
    <dgm:cxn modelId="{1D9A8C34-BFDA-42E8-8377-8A748F064279}" srcId="{3422E5BE-243F-4E67-B5EF-CAAE2A55258B}" destId="{112089D7-DB56-44BC-9769-1386B4FD8DD8}" srcOrd="0" destOrd="0" parTransId="{7FFA24F7-D3D7-4888-A6C8-7B320E8AFE28}" sibTransId="{087D71E9-F27E-4166-BAC2-D72957F22156}"/>
    <dgm:cxn modelId="{DEC62707-EC49-4C74-9842-1E84CB3DEA16}" type="presOf" srcId="{54932213-EAC8-4C7B-8F5A-20B5FBC1D941}" destId="{731A3CB4-A070-4FAC-BD0B-868C2474FF9D}" srcOrd="0" destOrd="0" presId="urn:microsoft.com/office/officeart/2005/8/layout/hierarchy1"/>
    <dgm:cxn modelId="{40A8C383-E86D-426F-BCEF-F28D1FB007DC}" srcId="{112089D7-DB56-44BC-9769-1386B4FD8DD8}" destId="{540F6093-E2B1-4249-8072-8409C091A3ED}" srcOrd="1" destOrd="0" parTransId="{D13CE90B-C4F8-4028-B440-B8ABE71B85FC}" sibTransId="{EBB6C816-75BA-4032-A988-B826F38813AF}"/>
    <dgm:cxn modelId="{547F033B-A1FD-49FE-85B9-C6D4A096A908}" type="presOf" srcId="{1854CB00-7703-42BF-82BE-AD9229BEC4DB}" destId="{998B4BCF-9FBD-4FCE-BB21-5A3D17E90903}" srcOrd="0" destOrd="0" presId="urn:microsoft.com/office/officeart/2005/8/layout/hierarchy1"/>
    <dgm:cxn modelId="{BF3EA229-EC6F-4E4D-8D4F-3F4BD11CBFEC}" type="presOf" srcId="{3422E5BE-243F-4E67-B5EF-CAAE2A55258B}" destId="{E0C79B75-6F2A-427F-9973-B32F03D84D2F}" srcOrd="0" destOrd="0" presId="urn:microsoft.com/office/officeart/2005/8/layout/hierarchy1"/>
    <dgm:cxn modelId="{2F4457D1-F439-422C-BBEB-174989B59854}" type="presOf" srcId="{A324F441-9FB3-43B1-BD07-C38A72958AF1}" destId="{1F4ACE5B-B2D7-482A-8E23-DD5FB82F8B10}" srcOrd="0" destOrd="0" presId="urn:microsoft.com/office/officeart/2005/8/layout/hierarchy1"/>
    <dgm:cxn modelId="{4989C6B7-6535-4A42-97BA-8485516EBAFC}" type="presParOf" srcId="{E0C79B75-6F2A-427F-9973-B32F03D84D2F}" destId="{7AA0E0BE-40B8-4955-B436-DC5C219F9F48}" srcOrd="0" destOrd="0" presId="urn:microsoft.com/office/officeart/2005/8/layout/hierarchy1"/>
    <dgm:cxn modelId="{CDCECF11-71B1-4DB2-B93C-34A508874649}" type="presParOf" srcId="{7AA0E0BE-40B8-4955-B436-DC5C219F9F48}" destId="{C811776F-A264-4DBA-85FE-D79EC3B0C6AD}" srcOrd="0" destOrd="0" presId="urn:microsoft.com/office/officeart/2005/8/layout/hierarchy1"/>
    <dgm:cxn modelId="{E9B8D014-350D-4EF6-8F6F-64D3E8B6B8A0}" type="presParOf" srcId="{C811776F-A264-4DBA-85FE-D79EC3B0C6AD}" destId="{79C7EE13-B1FF-4528-A70E-D56FA520B699}" srcOrd="0" destOrd="0" presId="urn:microsoft.com/office/officeart/2005/8/layout/hierarchy1"/>
    <dgm:cxn modelId="{F4BC7B2D-BFBF-4644-8E25-E05A9CF72000}" type="presParOf" srcId="{C811776F-A264-4DBA-85FE-D79EC3B0C6AD}" destId="{D2AE8700-D3E8-44E0-BB62-9DE2CB473E4A}" srcOrd="1" destOrd="0" presId="urn:microsoft.com/office/officeart/2005/8/layout/hierarchy1"/>
    <dgm:cxn modelId="{A552D796-8049-4445-8355-2A9CC6A28059}" type="presParOf" srcId="{7AA0E0BE-40B8-4955-B436-DC5C219F9F48}" destId="{9124FD63-A81C-4DC3-B1D5-E331F5FE3F8C}" srcOrd="1" destOrd="0" presId="urn:microsoft.com/office/officeart/2005/8/layout/hierarchy1"/>
    <dgm:cxn modelId="{92AF78BF-2259-4941-A277-78B1638CB8C4}" type="presParOf" srcId="{9124FD63-A81C-4DC3-B1D5-E331F5FE3F8C}" destId="{428A6ACB-E5E7-442F-8200-19708C8F65B6}" srcOrd="0" destOrd="0" presId="urn:microsoft.com/office/officeart/2005/8/layout/hierarchy1"/>
    <dgm:cxn modelId="{EA96C439-D1F9-4192-934E-24377D6D6C3E}" type="presParOf" srcId="{9124FD63-A81C-4DC3-B1D5-E331F5FE3F8C}" destId="{15720497-A8AC-45A6-A885-76D1D5B961B4}" srcOrd="1" destOrd="0" presId="urn:microsoft.com/office/officeart/2005/8/layout/hierarchy1"/>
    <dgm:cxn modelId="{8080717E-1A8A-4B21-B1FE-23140C5F342A}" type="presParOf" srcId="{15720497-A8AC-45A6-A885-76D1D5B961B4}" destId="{2CBF7715-EA5D-40A2-8842-ABDC1D5BCAD3}" srcOrd="0" destOrd="0" presId="urn:microsoft.com/office/officeart/2005/8/layout/hierarchy1"/>
    <dgm:cxn modelId="{A5D86D5D-6734-4018-9888-E077832D8ABD}" type="presParOf" srcId="{2CBF7715-EA5D-40A2-8842-ABDC1D5BCAD3}" destId="{6B2407FB-E314-49A4-B3D2-04A8D42F3540}" srcOrd="0" destOrd="0" presId="urn:microsoft.com/office/officeart/2005/8/layout/hierarchy1"/>
    <dgm:cxn modelId="{987E3D44-0F99-4D88-B2D5-75B9A49143A0}" type="presParOf" srcId="{2CBF7715-EA5D-40A2-8842-ABDC1D5BCAD3}" destId="{23C94EED-A77F-4371-976F-B726170774FB}" srcOrd="1" destOrd="0" presId="urn:microsoft.com/office/officeart/2005/8/layout/hierarchy1"/>
    <dgm:cxn modelId="{BED19287-88EA-4C25-BF81-2F2B1645B037}" type="presParOf" srcId="{15720497-A8AC-45A6-A885-76D1D5B961B4}" destId="{E660586D-1EC6-4579-BA6B-DD21B407B516}" srcOrd="1" destOrd="0" presId="urn:microsoft.com/office/officeart/2005/8/layout/hierarchy1"/>
    <dgm:cxn modelId="{D0B9F31E-F7BB-4093-BA0C-39EF45D96074}" type="presParOf" srcId="{9124FD63-A81C-4DC3-B1D5-E331F5FE3F8C}" destId="{86F2D633-297E-4951-AA06-4E44F416ABDA}" srcOrd="2" destOrd="0" presId="urn:microsoft.com/office/officeart/2005/8/layout/hierarchy1"/>
    <dgm:cxn modelId="{DD6452A5-A6DF-4938-9500-FFAF32D6F5C9}" type="presParOf" srcId="{9124FD63-A81C-4DC3-B1D5-E331F5FE3F8C}" destId="{C350DA14-FB4D-4FC2-BD52-5D6B8A39E729}" srcOrd="3" destOrd="0" presId="urn:microsoft.com/office/officeart/2005/8/layout/hierarchy1"/>
    <dgm:cxn modelId="{9FB0BD44-1114-41A7-9105-2994053016DD}" type="presParOf" srcId="{C350DA14-FB4D-4FC2-BD52-5D6B8A39E729}" destId="{9769DB49-F7DF-4C13-A316-6627FC058962}" srcOrd="0" destOrd="0" presId="urn:microsoft.com/office/officeart/2005/8/layout/hierarchy1"/>
    <dgm:cxn modelId="{3C6902B9-558A-4726-9FDB-F685BA3F69E3}" type="presParOf" srcId="{9769DB49-F7DF-4C13-A316-6627FC058962}" destId="{40A92E27-C758-4281-8E6D-1E3EC3382CD2}" srcOrd="0" destOrd="0" presId="urn:microsoft.com/office/officeart/2005/8/layout/hierarchy1"/>
    <dgm:cxn modelId="{42E36171-B534-47D3-91DD-DB0280B3B620}" type="presParOf" srcId="{9769DB49-F7DF-4C13-A316-6627FC058962}" destId="{31A065AE-CC0C-4A23-A523-53E691EEFFAB}" srcOrd="1" destOrd="0" presId="urn:microsoft.com/office/officeart/2005/8/layout/hierarchy1"/>
    <dgm:cxn modelId="{1AFC4E8D-7AC3-443E-BCDE-199B3C7D0699}" type="presParOf" srcId="{C350DA14-FB4D-4FC2-BD52-5D6B8A39E729}" destId="{CCE28BBB-DD72-4738-9B8E-8B124723AE03}" srcOrd="1" destOrd="0" presId="urn:microsoft.com/office/officeart/2005/8/layout/hierarchy1"/>
    <dgm:cxn modelId="{05C34CCE-F954-4B69-99F5-4031164B8666}" type="presParOf" srcId="{9124FD63-A81C-4DC3-B1D5-E331F5FE3F8C}" destId="{8A3633AC-9F60-4D24-B7D7-A4F576164AE7}" srcOrd="4" destOrd="0" presId="urn:microsoft.com/office/officeart/2005/8/layout/hierarchy1"/>
    <dgm:cxn modelId="{5E80E84E-3BB9-4448-9204-23D98359928D}" type="presParOf" srcId="{9124FD63-A81C-4DC3-B1D5-E331F5FE3F8C}" destId="{D2440653-CFA4-4A34-8B3A-735F9AACD0A0}" srcOrd="5" destOrd="0" presId="urn:microsoft.com/office/officeart/2005/8/layout/hierarchy1"/>
    <dgm:cxn modelId="{C6DE33D0-F637-4CC7-B045-B0DBBD3ACCDF}" type="presParOf" srcId="{D2440653-CFA4-4A34-8B3A-735F9AACD0A0}" destId="{5612E31E-7A9B-4D6D-A582-F45231322356}" srcOrd="0" destOrd="0" presId="urn:microsoft.com/office/officeart/2005/8/layout/hierarchy1"/>
    <dgm:cxn modelId="{5EE05C74-33F7-4FF7-ABCE-785EF9DC0B98}" type="presParOf" srcId="{5612E31E-7A9B-4D6D-A582-F45231322356}" destId="{3A14B81D-6501-4A9C-93E8-C0D8D63BD171}" srcOrd="0" destOrd="0" presId="urn:microsoft.com/office/officeart/2005/8/layout/hierarchy1"/>
    <dgm:cxn modelId="{AF7C46C7-5C42-4890-B0FE-02EEAFBFF66D}" type="presParOf" srcId="{5612E31E-7A9B-4D6D-A582-F45231322356}" destId="{B78C52AA-2AA8-4804-A77E-DB1AB1A47534}" srcOrd="1" destOrd="0" presId="urn:microsoft.com/office/officeart/2005/8/layout/hierarchy1"/>
    <dgm:cxn modelId="{E7C69B35-49AD-4E63-83B5-B70A394ACCFB}" type="presParOf" srcId="{D2440653-CFA4-4A34-8B3A-735F9AACD0A0}" destId="{CCC55B47-6F2A-43D8-8D89-49C353D0AD52}" srcOrd="1" destOrd="0" presId="urn:microsoft.com/office/officeart/2005/8/layout/hierarchy1"/>
    <dgm:cxn modelId="{AF181875-C81A-4203-BA3B-E1F68107B828}" type="presParOf" srcId="{9124FD63-A81C-4DC3-B1D5-E331F5FE3F8C}" destId="{8BD446B4-F119-45FB-A8E7-0421E68F445C}" srcOrd="6" destOrd="0" presId="urn:microsoft.com/office/officeart/2005/8/layout/hierarchy1"/>
    <dgm:cxn modelId="{25B36A18-AA46-4B1A-9D03-163254C67ED6}" type="presParOf" srcId="{9124FD63-A81C-4DC3-B1D5-E331F5FE3F8C}" destId="{C41DA4D6-6BDE-4E42-9571-434A34775D25}" srcOrd="7" destOrd="0" presId="urn:microsoft.com/office/officeart/2005/8/layout/hierarchy1"/>
    <dgm:cxn modelId="{534E0532-209F-4D20-AC09-7CD9FB21CCDC}" type="presParOf" srcId="{C41DA4D6-6BDE-4E42-9571-434A34775D25}" destId="{6CB68947-2035-4C23-A232-01298BF2BA8A}" srcOrd="0" destOrd="0" presId="urn:microsoft.com/office/officeart/2005/8/layout/hierarchy1"/>
    <dgm:cxn modelId="{AD2A71D9-1459-4738-AD97-5B0043BFB6DF}" type="presParOf" srcId="{6CB68947-2035-4C23-A232-01298BF2BA8A}" destId="{662C3179-156C-489E-9269-4021721C5BBC}" srcOrd="0" destOrd="0" presId="urn:microsoft.com/office/officeart/2005/8/layout/hierarchy1"/>
    <dgm:cxn modelId="{8FF49111-F10A-4636-BF5C-61C8EB5F53CF}" type="presParOf" srcId="{6CB68947-2035-4C23-A232-01298BF2BA8A}" destId="{11A66BEE-7F4C-48E7-831F-7C888B7CC9C0}" srcOrd="1" destOrd="0" presId="urn:microsoft.com/office/officeart/2005/8/layout/hierarchy1"/>
    <dgm:cxn modelId="{A296CF24-ADB6-4FBE-8C15-17E51EF6A4D8}" type="presParOf" srcId="{C41DA4D6-6BDE-4E42-9571-434A34775D25}" destId="{103E67B3-D805-48C8-BBDD-C72E65F88DB6}" srcOrd="1" destOrd="0" presId="urn:microsoft.com/office/officeart/2005/8/layout/hierarchy1"/>
    <dgm:cxn modelId="{F80129C0-ABEF-4A1C-AA13-E540181406EC}" type="presParOf" srcId="{9124FD63-A81C-4DC3-B1D5-E331F5FE3F8C}" destId="{998B4BCF-9FBD-4FCE-BB21-5A3D17E90903}" srcOrd="8" destOrd="0" presId="urn:microsoft.com/office/officeart/2005/8/layout/hierarchy1"/>
    <dgm:cxn modelId="{71E34041-7865-4150-9024-E903D6BE5B20}" type="presParOf" srcId="{9124FD63-A81C-4DC3-B1D5-E331F5FE3F8C}" destId="{7B4F0A4F-DFE4-4860-B429-B7335CA4D660}" srcOrd="9" destOrd="0" presId="urn:microsoft.com/office/officeart/2005/8/layout/hierarchy1"/>
    <dgm:cxn modelId="{A78BC9B6-0C30-4B57-9D99-71517D21D50C}" type="presParOf" srcId="{7B4F0A4F-DFE4-4860-B429-B7335CA4D660}" destId="{BEF7A9CF-BC03-44AC-A70F-DA3ABC6A6361}" srcOrd="0" destOrd="0" presId="urn:microsoft.com/office/officeart/2005/8/layout/hierarchy1"/>
    <dgm:cxn modelId="{68AF7F2D-7196-4A2A-A0B0-5BF6FCA7A441}" type="presParOf" srcId="{BEF7A9CF-BC03-44AC-A70F-DA3ABC6A6361}" destId="{54F0EE37-CCF6-4BB1-BA61-F96149AC3718}" srcOrd="0" destOrd="0" presId="urn:microsoft.com/office/officeart/2005/8/layout/hierarchy1"/>
    <dgm:cxn modelId="{C5AEE827-C331-4DDD-9B4A-27F445191D69}" type="presParOf" srcId="{BEF7A9CF-BC03-44AC-A70F-DA3ABC6A6361}" destId="{731A3CB4-A070-4FAC-BD0B-868C2474FF9D}" srcOrd="1" destOrd="0" presId="urn:microsoft.com/office/officeart/2005/8/layout/hierarchy1"/>
    <dgm:cxn modelId="{387B18D5-EEB0-4875-AE79-B25324EDFBEC}" type="presParOf" srcId="{7B4F0A4F-DFE4-4860-B429-B7335CA4D660}" destId="{04883043-1DD8-4A05-98FB-B40D2BEF7E3C}" srcOrd="1" destOrd="0" presId="urn:microsoft.com/office/officeart/2005/8/layout/hierarchy1"/>
    <dgm:cxn modelId="{BC83BA7C-D306-4155-B742-558A56FB0EE2}" type="presParOf" srcId="{9124FD63-A81C-4DC3-B1D5-E331F5FE3F8C}" destId="{144EBCE9-6A7A-4BC8-B9D3-16780A79B60C}" srcOrd="10" destOrd="0" presId="urn:microsoft.com/office/officeart/2005/8/layout/hierarchy1"/>
    <dgm:cxn modelId="{95BC75F9-1346-4D5D-B512-0148AD9246B4}" type="presParOf" srcId="{9124FD63-A81C-4DC3-B1D5-E331F5FE3F8C}" destId="{3DC0325E-05B6-44FC-8DC4-B779F101907D}" srcOrd="11" destOrd="0" presId="urn:microsoft.com/office/officeart/2005/8/layout/hierarchy1"/>
    <dgm:cxn modelId="{CCFD101F-6A81-4977-9437-F6E52886229A}" type="presParOf" srcId="{3DC0325E-05B6-44FC-8DC4-B779F101907D}" destId="{1F5CD7A8-DB98-489E-89CB-124642C16D2A}" srcOrd="0" destOrd="0" presId="urn:microsoft.com/office/officeart/2005/8/layout/hierarchy1"/>
    <dgm:cxn modelId="{0AEE2945-6132-4CFA-8A1B-885E2131FDBF}" type="presParOf" srcId="{1F5CD7A8-DB98-489E-89CB-124642C16D2A}" destId="{67F8B690-7029-4557-BD20-C260F8DB4724}" srcOrd="0" destOrd="0" presId="urn:microsoft.com/office/officeart/2005/8/layout/hierarchy1"/>
    <dgm:cxn modelId="{33CD6E71-F5FD-4862-9424-D1AB0F42754B}" type="presParOf" srcId="{1F5CD7A8-DB98-489E-89CB-124642C16D2A}" destId="{FD13C481-FE39-4686-A3AA-FA31766A43D3}" srcOrd="1" destOrd="0" presId="urn:microsoft.com/office/officeart/2005/8/layout/hierarchy1"/>
    <dgm:cxn modelId="{E87A3871-F86D-460F-9D78-E424AEA7BFFE}" type="presParOf" srcId="{3DC0325E-05B6-44FC-8DC4-B779F101907D}" destId="{77A7C66B-620C-44D3-AAF0-56364FDB62A8}" srcOrd="1" destOrd="0" presId="urn:microsoft.com/office/officeart/2005/8/layout/hierarchy1"/>
    <dgm:cxn modelId="{9CB8D94A-73DE-4AFE-AE71-1629DDA176AF}" type="presParOf" srcId="{9124FD63-A81C-4DC3-B1D5-E331F5FE3F8C}" destId="{0B4BAC74-B45F-40F8-A1EB-1842197B04A5}" srcOrd="12" destOrd="0" presId="urn:microsoft.com/office/officeart/2005/8/layout/hierarchy1"/>
    <dgm:cxn modelId="{DCF76B03-B5A7-4EA4-9A94-1DCEF798D9B8}" type="presParOf" srcId="{9124FD63-A81C-4DC3-B1D5-E331F5FE3F8C}" destId="{5A7B7DA6-29A2-4765-9970-15259FA7AB15}" srcOrd="13" destOrd="0" presId="urn:microsoft.com/office/officeart/2005/8/layout/hierarchy1"/>
    <dgm:cxn modelId="{3E7A9695-B5B8-4CEE-AA72-2810EC892B3E}" type="presParOf" srcId="{5A7B7DA6-29A2-4765-9970-15259FA7AB15}" destId="{F70DEC8A-9889-4791-A860-B3565DFF0993}" srcOrd="0" destOrd="0" presId="urn:microsoft.com/office/officeart/2005/8/layout/hierarchy1"/>
    <dgm:cxn modelId="{EFA58DE3-B5AA-46DC-9746-E995910FA8D8}" type="presParOf" srcId="{F70DEC8A-9889-4791-A860-B3565DFF0993}" destId="{66C38677-3CFA-40E6-B6F4-0879C0578B84}" srcOrd="0" destOrd="0" presId="urn:microsoft.com/office/officeart/2005/8/layout/hierarchy1"/>
    <dgm:cxn modelId="{486391ED-DFB0-4FA0-95F6-7189E5B4F08D}" type="presParOf" srcId="{F70DEC8A-9889-4791-A860-B3565DFF0993}" destId="{1F4ACE5B-B2D7-482A-8E23-DD5FB82F8B10}" srcOrd="1" destOrd="0" presId="urn:microsoft.com/office/officeart/2005/8/layout/hierarchy1"/>
    <dgm:cxn modelId="{256DF889-A18E-4063-BC3A-C60AEB127CA5}" type="presParOf" srcId="{5A7B7DA6-29A2-4765-9970-15259FA7AB15}" destId="{57D5E4B8-A717-4DAF-B2FC-1801E3277267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xmlns="" relId="rId7" minVer="http://schemas.openxmlformats.org/drawingml/2006/diagram"/>
    </a:ext>
  </dgm:extLst>
</dgm:dataModel>
</file>

<file path=ppt/diagrams/data10.xml><?xml version="1.0" encoding="utf-8"?>
<dgm:dataModel xmlns:dgm="http://schemas.openxmlformats.org/drawingml/2006/diagram" xmlns:a="http://schemas.openxmlformats.org/drawingml/2006/main">
  <dgm:ptLst>
    <dgm:pt modelId="{3422E5BE-243F-4E67-B5EF-CAAE2A55258B}" type="doc">
      <dgm:prSet loTypeId="urn:microsoft.com/office/officeart/2005/8/layout/hierarchy1" loCatId="hierarchy" qsTypeId="urn:microsoft.com/office/officeart/2005/8/quickstyle/simple1" qsCatId="simple" csTypeId="urn:microsoft.com/office/officeart/2005/8/colors/colorful3" csCatId="colorful" phldr="1"/>
      <dgm:spPr/>
      <dgm:t>
        <a:bodyPr/>
        <a:lstStyle/>
        <a:p>
          <a:endParaRPr lang="en-GB"/>
        </a:p>
      </dgm:t>
    </dgm:pt>
    <dgm:pt modelId="{112089D7-DB56-44BC-9769-1386B4FD8DD8}">
      <dgm:prSet phldrT="[Text]"/>
      <dgm:spPr/>
      <dgm:t>
        <a:bodyPr/>
        <a:lstStyle/>
        <a:p>
          <a:r>
            <a:rPr lang="en-GB" dirty="0" smtClean="0"/>
            <a:t>BPMN Plus</a:t>
          </a:r>
          <a:endParaRPr lang="en-GB" dirty="0"/>
        </a:p>
      </dgm:t>
    </dgm:pt>
    <dgm:pt modelId="{7FFA24F7-D3D7-4888-A6C8-7B320E8AFE28}" type="parTrans" cxnId="{1D9A8C34-BFDA-42E8-8377-8A748F064279}">
      <dgm:prSet/>
      <dgm:spPr/>
      <dgm:t>
        <a:bodyPr/>
        <a:lstStyle/>
        <a:p>
          <a:endParaRPr lang="en-GB"/>
        </a:p>
      </dgm:t>
    </dgm:pt>
    <dgm:pt modelId="{087D71E9-F27E-4166-BAC2-D72957F22156}" type="sibTrans" cxnId="{1D9A8C34-BFDA-42E8-8377-8A748F064279}">
      <dgm:prSet/>
      <dgm:spPr/>
      <dgm:t>
        <a:bodyPr/>
        <a:lstStyle/>
        <a:p>
          <a:endParaRPr lang="en-GB"/>
        </a:p>
      </dgm:t>
    </dgm:pt>
    <dgm:pt modelId="{2DF08807-9752-4554-9C7B-82D630B55A19}">
      <dgm:prSet phldrT="[Text]"/>
      <dgm:spPr/>
      <dgm:t>
        <a:bodyPr/>
        <a:lstStyle/>
        <a:p>
          <a:r>
            <a:rPr lang="en-GB" dirty="0" smtClean="0"/>
            <a:t>Process</a:t>
          </a:r>
          <a:endParaRPr lang="en-GB" dirty="0"/>
        </a:p>
      </dgm:t>
    </dgm:pt>
    <dgm:pt modelId="{60BA8DFA-FEE5-48B4-A53F-029D0609B0CD}" type="parTrans" cxnId="{97DE7FEC-2B6E-4211-AC10-8F275461FCE0}">
      <dgm:prSet/>
      <dgm:spPr/>
      <dgm:t>
        <a:bodyPr/>
        <a:lstStyle/>
        <a:p>
          <a:endParaRPr lang="en-GB"/>
        </a:p>
      </dgm:t>
    </dgm:pt>
    <dgm:pt modelId="{97A99BCF-D153-44BA-9041-CA37C8107756}" type="sibTrans" cxnId="{97DE7FEC-2B6E-4211-AC10-8F275461FCE0}">
      <dgm:prSet/>
      <dgm:spPr/>
      <dgm:t>
        <a:bodyPr/>
        <a:lstStyle/>
        <a:p>
          <a:endParaRPr lang="en-GB"/>
        </a:p>
      </dgm:t>
    </dgm:pt>
    <dgm:pt modelId="{5FDBDD60-7640-48EC-B68C-CE4840DB47FF}">
      <dgm:prSet phldrT="[Text]"/>
      <dgm:spPr>
        <a:solidFill>
          <a:schemeClr val="bg1">
            <a:alpha val="90000"/>
          </a:schemeClr>
        </a:solidFill>
      </dgm:spPr>
      <dgm:t>
        <a:bodyPr/>
        <a:lstStyle/>
        <a:p>
          <a:r>
            <a:rPr lang="en-GB" dirty="0" smtClean="0"/>
            <a:t>Activity</a:t>
          </a:r>
          <a:endParaRPr lang="en-GB" dirty="0"/>
        </a:p>
      </dgm:t>
    </dgm:pt>
    <dgm:pt modelId="{95BE5E79-368B-421E-B6A4-B44966A1B821}" type="parTrans" cxnId="{208A39F8-D02A-48E3-B697-1135D80124E5}">
      <dgm:prSet/>
      <dgm:spPr/>
      <dgm:t>
        <a:bodyPr/>
        <a:lstStyle/>
        <a:p>
          <a:endParaRPr lang="en-GB"/>
        </a:p>
      </dgm:t>
    </dgm:pt>
    <dgm:pt modelId="{F4A78AD6-7DF1-4391-A1E6-35335579DB51}" type="sibTrans" cxnId="{208A39F8-D02A-48E3-B697-1135D80124E5}">
      <dgm:prSet/>
      <dgm:spPr/>
      <dgm:t>
        <a:bodyPr/>
        <a:lstStyle/>
        <a:p>
          <a:endParaRPr lang="en-GB"/>
        </a:p>
      </dgm:t>
    </dgm:pt>
    <dgm:pt modelId="{05E85DF6-84EF-4DC1-9C0E-24B15A1F4050}">
      <dgm:prSet/>
      <dgm:spPr>
        <a:solidFill>
          <a:schemeClr val="bg1">
            <a:alpha val="90000"/>
          </a:schemeClr>
        </a:solidFill>
      </dgm:spPr>
      <dgm:t>
        <a:bodyPr/>
        <a:lstStyle/>
        <a:p>
          <a:r>
            <a:rPr lang="en-GB" dirty="0" smtClean="0"/>
            <a:t>Data</a:t>
          </a:r>
          <a:endParaRPr lang="en-GB" dirty="0"/>
        </a:p>
      </dgm:t>
    </dgm:pt>
    <dgm:pt modelId="{07BD20B2-5927-4CC2-B2C4-EDFB0FC32AB1}" type="parTrans" cxnId="{773D38B8-FA6E-4BFF-90D4-AC08A278D36E}">
      <dgm:prSet/>
      <dgm:spPr/>
      <dgm:t>
        <a:bodyPr/>
        <a:lstStyle/>
        <a:p>
          <a:endParaRPr lang="en-GB"/>
        </a:p>
      </dgm:t>
    </dgm:pt>
    <dgm:pt modelId="{55DAB10F-2E9C-48C0-B311-092E6B97F4D9}" type="sibTrans" cxnId="{773D38B8-FA6E-4BFF-90D4-AC08A278D36E}">
      <dgm:prSet/>
      <dgm:spPr/>
      <dgm:t>
        <a:bodyPr/>
        <a:lstStyle/>
        <a:p>
          <a:endParaRPr lang="en-GB"/>
        </a:p>
      </dgm:t>
    </dgm:pt>
    <dgm:pt modelId="{54932213-EAC8-4C7B-8F5A-20B5FBC1D941}">
      <dgm:prSet/>
      <dgm:spPr>
        <a:solidFill>
          <a:schemeClr val="bg1">
            <a:alpha val="90000"/>
          </a:schemeClr>
        </a:solidFill>
      </dgm:spPr>
      <dgm:t>
        <a:bodyPr/>
        <a:lstStyle/>
        <a:p>
          <a:r>
            <a:rPr lang="en-GB" dirty="0" smtClean="0"/>
            <a:t>Performer</a:t>
          </a:r>
          <a:endParaRPr lang="en-GB" dirty="0"/>
        </a:p>
      </dgm:t>
    </dgm:pt>
    <dgm:pt modelId="{1854CB00-7703-42BF-82BE-AD9229BEC4DB}" type="parTrans" cxnId="{22387A96-7925-4BEB-9058-BC4B05E0CED8}">
      <dgm:prSet/>
      <dgm:spPr/>
      <dgm:t>
        <a:bodyPr/>
        <a:lstStyle/>
        <a:p>
          <a:endParaRPr lang="en-GB"/>
        </a:p>
      </dgm:t>
    </dgm:pt>
    <dgm:pt modelId="{0EF9BA69-3D14-4C07-9EC4-EF17AF4CB8AA}" type="sibTrans" cxnId="{22387A96-7925-4BEB-9058-BC4B05E0CED8}">
      <dgm:prSet/>
      <dgm:spPr/>
      <dgm:t>
        <a:bodyPr/>
        <a:lstStyle/>
        <a:p>
          <a:endParaRPr lang="en-GB"/>
        </a:p>
      </dgm:t>
    </dgm:pt>
    <dgm:pt modelId="{540F6093-E2B1-4249-8072-8409C091A3ED}">
      <dgm:prSet/>
      <dgm:spPr/>
      <dgm:t>
        <a:bodyPr/>
        <a:lstStyle/>
        <a:p>
          <a:r>
            <a:rPr lang="en-GB" dirty="0" smtClean="0"/>
            <a:t>Goal</a:t>
          </a:r>
          <a:endParaRPr lang="en-GB" dirty="0"/>
        </a:p>
      </dgm:t>
    </dgm:pt>
    <dgm:pt modelId="{D13CE90B-C4F8-4028-B440-B8ABE71B85FC}" type="parTrans" cxnId="{40A8C383-E86D-426F-BCEF-F28D1FB007DC}">
      <dgm:prSet/>
      <dgm:spPr/>
      <dgm:t>
        <a:bodyPr/>
        <a:lstStyle/>
        <a:p>
          <a:endParaRPr lang="en-GB"/>
        </a:p>
      </dgm:t>
    </dgm:pt>
    <dgm:pt modelId="{EBB6C816-75BA-4032-A988-B826F38813AF}" type="sibTrans" cxnId="{40A8C383-E86D-426F-BCEF-F28D1FB007DC}">
      <dgm:prSet/>
      <dgm:spPr/>
      <dgm:t>
        <a:bodyPr/>
        <a:lstStyle/>
        <a:p>
          <a:endParaRPr lang="en-GB"/>
        </a:p>
      </dgm:t>
    </dgm:pt>
    <dgm:pt modelId="{1B9C1BC6-A27F-47BB-8DA2-9E9A5FF4D621}">
      <dgm:prSet/>
      <dgm:spPr>
        <a:solidFill>
          <a:schemeClr val="bg1">
            <a:alpha val="90000"/>
          </a:schemeClr>
        </a:solidFill>
      </dgm:spPr>
      <dgm:t>
        <a:bodyPr/>
        <a:lstStyle/>
        <a:p>
          <a:r>
            <a:rPr lang="en-GB" dirty="0" smtClean="0"/>
            <a:t>Event</a:t>
          </a:r>
          <a:endParaRPr lang="en-GB" dirty="0"/>
        </a:p>
      </dgm:t>
    </dgm:pt>
    <dgm:pt modelId="{ED3B6186-3D40-48EF-B292-99523FC3FD40}" type="parTrans" cxnId="{A057CB02-3ED1-4AAE-AB6C-9A45AF1A3065}">
      <dgm:prSet/>
      <dgm:spPr/>
      <dgm:t>
        <a:bodyPr/>
        <a:lstStyle/>
        <a:p>
          <a:endParaRPr lang="en-GB"/>
        </a:p>
      </dgm:t>
    </dgm:pt>
    <dgm:pt modelId="{26EEC2B1-4CDC-480A-A28F-25C48702A2E0}" type="sibTrans" cxnId="{A057CB02-3ED1-4AAE-AB6C-9A45AF1A3065}">
      <dgm:prSet/>
      <dgm:spPr/>
      <dgm:t>
        <a:bodyPr/>
        <a:lstStyle/>
        <a:p>
          <a:endParaRPr lang="en-GB"/>
        </a:p>
      </dgm:t>
    </dgm:pt>
    <dgm:pt modelId="{A324F441-9FB3-43B1-BD07-C38A72958AF1}">
      <dgm:prSet/>
      <dgm:spPr>
        <a:solidFill>
          <a:srgbClr val="C00000">
            <a:alpha val="50000"/>
          </a:srgbClr>
        </a:solidFill>
      </dgm:spPr>
      <dgm:t>
        <a:bodyPr/>
        <a:lstStyle/>
        <a:p>
          <a:r>
            <a:rPr lang="en-GB" dirty="0" smtClean="0"/>
            <a:t>Gateway</a:t>
          </a:r>
          <a:endParaRPr lang="en-GB" dirty="0"/>
        </a:p>
      </dgm:t>
    </dgm:pt>
    <dgm:pt modelId="{75F32545-EEB6-45A9-9CB8-660FAE687A6B}" type="parTrans" cxnId="{C83ECA5E-41FD-4C1D-8D33-C155B82B6214}">
      <dgm:prSet/>
      <dgm:spPr/>
      <dgm:t>
        <a:bodyPr/>
        <a:lstStyle/>
        <a:p>
          <a:endParaRPr lang="en-GB"/>
        </a:p>
      </dgm:t>
    </dgm:pt>
    <dgm:pt modelId="{F3132B0E-3158-49B4-82A6-54F4E803B671}" type="sibTrans" cxnId="{C83ECA5E-41FD-4C1D-8D33-C155B82B6214}">
      <dgm:prSet/>
      <dgm:spPr/>
      <dgm:t>
        <a:bodyPr/>
        <a:lstStyle/>
        <a:p>
          <a:endParaRPr lang="en-GB"/>
        </a:p>
      </dgm:t>
    </dgm:pt>
    <dgm:pt modelId="{E0C79B75-6F2A-427F-9973-B32F03D84D2F}" type="pres">
      <dgm:prSet presAssocID="{3422E5BE-243F-4E67-B5EF-CAAE2A55258B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  <dgm:t>
        <a:bodyPr/>
        <a:lstStyle/>
        <a:p>
          <a:endParaRPr lang="en-GB"/>
        </a:p>
      </dgm:t>
    </dgm:pt>
    <dgm:pt modelId="{7AA0E0BE-40B8-4955-B436-DC5C219F9F48}" type="pres">
      <dgm:prSet presAssocID="{112089D7-DB56-44BC-9769-1386B4FD8DD8}" presName="hierRoot1" presStyleCnt="0"/>
      <dgm:spPr/>
    </dgm:pt>
    <dgm:pt modelId="{C811776F-A264-4DBA-85FE-D79EC3B0C6AD}" type="pres">
      <dgm:prSet presAssocID="{112089D7-DB56-44BC-9769-1386B4FD8DD8}" presName="composite" presStyleCnt="0"/>
      <dgm:spPr/>
    </dgm:pt>
    <dgm:pt modelId="{79C7EE13-B1FF-4528-A70E-D56FA520B699}" type="pres">
      <dgm:prSet presAssocID="{112089D7-DB56-44BC-9769-1386B4FD8DD8}" presName="background" presStyleLbl="node0" presStyleIdx="0" presStyleCnt="1"/>
      <dgm:spPr/>
    </dgm:pt>
    <dgm:pt modelId="{D2AE8700-D3E8-44E0-BB62-9DE2CB473E4A}" type="pres">
      <dgm:prSet presAssocID="{112089D7-DB56-44BC-9769-1386B4FD8DD8}" presName="text" presStyleLbl="fgAcc0" presStyleIdx="0" presStyleCnt="1">
        <dgm:presLayoutVars>
          <dgm:chPref val="3"/>
        </dgm:presLayoutVars>
      </dgm:prSet>
      <dgm:spPr/>
      <dgm:t>
        <a:bodyPr/>
        <a:lstStyle/>
        <a:p>
          <a:endParaRPr lang="en-GB"/>
        </a:p>
      </dgm:t>
    </dgm:pt>
    <dgm:pt modelId="{9124FD63-A81C-4DC3-B1D5-E331F5FE3F8C}" type="pres">
      <dgm:prSet presAssocID="{112089D7-DB56-44BC-9769-1386B4FD8DD8}" presName="hierChild2" presStyleCnt="0"/>
      <dgm:spPr/>
    </dgm:pt>
    <dgm:pt modelId="{428A6ACB-E5E7-442F-8200-19708C8F65B6}" type="pres">
      <dgm:prSet presAssocID="{60BA8DFA-FEE5-48B4-A53F-029D0609B0CD}" presName="Name10" presStyleLbl="parChTrans1D2" presStyleIdx="0" presStyleCnt="7"/>
      <dgm:spPr/>
      <dgm:t>
        <a:bodyPr/>
        <a:lstStyle/>
        <a:p>
          <a:endParaRPr lang="en-GB"/>
        </a:p>
      </dgm:t>
    </dgm:pt>
    <dgm:pt modelId="{15720497-A8AC-45A6-A885-76D1D5B961B4}" type="pres">
      <dgm:prSet presAssocID="{2DF08807-9752-4554-9C7B-82D630B55A19}" presName="hierRoot2" presStyleCnt="0"/>
      <dgm:spPr/>
    </dgm:pt>
    <dgm:pt modelId="{2CBF7715-EA5D-40A2-8842-ABDC1D5BCAD3}" type="pres">
      <dgm:prSet presAssocID="{2DF08807-9752-4554-9C7B-82D630B55A19}" presName="composite2" presStyleCnt="0"/>
      <dgm:spPr/>
    </dgm:pt>
    <dgm:pt modelId="{6B2407FB-E314-49A4-B3D2-04A8D42F3540}" type="pres">
      <dgm:prSet presAssocID="{2DF08807-9752-4554-9C7B-82D630B55A19}" presName="background2" presStyleLbl="node2" presStyleIdx="0" presStyleCnt="7"/>
      <dgm:spPr/>
    </dgm:pt>
    <dgm:pt modelId="{23C94EED-A77F-4371-976F-B726170774FB}" type="pres">
      <dgm:prSet presAssocID="{2DF08807-9752-4554-9C7B-82D630B55A19}" presName="text2" presStyleLbl="fgAcc2" presStyleIdx="0" presStyleCnt="7">
        <dgm:presLayoutVars>
          <dgm:chPref val="3"/>
        </dgm:presLayoutVars>
      </dgm:prSet>
      <dgm:spPr/>
      <dgm:t>
        <a:bodyPr/>
        <a:lstStyle/>
        <a:p>
          <a:endParaRPr lang="en-GB"/>
        </a:p>
      </dgm:t>
    </dgm:pt>
    <dgm:pt modelId="{E660586D-1EC6-4579-BA6B-DD21B407B516}" type="pres">
      <dgm:prSet presAssocID="{2DF08807-9752-4554-9C7B-82D630B55A19}" presName="hierChild3" presStyleCnt="0"/>
      <dgm:spPr/>
    </dgm:pt>
    <dgm:pt modelId="{86F2D633-297E-4951-AA06-4E44F416ABDA}" type="pres">
      <dgm:prSet presAssocID="{D13CE90B-C4F8-4028-B440-B8ABE71B85FC}" presName="Name10" presStyleLbl="parChTrans1D2" presStyleIdx="1" presStyleCnt="7"/>
      <dgm:spPr/>
      <dgm:t>
        <a:bodyPr/>
        <a:lstStyle/>
        <a:p>
          <a:endParaRPr lang="en-GB"/>
        </a:p>
      </dgm:t>
    </dgm:pt>
    <dgm:pt modelId="{C350DA14-FB4D-4FC2-BD52-5D6B8A39E729}" type="pres">
      <dgm:prSet presAssocID="{540F6093-E2B1-4249-8072-8409C091A3ED}" presName="hierRoot2" presStyleCnt="0"/>
      <dgm:spPr/>
    </dgm:pt>
    <dgm:pt modelId="{9769DB49-F7DF-4C13-A316-6627FC058962}" type="pres">
      <dgm:prSet presAssocID="{540F6093-E2B1-4249-8072-8409C091A3ED}" presName="composite2" presStyleCnt="0"/>
      <dgm:spPr/>
    </dgm:pt>
    <dgm:pt modelId="{40A92E27-C758-4281-8E6D-1E3EC3382CD2}" type="pres">
      <dgm:prSet presAssocID="{540F6093-E2B1-4249-8072-8409C091A3ED}" presName="background2" presStyleLbl="node2" presStyleIdx="1" presStyleCnt="7"/>
      <dgm:spPr/>
    </dgm:pt>
    <dgm:pt modelId="{31A065AE-CC0C-4A23-A523-53E691EEFFAB}" type="pres">
      <dgm:prSet presAssocID="{540F6093-E2B1-4249-8072-8409C091A3ED}" presName="text2" presStyleLbl="fgAcc2" presStyleIdx="1" presStyleCnt="7" custLinFactX="22831" custLinFactNeighborX="100000" custLinFactNeighborY="-2530">
        <dgm:presLayoutVars>
          <dgm:chPref val="3"/>
        </dgm:presLayoutVars>
      </dgm:prSet>
      <dgm:spPr/>
      <dgm:t>
        <a:bodyPr/>
        <a:lstStyle/>
        <a:p>
          <a:endParaRPr lang="en-GB"/>
        </a:p>
      </dgm:t>
    </dgm:pt>
    <dgm:pt modelId="{CCE28BBB-DD72-4738-9B8E-8B124723AE03}" type="pres">
      <dgm:prSet presAssocID="{540F6093-E2B1-4249-8072-8409C091A3ED}" presName="hierChild3" presStyleCnt="0"/>
      <dgm:spPr/>
    </dgm:pt>
    <dgm:pt modelId="{8A3633AC-9F60-4D24-B7D7-A4F576164AE7}" type="pres">
      <dgm:prSet presAssocID="{95BE5E79-368B-421E-B6A4-B44966A1B821}" presName="Name10" presStyleLbl="parChTrans1D2" presStyleIdx="2" presStyleCnt="7"/>
      <dgm:spPr/>
      <dgm:t>
        <a:bodyPr/>
        <a:lstStyle/>
        <a:p>
          <a:endParaRPr lang="en-GB"/>
        </a:p>
      </dgm:t>
    </dgm:pt>
    <dgm:pt modelId="{D2440653-CFA4-4A34-8B3A-735F9AACD0A0}" type="pres">
      <dgm:prSet presAssocID="{5FDBDD60-7640-48EC-B68C-CE4840DB47FF}" presName="hierRoot2" presStyleCnt="0"/>
      <dgm:spPr/>
    </dgm:pt>
    <dgm:pt modelId="{5612E31E-7A9B-4D6D-A582-F45231322356}" type="pres">
      <dgm:prSet presAssocID="{5FDBDD60-7640-48EC-B68C-CE4840DB47FF}" presName="composite2" presStyleCnt="0"/>
      <dgm:spPr/>
    </dgm:pt>
    <dgm:pt modelId="{3A14B81D-6501-4A9C-93E8-C0D8D63BD171}" type="pres">
      <dgm:prSet presAssocID="{5FDBDD60-7640-48EC-B68C-CE4840DB47FF}" presName="background2" presStyleLbl="node2" presStyleIdx="2" presStyleCnt="7"/>
      <dgm:spPr/>
    </dgm:pt>
    <dgm:pt modelId="{B78C52AA-2AA8-4804-A77E-DB1AB1A47534}" type="pres">
      <dgm:prSet presAssocID="{5FDBDD60-7640-48EC-B68C-CE4840DB47FF}" presName="text2" presStyleLbl="fgAcc2" presStyleIdx="2" presStyleCnt="7" custLinFactX="-24175" custLinFactNeighborX="-100000" custLinFactNeighborY="-2530">
        <dgm:presLayoutVars>
          <dgm:chPref val="3"/>
        </dgm:presLayoutVars>
      </dgm:prSet>
      <dgm:spPr/>
      <dgm:t>
        <a:bodyPr/>
        <a:lstStyle/>
        <a:p>
          <a:endParaRPr lang="en-GB"/>
        </a:p>
      </dgm:t>
    </dgm:pt>
    <dgm:pt modelId="{CCC55B47-6F2A-43D8-8D89-49C353D0AD52}" type="pres">
      <dgm:prSet presAssocID="{5FDBDD60-7640-48EC-B68C-CE4840DB47FF}" presName="hierChild3" presStyleCnt="0"/>
      <dgm:spPr/>
    </dgm:pt>
    <dgm:pt modelId="{8BD446B4-F119-45FB-A8E7-0421E68F445C}" type="pres">
      <dgm:prSet presAssocID="{07BD20B2-5927-4CC2-B2C4-EDFB0FC32AB1}" presName="Name10" presStyleLbl="parChTrans1D2" presStyleIdx="3" presStyleCnt="7"/>
      <dgm:spPr/>
      <dgm:t>
        <a:bodyPr/>
        <a:lstStyle/>
        <a:p>
          <a:endParaRPr lang="en-GB"/>
        </a:p>
      </dgm:t>
    </dgm:pt>
    <dgm:pt modelId="{C41DA4D6-6BDE-4E42-9571-434A34775D25}" type="pres">
      <dgm:prSet presAssocID="{05E85DF6-84EF-4DC1-9C0E-24B15A1F4050}" presName="hierRoot2" presStyleCnt="0"/>
      <dgm:spPr/>
    </dgm:pt>
    <dgm:pt modelId="{6CB68947-2035-4C23-A232-01298BF2BA8A}" type="pres">
      <dgm:prSet presAssocID="{05E85DF6-84EF-4DC1-9C0E-24B15A1F4050}" presName="composite2" presStyleCnt="0"/>
      <dgm:spPr/>
    </dgm:pt>
    <dgm:pt modelId="{662C3179-156C-489E-9269-4021721C5BBC}" type="pres">
      <dgm:prSet presAssocID="{05E85DF6-84EF-4DC1-9C0E-24B15A1F4050}" presName="background2" presStyleLbl="node2" presStyleIdx="3" presStyleCnt="7"/>
      <dgm:spPr/>
    </dgm:pt>
    <dgm:pt modelId="{11A66BEE-7F4C-48E7-831F-7C888B7CC9C0}" type="pres">
      <dgm:prSet presAssocID="{05E85DF6-84EF-4DC1-9C0E-24B15A1F4050}" presName="text2" presStyleLbl="fgAcc2" presStyleIdx="3" presStyleCnt="7">
        <dgm:presLayoutVars>
          <dgm:chPref val="3"/>
        </dgm:presLayoutVars>
      </dgm:prSet>
      <dgm:spPr/>
      <dgm:t>
        <a:bodyPr/>
        <a:lstStyle/>
        <a:p>
          <a:endParaRPr lang="en-GB"/>
        </a:p>
      </dgm:t>
    </dgm:pt>
    <dgm:pt modelId="{103E67B3-D805-48C8-BBDD-C72E65F88DB6}" type="pres">
      <dgm:prSet presAssocID="{05E85DF6-84EF-4DC1-9C0E-24B15A1F4050}" presName="hierChild3" presStyleCnt="0"/>
      <dgm:spPr/>
    </dgm:pt>
    <dgm:pt modelId="{998B4BCF-9FBD-4FCE-BB21-5A3D17E90903}" type="pres">
      <dgm:prSet presAssocID="{1854CB00-7703-42BF-82BE-AD9229BEC4DB}" presName="Name10" presStyleLbl="parChTrans1D2" presStyleIdx="4" presStyleCnt="7"/>
      <dgm:spPr/>
      <dgm:t>
        <a:bodyPr/>
        <a:lstStyle/>
        <a:p>
          <a:endParaRPr lang="en-GB"/>
        </a:p>
      </dgm:t>
    </dgm:pt>
    <dgm:pt modelId="{7B4F0A4F-DFE4-4860-B429-B7335CA4D660}" type="pres">
      <dgm:prSet presAssocID="{54932213-EAC8-4C7B-8F5A-20B5FBC1D941}" presName="hierRoot2" presStyleCnt="0"/>
      <dgm:spPr/>
    </dgm:pt>
    <dgm:pt modelId="{BEF7A9CF-BC03-44AC-A70F-DA3ABC6A6361}" type="pres">
      <dgm:prSet presAssocID="{54932213-EAC8-4C7B-8F5A-20B5FBC1D941}" presName="composite2" presStyleCnt="0"/>
      <dgm:spPr/>
    </dgm:pt>
    <dgm:pt modelId="{54F0EE37-CCF6-4BB1-BA61-F96149AC3718}" type="pres">
      <dgm:prSet presAssocID="{54932213-EAC8-4C7B-8F5A-20B5FBC1D941}" presName="background2" presStyleLbl="node2" presStyleIdx="4" presStyleCnt="7"/>
      <dgm:spPr/>
    </dgm:pt>
    <dgm:pt modelId="{731A3CB4-A070-4FAC-BD0B-868C2474FF9D}" type="pres">
      <dgm:prSet presAssocID="{54932213-EAC8-4C7B-8F5A-20B5FBC1D941}" presName="text2" presStyleLbl="fgAcc2" presStyleIdx="4" presStyleCnt="7">
        <dgm:presLayoutVars>
          <dgm:chPref val="3"/>
        </dgm:presLayoutVars>
      </dgm:prSet>
      <dgm:spPr/>
      <dgm:t>
        <a:bodyPr/>
        <a:lstStyle/>
        <a:p>
          <a:endParaRPr lang="en-GB"/>
        </a:p>
      </dgm:t>
    </dgm:pt>
    <dgm:pt modelId="{04883043-1DD8-4A05-98FB-B40D2BEF7E3C}" type="pres">
      <dgm:prSet presAssocID="{54932213-EAC8-4C7B-8F5A-20B5FBC1D941}" presName="hierChild3" presStyleCnt="0"/>
      <dgm:spPr/>
    </dgm:pt>
    <dgm:pt modelId="{144EBCE9-6A7A-4BC8-B9D3-16780A79B60C}" type="pres">
      <dgm:prSet presAssocID="{ED3B6186-3D40-48EF-B292-99523FC3FD40}" presName="Name10" presStyleLbl="parChTrans1D2" presStyleIdx="5" presStyleCnt="7"/>
      <dgm:spPr/>
      <dgm:t>
        <a:bodyPr/>
        <a:lstStyle/>
        <a:p>
          <a:endParaRPr lang="en-GB"/>
        </a:p>
      </dgm:t>
    </dgm:pt>
    <dgm:pt modelId="{3DC0325E-05B6-44FC-8DC4-B779F101907D}" type="pres">
      <dgm:prSet presAssocID="{1B9C1BC6-A27F-47BB-8DA2-9E9A5FF4D621}" presName="hierRoot2" presStyleCnt="0"/>
      <dgm:spPr/>
    </dgm:pt>
    <dgm:pt modelId="{1F5CD7A8-DB98-489E-89CB-124642C16D2A}" type="pres">
      <dgm:prSet presAssocID="{1B9C1BC6-A27F-47BB-8DA2-9E9A5FF4D621}" presName="composite2" presStyleCnt="0"/>
      <dgm:spPr/>
    </dgm:pt>
    <dgm:pt modelId="{67F8B690-7029-4557-BD20-C260F8DB4724}" type="pres">
      <dgm:prSet presAssocID="{1B9C1BC6-A27F-47BB-8DA2-9E9A5FF4D621}" presName="background2" presStyleLbl="node2" presStyleIdx="5" presStyleCnt="7"/>
      <dgm:spPr/>
    </dgm:pt>
    <dgm:pt modelId="{FD13C481-FE39-4686-A3AA-FA31766A43D3}" type="pres">
      <dgm:prSet presAssocID="{1B9C1BC6-A27F-47BB-8DA2-9E9A5FF4D621}" presName="text2" presStyleLbl="fgAcc2" presStyleIdx="5" presStyleCnt="7">
        <dgm:presLayoutVars>
          <dgm:chPref val="3"/>
        </dgm:presLayoutVars>
      </dgm:prSet>
      <dgm:spPr/>
      <dgm:t>
        <a:bodyPr/>
        <a:lstStyle/>
        <a:p>
          <a:endParaRPr lang="en-GB"/>
        </a:p>
      </dgm:t>
    </dgm:pt>
    <dgm:pt modelId="{77A7C66B-620C-44D3-AAF0-56364FDB62A8}" type="pres">
      <dgm:prSet presAssocID="{1B9C1BC6-A27F-47BB-8DA2-9E9A5FF4D621}" presName="hierChild3" presStyleCnt="0"/>
      <dgm:spPr/>
    </dgm:pt>
    <dgm:pt modelId="{0B4BAC74-B45F-40F8-A1EB-1842197B04A5}" type="pres">
      <dgm:prSet presAssocID="{75F32545-EEB6-45A9-9CB8-660FAE687A6B}" presName="Name10" presStyleLbl="parChTrans1D2" presStyleIdx="6" presStyleCnt="7"/>
      <dgm:spPr/>
      <dgm:t>
        <a:bodyPr/>
        <a:lstStyle/>
        <a:p>
          <a:endParaRPr lang="en-GB"/>
        </a:p>
      </dgm:t>
    </dgm:pt>
    <dgm:pt modelId="{5A7B7DA6-29A2-4765-9970-15259FA7AB15}" type="pres">
      <dgm:prSet presAssocID="{A324F441-9FB3-43B1-BD07-C38A72958AF1}" presName="hierRoot2" presStyleCnt="0"/>
      <dgm:spPr/>
    </dgm:pt>
    <dgm:pt modelId="{F70DEC8A-9889-4791-A860-B3565DFF0993}" type="pres">
      <dgm:prSet presAssocID="{A324F441-9FB3-43B1-BD07-C38A72958AF1}" presName="composite2" presStyleCnt="0"/>
      <dgm:spPr/>
    </dgm:pt>
    <dgm:pt modelId="{66C38677-3CFA-40E6-B6F4-0879C0578B84}" type="pres">
      <dgm:prSet presAssocID="{A324F441-9FB3-43B1-BD07-C38A72958AF1}" presName="background2" presStyleLbl="node2" presStyleIdx="6" presStyleCnt="7"/>
      <dgm:spPr/>
    </dgm:pt>
    <dgm:pt modelId="{1F4ACE5B-B2D7-482A-8E23-DD5FB82F8B10}" type="pres">
      <dgm:prSet presAssocID="{A324F441-9FB3-43B1-BD07-C38A72958AF1}" presName="text2" presStyleLbl="fgAcc2" presStyleIdx="6" presStyleCnt="7">
        <dgm:presLayoutVars>
          <dgm:chPref val="3"/>
        </dgm:presLayoutVars>
      </dgm:prSet>
      <dgm:spPr/>
      <dgm:t>
        <a:bodyPr/>
        <a:lstStyle/>
        <a:p>
          <a:endParaRPr lang="en-GB"/>
        </a:p>
      </dgm:t>
    </dgm:pt>
    <dgm:pt modelId="{57D5E4B8-A717-4DAF-B2FC-1801E3277267}" type="pres">
      <dgm:prSet presAssocID="{A324F441-9FB3-43B1-BD07-C38A72958AF1}" presName="hierChild3" presStyleCnt="0"/>
      <dgm:spPr/>
    </dgm:pt>
  </dgm:ptLst>
  <dgm:cxnLst>
    <dgm:cxn modelId="{FF126CEA-F8F8-4207-8C29-9625CFF3F752}" type="presOf" srcId="{1B9C1BC6-A27F-47BB-8DA2-9E9A5FF4D621}" destId="{FD13C481-FE39-4686-A3AA-FA31766A43D3}" srcOrd="0" destOrd="0" presId="urn:microsoft.com/office/officeart/2005/8/layout/hierarchy1"/>
    <dgm:cxn modelId="{60967035-9CE3-404F-A327-336F5D127AB8}" type="presOf" srcId="{60BA8DFA-FEE5-48B4-A53F-029D0609B0CD}" destId="{428A6ACB-E5E7-442F-8200-19708C8F65B6}" srcOrd="0" destOrd="0" presId="urn:microsoft.com/office/officeart/2005/8/layout/hierarchy1"/>
    <dgm:cxn modelId="{A057CB02-3ED1-4AAE-AB6C-9A45AF1A3065}" srcId="{112089D7-DB56-44BC-9769-1386B4FD8DD8}" destId="{1B9C1BC6-A27F-47BB-8DA2-9E9A5FF4D621}" srcOrd="5" destOrd="0" parTransId="{ED3B6186-3D40-48EF-B292-99523FC3FD40}" sibTransId="{26EEC2B1-4CDC-480A-A28F-25C48702A2E0}"/>
    <dgm:cxn modelId="{8F651B22-6C4F-44A3-9724-44AFB9EE8D44}" type="presOf" srcId="{95BE5E79-368B-421E-B6A4-B44966A1B821}" destId="{8A3633AC-9F60-4D24-B7D7-A4F576164AE7}" srcOrd="0" destOrd="0" presId="urn:microsoft.com/office/officeart/2005/8/layout/hierarchy1"/>
    <dgm:cxn modelId="{22387A96-7925-4BEB-9058-BC4B05E0CED8}" srcId="{112089D7-DB56-44BC-9769-1386B4FD8DD8}" destId="{54932213-EAC8-4C7B-8F5A-20B5FBC1D941}" srcOrd="4" destOrd="0" parTransId="{1854CB00-7703-42BF-82BE-AD9229BEC4DB}" sibTransId="{0EF9BA69-3D14-4C07-9EC4-EF17AF4CB8AA}"/>
    <dgm:cxn modelId="{59071FC9-B593-4645-BEBC-A7C21607321F}" type="presOf" srcId="{112089D7-DB56-44BC-9769-1386B4FD8DD8}" destId="{D2AE8700-D3E8-44E0-BB62-9DE2CB473E4A}" srcOrd="0" destOrd="0" presId="urn:microsoft.com/office/officeart/2005/8/layout/hierarchy1"/>
    <dgm:cxn modelId="{97DE7FEC-2B6E-4211-AC10-8F275461FCE0}" srcId="{112089D7-DB56-44BC-9769-1386B4FD8DD8}" destId="{2DF08807-9752-4554-9C7B-82D630B55A19}" srcOrd="0" destOrd="0" parTransId="{60BA8DFA-FEE5-48B4-A53F-029D0609B0CD}" sibTransId="{97A99BCF-D153-44BA-9041-CA37C8107756}"/>
    <dgm:cxn modelId="{C1E48FAD-303A-4CF2-886A-64DDDE9EA12B}" type="presOf" srcId="{A324F441-9FB3-43B1-BD07-C38A72958AF1}" destId="{1F4ACE5B-B2D7-482A-8E23-DD5FB82F8B10}" srcOrd="0" destOrd="0" presId="urn:microsoft.com/office/officeart/2005/8/layout/hierarchy1"/>
    <dgm:cxn modelId="{D91021D3-E21D-44F8-A4CF-E222CD90DF85}" type="presOf" srcId="{75F32545-EEB6-45A9-9CB8-660FAE687A6B}" destId="{0B4BAC74-B45F-40F8-A1EB-1842197B04A5}" srcOrd="0" destOrd="0" presId="urn:microsoft.com/office/officeart/2005/8/layout/hierarchy1"/>
    <dgm:cxn modelId="{B878B7CB-B693-4226-8134-53B6C9A6E749}" type="presOf" srcId="{ED3B6186-3D40-48EF-B292-99523FC3FD40}" destId="{144EBCE9-6A7A-4BC8-B9D3-16780A79B60C}" srcOrd="0" destOrd="0" presId="urn:microsoft.com/office/officeart/2005/8/layout/hierarchy1"/>
    <dgm:cxn modelId="{B3E559B3-A654-4320-B51A-44CE3FBE1997}" type="presOf" srcId="{05E85DF6-84EF-4DC1-9C0E-24B15A1F4050}" destId="{11A66BEE-7F4C-48E7-831F-7C888B7CC9C0}" srcOrd="0" destOrd="0" presId="urn:microsoft.com/office/officeart/2005/8/layout/hierarchy1"/>
    <dgm:cxn modelId="{8774DE47-B1DB-4D20-8F72-B9E77672F34D}" type="presOf" srcId="{3422E5BE-243F-4E67-B5EF-CAAE2A55258B}" destId="{E0C79B75-6F2A-427F-9973-B32F03D84D2F}" srcOrd="0" destOrd="0" presId="urn:microsoft.com/office/officeart/2005/8/layout/hierarchy1"/>
    <dgm:cxn modelId="{773D38B8-FA6E-4BFF-90D4-AC08A278D36E}" srcId="{112089D7-DB56-44BC-9769-1386B4FD8DD8}" destId="{05E85DF6-84EF-4DC1-9C0E-24B15A1F4050}" srcOrd="3" destOrd="0" parTransId="{07BD20B2-5927-4CC2-B2C4-EDFB0FC32AB1}" sibTransId="{55DAB10F-2E9C-48C0-B311-092E6B97F4D9}"/>
    <dgm:cxn modelId="{ED03DF59-1146-467E-81F2-79F288AEC23D}" type="presOf" srcId="{D13CE90B-C4F8-4028-B440-B8ABE71B85FC}" destId="{86F2D633-297E-4951-AA06-4E44F416ABDA}" srcOrd="0" destOrd="0" presId="urn:microsoft.com/office/officeart/2005/8/layout/hierarchy1"/>
    <dgm:cxn modelId="{43E0E049-DCE3-4B5D-AFB4-04F00F2AA4AF}" type="presOf" srcId="{540F6093-E2B1-4249-8072-8409C091A3ED}" destId="{31A065AE-CC0C-4A23-A523-53E691EEFFAB}" srcOrd="0" destOrd="0" presId="urn:microsoft.com/office/officeart/2005/8/layout/hierarchy1"/>
    <dgm:cxn modelId="{2EF3E110-E7A3-4440-9590-BABAAE2D21D5}" type="presOf" srcId="{07BD20B2-5927-4CC2-B2C4-EDFB0FC32AB1}" destId="{8BD446B4-F119-45FB-A8E7-0421E68F445C}" srcOrd="0" destOrd="0" presId="urn:microsoft.com/office/officeart/2005/8/layout/hierarchy1"/>
    <dgm:cxn modelId="{32581604-C925-46F1-A5CE-2B0D8108DF78}" type="presOf" srcId="{2DF08807-9752-4554-9C7B-82D630B55A19}" destId="{23C94EED-A77F-4371-976F-B726170774FB}" srcOrd="0" destOrd="0" presId="urn:microsoft.com/office/officeart/2005/8/layout/hierarchy1"/>
    <dgm:cxn modelId="{C83ECA5E-41FD-4C1D-8D33-C155B82B6214}" srcId="{112089D7-DB56-44BC-9769-1386B4FD8DD8}" destId="{A324F441-9FB3-43B1-BD07-C38A72958AF1}" srcOrd="6" destOrd="0" parTransId="{75F32545-EEB6-45A9-9CB8-660FAE687A6B}" sibTransId="{F3132B0E-3158-49B4-82A6-54F4E803B671}"/>
    <dgm:cxn modelId="{208A39F8-D02A-48E3-B697-1135D80124E5}" srcId="{112089D7-DB56-44BC-9769-1386B4FD8DD8}" destId="{5FDBDD60-7640-48EC-B68C-CE4840DB47FF}" srcOrd="2" destOrd="0" parTransId="{95BE5E79-368B-421E-B6A4-B44966A1B821}" sibTransId="{F4A78AD6-7DF1-4391-A1E6-35335579DB51}"/>
    <dgm:cxn modelId="{1441D2E5-6A24-45C8-BAFD-3039D71908B5}" type="presOf" srcId="{1854CB00-7703-42BF-82BE-AD9229BEC4DB}" destId="{998B4BCF-9FBD-4FCE-BB21-5A3D17E90903}" srcOrd="0" destOrd="0" presId="urn:microsoft.com/office/officeart/2005/8/layout/hierarchy1"/>
    <dgm:cxn modelId="{EF5C6CE3-869D-456D-ADC7-AA6ED70FB454}" type="presOf" srcId="{54932213-EAC8-4C7B-8F5A-20B5FBC1D941}" destId="{731A3CB4-A070-4FAC-BD0B-868C2474FF9D}" srcOrd="0" destOrd="0" presId="urn:microsoft.com/office/officeart/2005/8/layout/hierarchy1"/>
    <dgm:cxn modelId="{40A8C383-E86D-426F-BCEF-F28D1FB007DC}" srcId="{112089D7-DB56-44BC-9769-1386B4FD8DD8}" destId="{540F6093-E2B1-4249-8072-8409C091A3ED}" srcOrd="1" destOrd="0" parTransId="{D13CE90B-C4F8-4028-B440-B8ABE71B85FC}" sibTransId="{EBB6C816-75BA-4032-A988-B826F38813AF}"/>
    <dgm:cxn modelId="{1D9A8C34-BFDA-42E8-8377-8A748F064279}" srcId="{3422E5BE-243F-4E67-B5EF-CAAE2A55258B}" destId="{112089D7-DB56-44BC-9769-1386B4FD8DD8}" srcOrd="0" destOrd="0" parTransId="{7FFA24F7-D3D7-4888-A6C8-7B320E8AFE28}" sibTransId="{087D71E9-F27E-4166-BAC2-D72957F22156}"/>
    <dgm:cxn modelId="{80BEB009-2C10-40AD-9D40-1931ADD32FA2}" type="presOf" srcId="{5FDBDD60-7640-48EC-B68C-CE4840DB47FF}" destId="{B78C52AA-2AA8-4804-A77E-DB1AB1A47534}" srcOrd="0" destOrd="0" presId="urn:microsoft.com/office/officeart/2005/8/layout/hierarchy1"/>
    <dgm:cxn modelId="{3BA40E00-38EB-43C4-B2D8-B5BF5B547E17}" type="presParOf" srcId="{E0C79B75-6F2A-427F-9973-B32F03D84D2F}" destId="{7AA0E0BE-40B8-4955-B436-DC5C219F9F48}" srcOrd="0" destOrd="0" presId="urn:microsoft.com/office/officeart/2005/8/layout/hierarchy1"/>
    <dgm:cxn modelId="{CB78C61F-032F-42AD-81A1-19103A0B5799}" type="presParOf" srcId="{7AA0E0BE-40B8-4955-B436-DC5C219F9F48}" destId="{C811776F-A264-4DBA-85FE-D79EC3B0C6AD}" srcOrd="0" destOrd="0" presId="urn:microsoft.com/office/officeart/2005/8/layout/hierarchy1"/>
    <dgm:cxn modelId="{F63629B3-661F-4561-B4F9-E5BF449972A0}" type="presParOf" srcId="{C811776F-A264-4DBA-85FE-D79EC3B0C6AD}" destId="{79C7EE13-B1FF-4528-A70E-D56FA520B699}" srcOrd="0" destOrd="0" presId="urn:microsoft.com/office/officeart/2005/8/layout/hierarchy1"/>
    <dgm:cxn modelId="{0C5251E7-12DA-460E-96D6-326F854394D1}" type="presParOf" srcId="{C811776F-A264-4DBA-85FE-D79EC3B0C6AD}" destId="{D2AE8700-D3E8-44E0-BB62-9DE2CB473E4A}" srcOrd="1" destOrd="0" presId="urn:microsoft.com/office/officeart/2005/8/layout/hierarchy1"/>
    <dgm:cxn modelId="{4EBC1760-CBB2-4CEE-8DF7-713A08B9A875}" type="presParOf" srcId="{7AA0E0BE-40B8-4955-B436-DC5C219F9F48}" destId="{9124FD63-A81C-4DC3-B1D5-E331F5FE3F8C}" srcOrd="1" destOrd="0" presId="urn:microsoft.com/office/officeart/2005/8/layout/hierarchy1"/>
    <dgm:cxn modelId="{46E60BFC-DA1A-48B4-A554-CD8ED602BE14}" type="presParOf" srcId="{9124FD63-A81C-4DC3-B1D5-E331F5FE3F8C}" destId="{428A6ACB-E5E7-442F-8200-19708C8F65B6}" srcOrd="0" destOrd="0" presId="urn:microsoft.com/office/officeart/2005/8/layout/hierarchy1"/>
    <dgm:cxn modelId="{97797E08-452B-40A3-A2AD-E5479B59996F}" type="presParOf" srcId="{9124FD63-A81C-4DC3-B1D5-E331F5FE3F8C}" destId="{15720497-A8AC-45A6-A885-76D1D5B961B4}" srcOrd="1" destOrd="0" presId="urn:microsoft.com/office/officeart/2005/8/layout/hierarchy1"/>
    <dgm:cxn modelId="{27D573D2-929E-425C-9376-C29BF4E60E98}" type="presParOf" srcId="{15720497-A8AC-45A6-A885-76D1D5B961B4}" destId="{2CBF7715-EA5D-40A2-8842-ABDC1D5BCAD3}" srcOrd="0" destOrd="0" presId="urn:microsoft.com/office/officeart/2005/8/layout/hierarchy1"/>
    <dgm:cxn modelId="{F90FB27F-49CF-4F16-B253-F2BD1EFF7845}" type="presParOf" srcId="{2CBF7715-EA5D-40A2-8842-ABDC1D5BCAD3}" destId="{6B2407FB-E314-49A4-B3D2-04A8D42F3540}" srcOrd="0" destOrd="0" presId="urn:microsoft.com/office/officeart/2005/8/layout/hierarchy1"/>
    <dgm:cxn modelId="{348750A5-B225-4628-AAB5-3A81214ED7F7}" type="presParOf" srcId="{2CBF7715-EA5D-40A2-8842-ABDC1D5BCAD3}" destId="{23C94EED-A77F-4371-976F-B726170774FB}" srcOrd="1" destOrd="0" presId="urn:microsoft.com/office/officeart/2005/8/layout/hierarchy1"/>
    <dgm:cxn modelId="{DB164993-B11B-41CE-8B17-DAEA3E997CD7}" type="presParOf" srcId="{15720497-A8AC-45A6-A885-76D1D5B961B4}" destId="{E660586D-1EC6-4579-BA6B-DD21B407B516}" srcOrd="1" destOrd="0" presId="urn:microsoft.com/office/officeart/2005/8/layout/hierarchy1"/>
    <dgm:cxn modelId="{32AA5911-F7A7-4576-8880-E7C0BB93102B}" type="presParOf" srcId="{9124FD63-A81C-4DC3-B1D5-E331F5FE3F8C}" destId="{86F2D633-297E-4951-AA06-4E44F416ABDA}" srcOrd="2" destOrd="0" presId="urn:microsoft.com/office/officeart/2005/8/layout/hierarchy1"/>
    <dgm:cxn modelId="{81D683FD-69D7-4CAE-84B7-A59C0D8534FB}" type="presParOf" srcId="{9124FD63-A81C-4DC3-B1D5-E331F5FE3F8C}" destId="{C350DA14-FB4D-4FC2-BD52-5D6B8A39E729}" srcOrd="3" destOrd="0" presId="urn:microsoft.com/office/officeart/2005/8/layout/hierarchy1"/>
    <dgm:cxn modelId="{0012B73C-8118-4F32-B863-C33029085F7A}" type="presParOf" srcId="{C350DA14-FB4D-4FC2-BD52-5D6B8A39E729}" destId="{9769DB49-F7DF-4C13-A316-6627FC058962}" srcOrd="0" destOrd="0" presId="urn:microsoft.com/office/officeart/2005/8/layout/hierarchy1"/>
    <dgm:cxn modelId="{A97C5B80-ADFB-4A37-915E-5ACDA3F30AB4}" type="presParOf" srcId="{9769DB49-F7DF-4C13-A316-6627FC058962}" destId="{40A92E27-C758-4281-8E6D-1E3EC3382CD2}" srcOrd="0" destOrd="0" presId="urn:microsoft.com/office/officeart/2005/8/layout/hierarchy1"/>
    <dgm:cxn modelId="{1F2B5EF5-D748-44B8-8889-3226B9DDBDA7}" type="presParOf" srcId="{9769DB49-F7DF-4C13-A316-6627FC058962}" destId="{31A065AE-CC0C-4A23-A523-53E691EEFFAB}" srcOrd="1" destOrd="0" presId="urn:microsoft.com/office/officeart/2005/8/layout/hierarchy1"/>
    <dgm:cxn modelId="{A34B850B-F515-4930-8E38-4B412BEA0518}" type="presParOf" srcId="{C350DA14-FB4D-4FC2-BD52-5D6B8A39E729}" destId="{CCE28BBB-DD72-4738-9B8E-8B124723AE03}" srcOrd="1" destOrd="0" presId="urn:microsoft.com/office/officeart/2005/8/layout/hierarchy1"/>
    <dgm:cxn modelId="{FB3FFB07-F42B-4E6B-A458-545F5F439F82}" type="presParOf" srcId="{9124FD63-A81C-4DC3-B1D5-E331F5FE3F8C}" destId="{8A3633AC-9F60-4D24-B7D7-A4F576164AE7}" srcOrd="4" destOrd="0" presId="urn:microsoft.com/office/officeart/2005/8/layout/hierarchy1"/>
    <dgm:cxn modelId="{257789CB-2B05-414D-B310-FE2DD62B52A1}" type="presParOf" srcId="{9124FD63-A81C-4DC3-B1D5-E331F5FE3F8C}" destId="{D2440653-CFA4-4A34-8B3A-735F9AACD0A0}" srcOrd="5" destOrd="0" presId="urn:microsoft.com/office/officeart/2005/8/layout/hierarchy1"/>
    <dgm:cxn modelId="{906A5067-3A7D-457E-BF0E-1A87428D6148}" type="presParOf" srcId="{D2440653-CFA4-4A34-8B3A-735F9AACD0A0}" destId="{5612E31E-7A9B-4D6D-A582-F45231322356}" srcOrd="0" destOrd="0" presId="urn:microsoft.com/office/officeart/2005/8/layout/hierarchy1"/>
    <dgm:cxn modelId="{36CB7E2B-C85F-421E-BB82-027879857695}" type="presParOf" srcId="{5612E31E-7A9B-4D6D-A582-F45231322356}" destId="{3A14B81D-6501-4A9C-93E8-C0D8D63BD171}" srcOrd="0" destOrd="0" presId="urn:microsoft.com/office/officeart/2005/8/layout/hierarchy1"/>
    <dgm:cxn modelId="{17C68449-B88F-45DB-AA99-EBC5EE72AD61}" type="presParOf" srcId="{5612E31E-7A9B-4D6D-A582-F45231322356}" destId="{B78C52AA-2AA8-4804-A77E-DB1AB1A47534}" srcOrd="1" destOrd="0" presId="urn:microsoft.com/office/officeart/2005/8/layout/hierarchy1"/>
    <dgm:cxn modelId="{EB561A37-9953-467C-8B75-A65A546013FD}" type="presParOf" srcId="{D2440653-CFA4-4A34-8B3A-735F9AACD0A0}" destId="{CCC55B47-6F2A-43D8-8D89-49C353D0AD52}" srcOrd="1" destOrd="0" presId="urn:microsoft.com/office/officeart/2005/8/layout/hierarchy1"/>
    <dgm:cxn modelId="{CFC31FF0-0F98-47C8-BEFC-F7E3B637C127}" type="presParOf" srcId="{9124FD63-A81C-4DC3-B1D5-E331F5FE3F8C}" destId="{8BD446B4-F119-45FB-A8E7-0421E68F445C}" srcOrd="6" destOrd="0" presId="urn:microsoft.com/office/officeart/2005/8/layout/hierarchy1"/>
    <dgm:cxn modelId="{8853B9F5-E6F9-4F40-B077-12BA27C92734}" type="presParOf" srcId="{9124FD63-A81C-4DC3-B1D5-E331F5FE3F8C}" destId="{C41DA4D6-6BDE-4E42-9571-434A34775D25}" srcOrd="7" destOrd="0" presId="urn:microsoft.com/office/officeart/2005/8/layout/hierarchy1"/>
    <dgm:cxn modelId="{632A65BF-4BF7-4AB3-B8B8-B9F7B3564BFC}" type="presParOf" srcId="{C41DA4D6-6BDE-4E42-9571-434A34775D25}" destId="{6CB68947-2035-4C23-A232-01298BF2BA8A}" srcOrd="0" destOrd="0" presId="urn:microsoft.com/office/officeart/2005/8/layout/hierarchy1"/>
    <dgm:cxn modelId="{F17A9ABF-EAD6-4CA1-8EE7-59E58DA6F3A4}" type="presParOf" srcId="{6CB68947-2035-4C23-A232-01298BF2BA8A}" destId="{662C3179-156C-489E-9269-4021721C5BBC}" srcOrd="0" destOrd="0" presId="urn:microsoft.com/office/officeart/2005/8/layout/hierarchy1"/>
    <dgm:cxn modelId="{C5755DC2-403A-4E20-B43C-156642912C51}" type="presParOf" srcId="{6CB68947-2035-4C23-A232-01298BF2BA8A}" destId="{11A66BEE-7F4C-48E7-831F-7C888B7CC9C0}" srcOrd="1" destOrd="0" presId="urn:microsoft.com/office/officeart/2005/8/layout/hierarchy1"/>
    <dgm:cxn modelId="{AEC4AA90-2BF4-451A-8929-911E1741EB1F}" type="presParOf" srcId="{C41DA4D6-6BDE-4E42-9571-434A34775D25}" destId="{103E67B3-D805-48C8-BBDD-C72E65F88DB6}" srcOrd="1" destOrd="0" presId="urn:microsoft.com/office/officeart/2005/8/layout/hierarchy1"/>
    <dgm:cxn modelId="{550B6369-E3F3-4575-A87A-9AEA2E5BA600}" type="presParOf" srcId="{9124FD63-A81C-4DC3-B1D5-E331F5FE3F8C}" destId="{998B4BCF-9FBD-4FCE-BB21-5A3D17E90903}" srcOrd="8" destOrd="0" presId="urn:microsoft.com/office/officeart/2005/8/layout/hierarchy1"/>
    <dgm:cxn modelId="{5B94B0D0-3AA0-4A76-86A3-87259C75FD86}" type="presParOf" srcId="{9124FD63-A81C-4DC3-B1D5-E331F5FE3F8C}" destId="{7B4F0A4F-DFE4-4860-B429-B7335CA4D660}" srcOrd="9" destOrd="0" presId="urn:microsoft.com/office/officeart/2005/8/layout/hierarchy1"/>
    <dgm:cxn modelId="{063540D0-C7E6-4BAB-A692-1294AACF3D11}" type="presParOf" srcId="{7B4F0A4F-DFE4-4860-B429-B7335CA4D660}" destId="{BEF7A9CF-BC03-44AC-A70F-DA3ABC6A6361}" srcOrd="0" destOrd="0" presId="urn:microsoft.com/office/officeart/2005/8/layout/hierarchy1"/>
    <dgm:cxn modelId="{48C9C0B6-B620-43DF-956B-DB7BD904C044}" type="presParOf" srcId="{BEF7A9CF-BC03-44AC-A70F-DA3ABC6A6361}" destId="{54F0EE37-CCF6-4BB1-BA61-F96149AC3718}" srcOrd="0" destOrd="0" presId="urn:microsoft.com/office/officeart/2005/8/layout/hierarchy1"/>
    <dgm:cxn modelId="{6116D07B-C549-420D-8BFD-E5F1F3092CE5}" type="presParOf" srcId="{BEF7A9CF-BC03-44AC-A70F-DA3ABC6A6361}" destId="{731A3CB4-A070-4FAC-BD0B-868C2474FF9D}" srcOrd="1" destOrd="0" presId="urn:microsoft.com/office/officeart/2005/8/layout/hierarchy1"/>
    <dgm:cxn modelId="{77C4DA80-4CAB-4DDC-8BB5-C56EEB913229}" type="presParOf" srcId="{7B4F0A4F-DFE4-4860-B429-B7335CA4D660}" destId="{04883043-1DD8-4A05-98FB-B40D2BEF7E3C}" srcOrd="1" destOrd="0" presId="urn:microsoft.com/office/officeart/2005/8/layout/hierarchy1"/>
    <dgm:cxn modelId="{1E4D8E32-8C30-47A8-AB86-8D35057B5B14}" type="presParOf" srcId="{9124FD63-A81C-4DC3-B1D5-E331F5FE3F8C}" destId="{144EBCE9-6A7A-4BC8-B9D3-16780A79B60C}" srcOrd="10" destOrd="0" presId="urn:microsoft.com/office/officeart/2005/8/layout/hierarchy1"/>
    <dgm:cxn modelId="{FD370DD2-A3DA-4234-B373-1FB986D845FA}" type="presParOf" srcId="{9124FD63-A81C-4DC3-B1D5-E331F5FE3F8C}" destId="{3DC0325E-05B6-44FC-8DC4-B779F101907D}" srcOrd="11" destOrd="0" presId="urn:microsoft.com/office/officeart/2005/8/layout/hierarchy1"/>
    <dgm:cxn modelId="{4B8F9A49-8EBA-4BC6-9853-6DC12D8891BA}" type="presParOf" srcId="{3DC0325E-05B6-44FC-8DC4-B779F101907D}" destId="{1F5CD7A8-DB98-489E-89CB-124642C16D2A}" srcOrd="0" destOrd="0" presId="urn:microsoft.com/office/officeart/2005/8/layout/hierarchy1"/>
    <dgm:cxn modelId="{2759FE81-4D4C-4F6B-9028-EBDA8103EDA7}" type="presParOf" srcId="{1F5CD7A8-DB98-489E-89CB-124642C16D2A}" destId="{67F8B690-7029-4557-BD20-C260F8DB4724}" srcOrd="0" destOrd="0" presId="urn:microsoft.com/office/officeart/2005/8/layout/hierarchy1"/>
    <dgm:cxn modelId="{3305E20B-5EB5-4AB8-BFE4-B32BC3B551E1}" type="presParOf" srcId="{1F5CD7A8-DB98-489E-89CB-124642C16D2A}" destId="{FD13C481-FE39-4686-A3AA-FA31766A43D3}" srcOrd="1" destOrd="0" presId="urn:microsoft.com/office/officeart/2005/8/layout/hierarchy1"/>
    <dgm:cxn modelId="{6AC2F6C1-47D3-4394-A93A-0EAEDBCCE273}" type="presParOf" srcId="{3DC0325E-05B6-44FC-8DC4-B779F101907D}" destId="{77A7C66B-620C-44D3-AAF0-56364FDB62A8}" srcOrd="1" destOrd="0" presId="urn:microsoft.com/office/officeart/2005/8/layout/hierarchy1"/>
    <dgm:cxn modelId="{FC283336-649D-40FB-8A28-AF532472DC19}" type="presParOf" srcId="{9124FD63-A81C-4DC3-B1D5-E331F5FE3F8C}" destId="{0B4BAC74-B45F-40F8-A1EB-1842197B04A5}" srcOrd="12" destOrd="0" presId="urn:microsoft.com/office/officeart/2005/8/layout/hierarchy1"/>
    <dgm:cxn modelId="{5960D73B-BF36-4067-98E6-7A733D3F28BB}" type="presParOf" srcId="{9124FD63-A81C-4DC3-B1D5-E331F5FE3F8C}" destId="{5A7B7DA6-29A2-4765-9970-15259FA7AB15}" srcOrd="13" destOrd="0" presId="urn:microsoft.com/office/officeart/2005/8/layout/hierarchy1"/>
    <dgm:cxn modelId="{4D2E4765-D6A0-4CDF-A6E1-4C62A71CA5F9}" type="presParOf" srcId="{5A7B7DA6-29A2-4765-9970-15259FA7AB15}" destId="{F70DEC8A-9889-4791-A860-B3565DFF0993}" srcOrd="0" destOrd="0" presId="urn:microsoft.com/office/officeart/2005/8/layout/hierarchy1"/>
    <dgm:cxn modelId="{97A2072E-13A5-4CDD-8B46-7698BF1BBD24}" type="presParOf" srcId="{F70DEC8A-9889-4791-A860-B3565DFF0993}" destId="{66C38677-3CFA-40E6-B6F4-0879C0578B84}" srcOrd="0" destOrd="0" presId="urn:microsoft.com/office/officeart/2005/8/layout/hierarchy1"/>
    <dgm:cxn modelId="{A83ED349-A413-4BFA-B414-4C57466842B6}" type="presParOf" srcId="{F70DEC8A-9889-4791-A860-B3565DFF0993}" destId="{1F4ACE5B-B2D7-482A-8E23-DD5FB82F8B10}" srcOrd="1" destOrd="0" presId="urn:microsoft.com/office/officeart/2005/8/layout/hierarchy1"/>
    <dgm:cxn modelId="{029C1153-C1C3-47C4-815B-E1AFDF13BA50}" type="presParOf" srcId="{5A7B7DA6-29A2-4765-9970-15259FA7AB15}" destId="{57D5E4B8-A717-4DAF-B2FC-1801E3277267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xmlns="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a="http://schemas.openxmlformats.org/drawingml/2006/main" xmlns:dsp="http://schemas.microsoft.com/office/drawing/2008/diagram">
  <dsp:spTree>
    <dsp:nvGrpSpPr>
      <dsp:cNvPr id="0" name=""/>
      <dsp:cNvGrpSpPr/>
    </dsp:nvGrpSpPr>
    <dsp:grpSpPr/>
    <dsp:sp modelId="{7D120AD0-F323-4E92-BF71-6F4CAE15794F}">
      <dsp:nvSpPr>
        <dsp:cNvPr id="0" name=""/>
        <dsp:cNvSpPr/>
      </dsp:nvSpPr>
      <dsp:spPr>
        <a:xfrm>
          <a:off x="3065208" y="2472134"/>
          <a:ext cx="2022982" cy="2022982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145" tIns="17145" rIns="17145" bIns="17145" numCol="1" spcCol="1270" anchor="ctr" anchorCtr="0">
          <a:noAutofit/>
        </a:bodyPr>
        <a:lstStyle/>
        <a:p>
          <a:pPr lvl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GB" sz="2700" kern="1200" dirty="0" smtClean="0">
              <a:solidFill>
                <a:schemeClr val="tx1"/>
              </a:solidFill>
              <a:latin typeface="Bell MT" pitchFamily="18" charset="0"/>
            </a:rPr>
            <a:t>Insurance claim Process</a:t>
          </a:r>
          <a:endParaRPr lang="en-GB" sz="2700" kern="1200" dirty="0">
            <a:solidFill>
              <a:schemeClr val="tx1"/>
            </a:solidFill>
            <a:latin typeface="Bell MT" pitchFamily="18" charset="0"/>
          </a:endParaRPr>
        </a:p>
      </dsp:txBody>
      <dsp:txXfrm>
        <a:off x="3065208" y="2472134"/>
        <a:ext cx="2022982" cy="2022982"/>
      </dsp:txXfrm>
    </dsp:sp>
    <dsp:sp modelId="{C4EBA183-68EB-439E-91F1-EC7CF89D0E74}">
      <dsp:nvSpPr>
        <dsp:cNvPr id="0" name=""/>
        <dsp:cNvSpPr/>
      </dsp:nvSpPr>
      <dsp:spPr>
        <a:xfrm rot="10800000">
          <a:off x="1010101" y="3195351"/>
          <a:ext cx="1942076" cy="576550"/>
        </a:xfrm>
        <a:prstGeom prst="lef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9EE7597-464F-48A3-AE17-11A102AFB872}">
      <dsp:nvSpPr>
        <dsp:cNvPr id="0" name=""/>
        <dsp:cNvSpPr/>
      </dsp:nvSpPr>
      <dsp:spPr>
        <a:xfrm>
          <a:off x="302057" y="2917191"/>
          <a:ext cx="1416087" cy="1132870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3815" tIns="43815" rIns="43815" bIns="43815" numCol="1" spcCol="1270" anchor="ctr" anchorCtr="0">
          <a:noAutofit/>
        </a:bodyPr>
        <a:lstStyle/>
        <a:p>
          <a:pPr lvl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GB" sz="2300" kern="1200" dirty="0" smtClean="0">
              <a:solidFill>
                <a:schemeClr val="tx1"/>
              </a:solidFill>
              <a:latin typeface="Bell MT" pitchFamily="18" charset="0"/>
            </a:rPr>
            <a:t>Police reports</a:t>
          </a:r>
          <a:endParaRPr lang="en-GB" sz="2300" kern="1200" dirty="0">
            <a:solidFill>
              <a:schemeClr val="tx1"/>
            </a:solidFill>
            <a:latin typeface="Bell MT" pitchFamily="18" charset="0"/>
          </a:endParaRPr>
        </a:p>
      </dsp:txBody>
      <dsp:txXfrm>
        <a:off x="302057" y="2917191"/>
        <a:ext cx="1416087" cy="1132870"/>
      </dsp:txXfrm>
    </dsp:sp>
    <dsp:sp modelId="{0E1E8867-5178-4897-BC6B-71B510B3DBEE}">
      <dsp:nvSpPr>
        <dsp:cNvPr id="0" name=""/>
        <dsp:cNvSpPr/>
      </dsp:nvSpPr>
      <dsp:spPr>
        <a:xfrm rot="12960000">
          <a:off x="1410317" y="1963611"/>
          <a:ext cx="1942076" cy="576550"/>
        </a:xfrm>
        <a:prstGeom prst="lef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2D27AA6-F6F4-42C2-A0E5-FE3E81E01EA5}">
      <dsp:nvSpPr>
        <dsp:cNvPr id="0" name=""/>
        <dsp:cNvSpPr/>
      </dsp:nvSpPr>
      <dsp:spPr>
        <a:xfrm>
          <a:off x="887725" y="1114689"/>
          <a:ext cx="1416087" cy="1132870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3815" tIns="43815" rIns="43815" bIns="43815" numCol="1" spcCol="1270" anchor="ctr" anchorCtr="0">
          <a:noAutofit/>
        </a:bodyPr>
        <a:lstStyle/>
        <a:p>
          <a:pPr lvl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GB" sz="2300" kern="1200" dirty="0" smtClean="0">
              <a:solidFill>
                <a:schemeClr val="tx1"/>
              </a:solidFill>
              <a:latin typeface="Bell MT" pitchFamily="18" charset="0"/>
            </a:rPr>
            <a:t>Medical reports</a:t>
          </a:r>
          <a:endParaRPr lang="en-GB" sz="2300" kern="1200" dirty="0">
            <a:solidFill>
              <a:schemeClr val="tx1"/>
            </a:solidFill>
            <a:latin typeface="Bell MT" pitchFamily="18" charset="0"/>
          </a:endParaRPr>
        </a:p>
      </dsp:txBody>
      <dsp:txXfrm>
        <a:off x="887725" y="1114689"/>
        <a:ext cx="1416087" cy="1132870"/>
      </dsp:txXfrm>
    </dsp:sp>
    <dsp:sp modelId="{6F372172-8D38-441F-8BA7-E34AC06CB6A5}">
      <dsp:nvSpPr>
        <dsp:cNvPr id="0" name=""/>
        <dsp:cNvSpPr/>
      </dsp:nvSpPr>
      <dsp:spPr>
        <a:xfrm rot="15120000">
          <a:off x="2458097" y="1202354"/>
          <a:ext cx="1942076" cy="576550"/>
        </a:xfrm>
        <a:prstGeom prst="lef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DE6AE29-096C-44C8-9669-0B75629FF8FA}">
      <dsp:nvSpPr>
        <dsp:cNvPr id="0" name=""/>
        <dsp:cNvSpPr/>
      </dsp:nvSpPr>
      <dsp:spPr>
        <a:xfrm>
          <a:off x="2421024" y="682"/>
          <a:ext cx="1416087" cy="1132870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3815" tIns="43815" rIns="43815" bIns="43815" numCol="1" spcCol="1270" anchor="ctr" anchorCtr="0">
          <a:noAutofit/>
        </a:bodyPr>
        <a:lstStyle/>
        <a:p>
          <a:pPr lvl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GB" sz="2300" kern="1200" dirty="0" smtClean="0">
              <a:solidFill>
                <a:schemeClr val="tx1"/>
              </a:solidFill>
              <a:latin typeface="Bell MT" pitchFamily="18" charset="0"/>
            </a:rPr>
            <a:t>Witnesses</a:t>
          </a:r>
        </a:p>
        <a:p>
          <a:pPr lvl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GB" sz="2300" kern="1200" dirty="0" smtClean="0">
              <a:solidFill>
                <a:schemeClr val="tx1"/>
              </a:solidFill>
              <a:latin typeface="Bell MT" pitchFamily="18" charset="0"/>
            </a:rPr>
            <a:t>report</a:t>
          </a:r>
          <a:endParaRPr lang="en-GB" sz="2300" kern="1200" dirty="0">
            <a:solidFill>
              <a:schemeClr val="tx1"/>
            </a:solidFill>
            <a:latin typeface="Bell MT" pitchFamily="18" charset="0"/>
          </a:endParaRPr>
        </a:p>
      </dsp:txBody>
      <dsp:txXfrm>
        <a:off x="2421024" y="682"/>
        <a:ext cx="1416087" cy="1132870"/>
      </dsp:txXfrm>
    </dsp:sp>
    <dsp:sp modelId="{859D2673-17E1-47BC-9241-35DB582590E9}">
      <dsp:nvSpPr>
        <dsp:cNvPr id="0" name=""/>
        <dsp:cNvSpPr/>
      </dsp:nvSpPr>
      <dsp:spPr>
        <a:xfrm rot="17280000">
          <a:off x="3753225" y="1202354"/>
          <a:ext cx="1942076" cy="576550"/>
        </a:xfrm>
        <a:prstGeom prst="lef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18AB3D5-0A58-44A9-AA10-8FC656394981}">
      <dsp:nvSpPr>
        <dsp:cNvPr id="0" name=""/>
        <dsp:cNvSpPr/>
      </dsp:nvSpPr>
      <dsp:spPr>
        <a:xfrm>
          <a:off x="4316287" y="682"/>
          <a:ext cx="1416087" cy="1132870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3815" tIns="43815" rIns="43815" bIns="43815" numCol="1" spcCol="1270" anchor="ctr" anchorCtr="0">
          <a:noAutofit/>
        </a:bodyPr>
        <a:lstStyle/>
        <a:p>
          <a:pPr lvl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GB" sz="2300" kern="1200" dirty="0" smtClean="0">
              <a:solidFill>
                <a:schemeClr val="tx1"/>
              </a:solidFill>
              <a:latin typeface="Bell MT" pitchFamily="18" charset="0"/>
            </a:rPr>
            <a:t>Insurance policy</a:t>
          </a:r>
          <a:endParaRPr lang="en-GB" sz="2300" kern="1200" dirty="0">
            <a:solidFill>
              <a:schemeClr val="tx1"/>
            </a:solidFill>
            <a:latin typeface="Bell MT" pitchFamily="18" charset="0"/>
          </a:endParaRPr>
        </a:p>
      </dsp:txBody>
      <dsp:txXfrm>
        <a:off x="4316287" y="682"/>
        <a:ext cx="1416087" cy="1132870"/>
      </dsp:txXfrm>
    </dsp:sp>
    <dsp:sp modelId="{0F47E752-4622-4798-A8D0-F6D9F629F1D4}">
      <dsp:nvSpPr>
        <dsp:cNvPr id="0" name=""/>
        <dsp:cNvSpPr/>
      </dsp:nvSpPr>
      <dsp:spPr>
        <a:xfrm rot="19440000">
          <a:off x="4801005" y="1963611"/>
          <a:ext cx="1942076" cy="576550"/>
        </a:xfrm>
        <a:prstGeom prst="lef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DCD762B-45B7-4EAD-A3E7-535D4E0729CF}">
      <dsp:nvSpPr>
        <dsp:cNvPr id="0" name=""/>
        <dsp:cNvSpPr/>
      </dsp:nvSpPr>
      <dsp:spPr>
        <a:xfrm>
          <a:off x="5849586" y="1114689"/>
          <a:ext cx="1416087" cy="1132870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3815" tIns="43815" rIns="43815" bIns="43815" numCol="1" spcCol="1270" anchor="ctr" anchorCtr="0">
          <a:noAutofit/>
        </a:bodyPr>
        <a:lstStyle/>
        <a:p>
          <a:pPr lvl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GB" sz="2300" kern="1200" dirty="0" smtClean="0">
              <a:solidFill>
                <a:schemeClr val="tx1"/>
              </a:solidFill>
              <a:latin typeface="Bell MT" pitchFamily="18" charset="0"/>
            </a:rPr>
            <a:t>Car damage report</a:t>
          </a:r>
          <a:endParaRPr lang="en-GB" sz="2300" kern="1200" dirty="0">
            <a:solidFill>
              <a:schemeClr val="tx1"/>
            </a:solidFill>
            <a:latin typeface="Bell MT" pitchFamily="18" charset="0"/>
          </a:endParaRPr>
        </a:p>
      </dsp:txBody>
      <dsp:txXfrm>
        <a:off x="5849586" y="1114689"/>
        <a:ext cx="1416087" cy="1132870"/>
      </dsp:txXfrm>
    </dsp:sp>
    <dsp:sp modelId="{4F1B8AD6-5571-4A9A-9AF1-A00E41DBAC31}">
      <dsp:nvSpPr>
        <dsp:cNvPr id="0" name=""/>
        <dsp:cNvSpPr/>
      </dsp:nvSpPr>
      <dsp:spPr>
        <a:xfrm>
          <a:off x="5201222" y="3195351"/>
          <a:ext cx="1942076" cy="576550"/>
        </a:xfrm>
        <a:prstGeom prst="lef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00F3D07-98D8-4F3C-AA14-B72E6694E14D}">
      <dsp:nvSpPr>
        <dsp:cNvPr id="0" name=""/>
        <dsp:cNvSpPr/>
      </dsp:nvSpPr>
      <dsp:spPr>
        <a:xfrm>
          <a:off x="6435255" y="2917191"/>
          <a:ext cx="1416087" cy="1132870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3815" tIns="43815" rIns="43815" bIns="43815" numCol="1" spcCol="1270" anchor="ctr" anchorCtr="0">
          <a:noAutofit/>
        </a:bodyPr>
        <a:lstStyle/>
        <a:p>
          <a:pPr lvl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GB" sz="2300" kern="1200" dirty="0" smtClean="0">
              <a:solidFill>
                <a:schemeClr val="tx1"/>
              </a:solidFill>
              <a:latin typeface="Bell MT" pitchFamily="18" charset="0"/>
            </a:rPr>
            <a:t>Driver ‘s driving history</a:t>
          </a:r>
          <a:endParaRPr lang="en-GB" sz="2300" kern="1200" dirty="0">
            <a:solidFill>
              <a:schemeClr val="tx1"/>
            </a:solidFill>
            <a:latin typeface="Bell MT" pitchFamily="18" charset="0"/>
          </a:endParaRPr>
        </a:p>
      </dsp:txBody>
      <dsp:txXfrm>
        <a:off x="6435255" y="2917191"/>
        <a:ext cx="1416087" cy="1132870"/>
      </dsp:txXfrm>
    </dsp:sp>
  </dsp:spTree>
</dsp:drawing>
</file>

<file path=ppt/diagrams/drawing2.xml><?xml version="1.0" encoding="utf-8"?>
<dsp:drawing xmlns:dgm="http://schemas.openxmlformats.org/drawingml/2006/diagram" xmlns:a="http://schemas.openxmlformats.org/drawingml/2006/main" xmlns:dsp="http://schemas.microsoft.com/office/drawing/2008/diagram">
  <dsp:spTree>
    <dsp:nvGrpSpPr>
      <dsp:cNvPr id="0" name=""/>
      <dsp:cNvGrpSpPr/>
    </dsp:nvGrpSpPr>
    <dsp:grpSpPr/>
    <dsp:sp modelId="{E3668891-DCB4-4DDA-8D42-EA0702C282F4}">
      <dsp:nvSpPr>
        <dsp:cNvPr id="0" name=""/>
        <dsp:cNvSpPr/>
      </dsp:nvSpPr>
      <dsp:spPr>
        <a:xfrm>
          <a:off x="2849590" y="809"/>
          <a:ext cx="1357603" cy="882442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lvl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GB" sz="1700" kern="1200" dirty="0" smtClean="0"/>
            <a:t>Process Specification</a:t>
          </a:r>
          <a:endParaRPr lang="en-GB" sz="1700" kern="1200" dirty="0"/>
        </a:p>
      </dsp:txBody>
      <dsp:txXfrm>
        <a:off x="2849590" y="809"/>
        <a:ext cx="1357603" cy="882442"/>
      </dsp:txXfrm>
    </dsp:sp>
    <dsp:sp modelId="{EEF577B0-BF1B-4E99-A46A-097D31338B25}">
      <dsp:nvSpPr>
        <dsp:cNvPr id="0" name=""/>
        <dsp:cNvSpPr/>
      </dsp:nvSpPr>
      <dsp:spPr>
        <a:xfrm>
          <a:off x="1450143" y="442031"/>
          <a:ext cx="4156497" cy="4156497"/>
        </a:xfrm>
        <a:custGeom>
          <a:avLst/>
          <a:gdLst/>
          <a:ahLst/>
          <a:cxnLst/>
          <a:rect l="0" t="0" r="0" b="0"/>
          <a:pathLst>
            <a:path>
              <a:moveTo>
                <a:pt x="2765718" y="116998"/>
              </a:moveTo>
              <a:arcTo wR="2078248" hR="2078248" stAng="17359014" swAng="1500441"/>
            </a:path>
          </a:pathLst>
        </a:custGeom>
        <a:noFill/>
        <a:ln w="100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D6A8E2AC-115F-493E-A090-C7B85EC67B38}">
      <dsp:nvSpPr>
        <dsp:cNvPr id="0" name=""/>
        <dsp:cNvSpPr/>
      </dsp:nvSpPr>
      <dsp:spPr>
        <a:xfrm>
          <a:off x="4649406" y="1039934"/>
          <a:ext cx="1357603" cy="882442"/>
        </a:xfrm>
        <a:prstGeom prst="round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lvl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GB" sz="1700" kern="1200" dirty="0" smtClean="0"/>
            <a:t> Activities Specification</a:t>
          </a:r>
          <a:endParaRPr lang="en-GB" sz="1700" kern="1200" dirty="0"/>
        </a:p>
      </dsp:txBody>
      <dsp:txXfrm>
        <a:off x="4649406" y="1039934"/>
        <a:ext cx="1357603" cy="882442"/>
      </dsp:txXfrm>
    </dsp:sp>
    <dsp:sp modelId="{8A8E8891-100D-47D8-B653-B23A023387F8}">
      <dsp:nvSpPr>
        <dsp:cNvPr id="0" name=""/>
        <dsp:cNvSpPr/>
      </dsp:nvSpPr>
      <dsp:spPr>
        <a:xfrm>
          <a:off x="1450143" y="442031"/>
          <a:ext cx="4156497" cy="4156497"/>
        </a:xfrm>
        <a:custGeom>
          <a:avLst/>
          <a:gdLst/>
          <a:ahLst/>
          <a:cxnLst/>
          <a:rect l="0" t="0" r="0" b="0"/>
          <a:pathLst>
            <a:path>
              <a:moveTo>
                <a:pt x="4072040" y="1491808"/>
              </a:moveTo>
              <a:arcTo wR="2078248" hR="2078248" stAng="20616578" swAng="1966845"/>
            </a:path>
          </a:pathLst>
        </a:custGeom>
        <a:noFill/>
        <a:ln w="100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FFEAF6B0-5379-4D2C-9C2B-04E30292FC8D}">
      <dsp:nvSpPr>
        <dsp:cNvPr id="0" name=""/>
        <dsp:cNvSpPr/>
      </dsp:nvSpPr>
      <dsp:spPr>
        <a:xfrm>
          <a:off x="4649406" y="3118183"/>
          <a:ext cx="1357603" cy="882442"/>
        </a:xfrm>
        <a:prstGeom prst="round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lvl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GB" sz="1700" kern="1200" dirty="0" smtClean="0"/>
            <a:t>Data Specification</a:t>
          </a:r>
          <a:endParaRPr lang="en-GB" sz="1700" kern="1200" dirty="0"/>
        </a:p>
      </dsp:txBody>
      <dsp:txXfrm>
        <a:off x="4649406" y="3118183"/>
        <a:ext cx="1357603" cy="882442"/>
      </dsp:txXfrm>
    </dsp:sp>
    <dsp:sp modelId="{15C49F12-C505-40C6-B9F4-1FCCB2203DF7}">
      <dsp:nvSpPr>
        <dsp:cNvPr id="0" name=""/>
        <dsp:cNvSpPr/>
      </dsp:nvSpPr>
      <dsp:spPr>
        <a:xfrm>
          <a:off x="1450143" y="442031"/>
          <a:ext cx="4156497" cy="4156497"/>
        </a:xfrm>
        <a:custGeom>
          <a:avLst/>
          <a:gdLst/>
          <a:ahLst/>
          <a:cxnLst/>
          <a:rect l="0" t="0" r="0" b="0"/>
          <a:pathLst>
            <a:path>
              <a:moveTo>
                <a:pt x="3530359" y="3565022"/>
              </a:moveTo>
              <a:arcTo wR="2078248" hR="2078248" stAng="2740545" swAng="1500441"/>
            </a:path>
          </a:pathLst>
        </a:custGeom>
        <a:noFill/>
        <a:ln w="100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567AA5A0-1732-4C99-9A8C-C642E2BB8C3F}">
      <dsp:nvSpPr>
        <dsp:cNvPr id="0" name=""/>
        <dsp:cNvSpPr/>
      </dsp:nvSpPr>
      <dsp:spPr>
        <a:xfrm>
          <a:off x="2849590" y="4157307"/>
          <a:ext cx="1357603" cy="882442"/>
        </a:xfrm>
        <a:prstGeom prst="round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lvl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GB" sz="1700" kern="1200" dirty="0" smtClean="0"/>
            <a:t>Business Rules Specification</a:t>
          </a:r>
          <a:endParaRPr lang="en-GB" sz="1700" kern="1200" dirty="0"/>
        </a:p>
      </dsp:txBody>
      <dsp:txXfrm>
        <a:off x="2849590" y="4157307"/>
        <a:ext cx="1357603" cy="882442"/>
      </dsp:txXfrm>
    </dsp:sp>
    <dsp:sp modelId="{5D17457B-E1C5-40FA-A1EC-6756D666C637}">
      <dsp:nvSpPr>
        <dsp:cNvPr id="0" name=""/>
        <dsp:cNvSpPr/>
      </dsp:nvSpPr>
      <dsp:spPr>
        <a:xfrm>
          <a:off x="1450143" y="442031"/>
          <a:ext cx="4156497" cy="4156497"/>
        </a:xfrm>
        <a:custGeom>
          <a:avLst/>
          <a:gdLst/>
          <a:ahLst/>
          <a:cxnLst/>
          <a:rect l="0" t="0" r="0" b="0"/>
          <a:pathLst>
            <a:path>
              <a:moveTo>
                <a:pt x="1390778" y="4039499"/>
              </a:moveTo>
              <a:arcTo wR="2078248" hR="2078248" stAng="6559014" swAng="1500441"/>
            </a:path>
          </a:pathLst>
        </a:custGeom>
        <a:noFill/>
        <a:ln w="100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FF696E88-F1B4-418A-8C23-599F197926FC}">
      <dsp:nvSpPr>
        <dsp:cNvPr id="0" name=""/>
        <dsp:cNvSpPr/>
      </dsp:nvSpPr>
      <dsp:spPr>
        <a:xfrm>
          <a:off x="1049773" y="3118183"/>
          <a:ext cx="1357603" cy="882442"/>
        </a:xfrm>
        <a:prstGeom prst="roundRect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lvl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GB" sz="1700" kern="1200" dirty="0" smtClean="0"/>
            <a:t>Goal Specification</a:t>
          </a:r>
          <a:endParaRPr lang="en-GB" sz="1700" kern="1200" dirty="0"/>
        </a:p>
      </dsp:txBody>
      <dsp:txXfrm>
        <a:off x="1049773" y="3118183"/>
        <a:ext cx="1357603" cy="882442"/>
      </dsp:txXfrm>
    </dsp:sp>
    <dsp:sp modelId="{C27819FD-A95F-438C-9FC8-9EF975412D11}">
      <dsp:nvSpPr>
        <dsp:cNvPr id="0" name=""/>
        <dsp:cNvSpPr/>
      </dsp:nvSpPr>
      <dsp:spPr>
        <a:xfrm>
          <a:off x="1450143" y="442031"/>
          <a:ext cx="4156497" cy="4156497"/>
        </a:xfrm>
        <a:custGeom>
          <a:avLst/>
          <a:gdLst/>
          <a:ahLst/>
          <a:cxnLst/>
          <a:rect l="0" t="0" r="0" b="0"/>
          <a:pathLst>
            <a:path>
              <a:moveTo>
                <a:pt x="84457" y="2664689"/>
              </a:moveTo>
              <a:arcTo wR="2078248" hR="2078248" stAng="9816578" swAng="1966845"/>
            </a:path>
          </a:pathLst>
        </a:custGeom>
        <a:noFill/>
        <a:ln w="1000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51024184-D190-421E-B06B-5F04C919EC14}">
      <dsp:nvSpPr>
        <dsp:cNvPr id="0" name=""/>
        <dsp:cNvSpPr/>
      </dsp:nvSpPr>
      <dsp:spPr>
        <a:xfrm>
          <a:off x="1049773" y="1039934"/>
          <a:ext cx="1357603" cy="882442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lvl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GB" sz="1700" kern="1200" dirty="0" smtClean="0"/>
            <a:t>Knowledge Workers Specification</a:t>
          </a:r>
          <a:endParaRPr lang="en-GB" sz="1700" kern="1200" dirty="0"/>
        </a:p>
      </dsp:txBody>
      <dsp:txXfrm>
        <a:off x="1049773" y="1039934"/>
        <a:ext cx="1357603" cy="882442"/>
      </dsp:txXfrm>
    </dsp:sp>
    <dsp:sp modelId="{CA3ED16E-2E81-4C91-84F8-CF5331B4C05C}">
      <dsp:nvSpPr>
        <dsp:cNvPr id="0" name=""/>
        <dsp:cNvSpPr/>
      </dsp:nvSpPr>
      <dsp:spPr>
        <a:xfrm>
          <a:off x="1450143" y="442031"/>
          <a:ext cx="4156497" cy="4156497"/>
        </a:xfrm>
        <a:custGeom>
          <a:avLst/>
          <a:gdLst/>
          <a:ahLst/>
          <a:cxnLst/>
          <a:rect l="0" t="0" r="0" b="0"/>
          <a:pathLst>
            <a:path>
              <a:moveTo>
                <a:pt x="626138" y="591475"/>
              </a:moveTo>
              <a:arcTo wR="2078248" hR="2078248" stAng="13540545" swAng="1500441"/>
            </a:path>
          </a:pathLst>
        </a:custGeom>
        <a:noFill/>
        <a:ln w="100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3.xml><?xml version="1.0" encoding="utf-8"?>
<dsp:drawing xmlns:dgm="http://schemas.openxmlformats.org/drawingml/2006/diagram" xmlns:a="http://schemas.openxmlformats.org/drawingml/2006/main" xmlns:dsp="http://schemas.microsoft.com/office/drawing/2008/diagram">
  <dsp:spTree>
    <dsp:nvGrpSpPr>
      <dsp:cNvPr id="0" name=""/>
      <dsp:cNvGrpSpPr/>
    </dsp:nvGrpSpPr>
    <dsp:grpSpPr/>
    <dsp:sp modelId="{0B4BAC74-B45F-40F8-A1EB-1842197B04A5}">
      <dsp:nvSpPr>
        <dsp:cNvPr id="0" name=""/>
        <dsp:cNvSpPr/>
      </dsp:nvSpPr>
      <dsp:spPr>
        <a:xfrm>
          <a:off x="4094815" y="1931158"/>
          <a:ext cx="3597018" cy="285309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94429"/>
              </a:lnTo>
              <a:lnTo>
                <a:pt x="3597018" y="194429"/>
              </a:lnTo>
              <a:lnTo>
                <a:pt x="3597018" y="285309"/>
              </a:lnTo>
            </a:path>
          </a:pathLst>
        </a:custGeom>
        <a:noFill/>
        <a:ln w="1905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144EBCE9-6A7A-4BC8-B9D3-16780A79B60C}">
      <dsp:nvSpPr>
        <dsp:cNvPr id="0" name=""/>
        <dsp:cNvSpPr/>
      </dsp:nvSpPr>
      <dsp:spPr>
        <a:xfrm>
          <a:off x="4094815" y="1931158"/>
          <a:ext cx="2398012" cy="285309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94429"/>
              </a:lnTo>
              <a:lnTo>
                <a:pt x="2398012" y="194429"/>
              </a:lnTo>
              <a:lnTo>
                <a:pt x="2398012" y="285309"/>
              </a:lnTo>
            </a:path>
          </a:pathLst>
        </a:custGeom>
        <a:noFill/>
        <a:ln w="1905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998B4BCF-9FBD-4FCE-BB21-5A3D17E90903}">
      <dsp:nvSpPr>
        <dsp:cNvPr id="0" name=""/>
        <dsp:cNvSpPr/>
      </dsp:nvSpPr>
      <dsp:spPr>
        <a:xfrm>
          <a:off x="4094815" y="1931158"/>
          <a:ext cx="1199006" cy="285309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94429"/>
              </a:lnTo>
              <a:lnTo>
                <a:pt x="1199006" y="194429"/>
              </a:lnTo>
              <a:lnTo>
                <a:pt x="1199006" y="285309"/>
              </a:lnTo>
            </a:path>
          </a:pathLst>
        </a:custGeom>
        <a:noFill/>
        <a:ln w="1905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8BD446B4-F119-45FB-A8E7-0421E68F445C}">
      <dsp:nvSpPr>
        <dsp:cNvPr id="0" name=""/>
        <dsp:cNvSpPr/>
      </dsp:nvSpPr>
      <dsp:spPr>
        <a:xfrm>
          <a:off x="4049095" y="1931158"/>
          <a:ext cx="91440" cy="285309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285309"/>
              </a:lnTo>
            </a:path>
          </a:pathLst>
        </a:custGeom>
        <a:noFill/>
        <a:ln w="1905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8A3633AC-9F60-4D24-B7D7-A4F576164AE7}">
      <dsp:nvSpPr>
        <dsp:cNvPr id="0" name=""/>
        <dsp:cNvSpPr/>
      </dsp:nvSpPr>
      <dsp:spPr>
        <a:xfrm>
          <a:off x="1677645" y="1931158"/>
          <a:ext cx="2417169" cy="269548"/>
        </a:xfrm>
        <a:custGeom>
          <a:avLst/>
          <a:gdLst/>
          <a:ahLst/>
          <a:cxnLst/>
          <a:rect l="0" t="0" r="0" b="0"/>
          <a:pathLst>
            <a:path>
              <a:moveTo>
                <a:pt x="2417169" y="0"/>
              </a:moveTo>
              <a:lnTo>
                <a:pt x="2417169" y="178669"/>
              </a:lnTo>
              <a:lnTo>
                <a:pt x="0" y="178669"/>
              </a:lnTo>
              <a:lnTo>
                <a:pt x="0" y="269548"/>
              </a:lnTo>
            </a:path>
          </a:pathLst>
        </a:custGeom>
        <a:noFill/>
        <a:ln w="1905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86F2D633-297E-4951-AA06-4E44F416ABDA}">
      <dsp:nvSpPr>
        <dsp:cNvPr id="0" name=""/>
        <dsp:cNvSpPr/>
      </dsp:nvSpPr>
      <dsp:spPr>
        <a:xfrm>
          <a:off x="2901781" y="1931158"/>
          <a:ext cx="1193034" cy="269548"/>
        </a:xfrm>
        <a:custGeom>
          <a:avLst/>
          <a:gdLst/>
          <a:ahLst/>
          <a:cxnLst/>
          <a:rect l="0" t="0" r="0" b="0"/>
          <a:pathLst>
            <a:path>
              <a:moveTo>
                <a:pt x="1193034" y="0"/>
              </a:moveTo>
              <a:lnTo>
                <a:pt x="1193034" y="178669"/>
              </a:lnTo>
              <a:lnTo>
                <a:pt x="0" y="178669"/>
              </a:lnTo>
              <a:lnTo>
                <a:pt x="0" y="269548"/>
              </a:lnTo>
            </a:path>
          </a:pathLst>
        </a:custGeom>
        <a:noFill/>
        <a:ln w="1905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428A6ACB-E5E7-442F-8200-19708C8F65B6}">
      <dsp:nvSpPr>
        <dsp:cNvPr id="0" name=""/>
        <dsp:cNvSpPr/>
      </dsp:nvSpPr>
      <dsp:spPr>
        <a:xfrm>
          <a:off x="497796" y="1931158"/>
          <a:ext cx="3597018" cy="285309"/>
        </a:xfrm>
        <a:custGeom>
          <a:avLst/>
          <a:gdLst/>
          <a:ahLst/>
          <a:cxnLst/>
          <a:rect l="0" t="0" r="0" b="0"/>
          <a:pathLst>
            <a:path>
              <a:moveTo>
                <a:pt x="3597018" y="0"/>
              </a:moveTo>
              <a:lnTo>
                <a:pt x="3597018" y="194429"/>
              </a:lnTo>
              <a:lnTo>
                <a:pt x="0" y="194429"/>
              </a:lnTo>
              <a:lnTo>
                <a:pt x="0" y="285309"/>
              </a:lnTo>
            </a:path>
          </a:pathLst>
        </a:custGeom>
        <a:noFill/>
        <a:ln w="1905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9C7EE13-B1FF-4528-A70E-D56FA520B699}">
      <dsp:nvSpPr>
        <dsp:cNvPr id="0" name=""/>
        <dsp:cNvSpPr/>
      </dsp:nvSpPr>
      <dsp:spPr>
        <a:xfrm>
          <a:off x="3604312" y="1308219"/>
          <a:ext cx="981005" cy="622938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2AE8700-D3E8-44E0-BB62-9DE2CB473E4A}">
      <dsp:nvSpPr>
        <dsp:cNvPr id="0" name=""/>
        <dsp:cNvSpPr/>
      </dsp:nvSpPr>
      <dsp:spPr>
        <a:xfrm>
          <a:off x="3713313" y="1411770"/>
          <a:ext cx="981005" cy="622938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GB" sz="1600" kern="1200" dirty="0" smtClean="0"/>
            <a:t>BPMN Plus</a:t>
          </a:r>
          <a:endParaRPr lang="en-GB" sz="1600" kern="1200" dirty="0"/>
        </a:p>
      </dsp:txBody>
      <dsp:txXfrm>
        <a:off x="3713313" y="1411770"/>
        <a:ext cx="981005" cy="622938"/>
      </dsp:txXfrm>
    </dsp:sp>
    <dsp:sp modelId="{6B2407FB-E314-49A4-B3D2-04A8D42F3540}">
      <dsp:nvSpPr>
        <dsp:cNvPr id="0" name=""/>
        <dsp:cNvSpPr/>
      </dsp:nvSpPr>
      <dsp:spPr>
        <a:xfrm>
          <a:off x="7293" y="2216467"/>
          <a:ext cx="981005" cy="622938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3C94EED-A77F-4371-976F-B726170774FB}">
      <dsp:nvSpPr>
        <dsp:cNvPr id="0" name=""/>
        <dsp:cNvSpPr/>
      </dsp:nvSpPr>
      <dsp:spPr>
        <a:xfrm>
          <a:off x="116294" y="2320017"/>
          <a:ext cx="981005" cy="622938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GB" sz="1600" kern="1200" dirty="0" smtClean="0"/>
            <a:t>Process</a:t>
          </a:r>
          <a:endParaRPr lang="en-GB" sz="1600" kern="1200" dirty="0"/>
        </a:p>
      </dsp:txBody>
      <dsp:txXfrm>
        <a:off x="116294" y="2320017"/>
        <a:ext cx="981005" cy="622938"/>
      </dsp:txXfrm>
    </dsp:sp>
    <dsp:sp modelId="{40A92E27-C758-4281-8E6D-1E3EC3382CD2}">
      <dsp:nvSpPr>
        <dsp:cNvPr id="0" name=""/>
        <dsp:cNvSpPr/>
      </dsp:nvSpPr>
      <dsp:spPr>
        <a:xfrm>
          <a:off x="2411278" y="2200706"/>
          <a:ext cx="981005" cy="622938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1A065AE-CC0C-4A23-A523-53E691EEFFAB}">
      <dsp:nvSpPr>
        <dsp:cNvPr id="0" name=""/>
        <dsp:cNvSpPr/>
      </dsp:nvSpPr>
      <dsp:spPr>
        <a:xfrm>
          <a:off x="2520279" y="2304257"/>
          <a:ext cx="981005" cy="622938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GB" sz="1600" kern="1200" dirty="0" smtClean="0"/>
            <a:t>Goal</a:t>
          </a:r>
          <a:endParaRPr lang="en-GB" sz="1600" kern="1200" dirty="0"/>
        </a:p>
      </dsp:txBody>
      <dsp:txXfrm>
        <a:off x="2520279" y="2304257"/>
        <a:ext cx="981005" cy="622938"/>
      </dsp:txXfrm>
    </dsp:sp>
    <dsp:sp modelId="{3A14B81D-6501-4A9C-93E8-C0D8D63BD171}">
      <dsp:nvSpPr>
        <dsp:cNvPr id="0" name=""/>
        <dsp:cNvSpPr/>
      </dsp:nvSpPr>
      <dsp:spPr>
        <a:xfrm>
          <a:off x="1187143" y="2200706"/>
          <a:ext cx="981005" cy="622938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78C52AA-2AA8-4804-A77E-DB1AB1A47534}">
      <dsp:nvSpPr>
        <dsp:cNvPr id="0" name=""/>
        <dsp:cNvSpPr/>
      </dsp:nvSpPr>
      <dsp:spPr>
        <a:xfrm>
          <a:off x="1296143" y="2304257"/>
          <a:ext cx="981005" cy="622938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GB" sz="1600" kern="1200" dirty="0" smtClean="0"/>
            <a:t>Activity</a:t>
          </a:r>
          <a:endParaRPr lang="en-GB" sz="1600" kern="1200" dirty="0"/>
        </a:p>
      </dsp:txBody>
      <dsp:txXfrm>
        <a:off x="1296143" y="2304257"/>
        <a:ext cx="981005" cy="622938"/>
      </dsp:txXfrm>
    </dsp:sp>
    <dsp:sp modelId="{662C3179-156C-489E-9269-4021721C5BBC}">
      <dsp:nvSpPr>
        <dsp:cNvPr id="0" name=""/>
        <dsp:cNvSpPr/>
      </dsp:nvSpPr>
      <dsp:spPr>
        <a:xfrm>
          <a:off x="3604312" y="2216467"/>
          <a:ext cx="981005" cy="622938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1A66BEE-7F4C-48E7-831F-7C888B7CC9C0}">
      <dsp:nvSpPr>
        <dsp:cNvPr id="0" name=""/>
        <dsp:cNvSpPr/>
      </dsp:nvSpPr>
      <dsp:spPr>
        <a:xfrm>
          <a:off x="3713313" y="2320017"/>
          <a:ext cx="981005" cy="622938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GB" sz="1600" kern="1200" dirty="0" smtClean="0"/>
            <a:t>Data</a:t>
          </a:r>
          <a:endParaRPr lang="en-GB" sz="1600" kern="1200" dirty="0"/>
        </a:p>
      </dsp:txBody>
      <dsp:txXfrm>
        <a:off x="3713313" y="2320017"/>
        <a:ext cx="981005" cy="622938"/>
      </dsp:txXfrm>
    </dsp:sp>
    <dsp:sp modelId="{54F0EE37-CCF6-4BB1-BA61-F96149AC3718}">
      <dsp:nvSpPr>
        <dsp:cNvPr id="0" name=""/>
        <dsp:cNvSpPr/>
      </dsp:nvSpPr>
      <dsp:spPr>
        <a:xfrm>
          <a:off x="4803318" y="2216467"/>
          <a:ext cx="981005" cy="622938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31A3CB4-A070-4FAC-BD0B-868C2474FF9D}">
      <dsp:nvSpPr>
        <dsp:cNvPr id="0" name=""/>
        <dsp:cNvSpPr/>
      </dsp:nvSpPr>
      <dsp:spPr>
        <a:xfrm>
          <a:off x="4912319" y="2320017"/>
          <a:ext cx="981005" cy="622938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GB" sz="1600" kern="1200" dirty="0" smtClean="0"/>
            <a:t>Performer</a:t>
          </a:r>
          <a:endParaRPr lang="en-GB" sz="1600" kern="1200" dirty="0"/>
        </a:p>
      </dsp:txBody>
      <dsp:txXfrm>
        <a:off x="4912319" y="2320017"/>
        <a:ext cx="981005" cy="622938"/>
      </dsp:txXfrm>
    </dsp:sp>
    <dsp:sp modelId="{67F8B690-7029-4557-BD20-C260F8DB4724}">
      <dsp:nvSpPr>
        <dsp:cNvPr id="0" name=""/>
        <dsp:cNvSpPr/>
      </dsp:nvSpPr>
      <dsp:spPr>
        <a:xfrm>
          <a:off x="6002325" y="2216467"/>
          <a:ext cx="981005" cy="622938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D13C481-FE39-4686-A3AA-FA31766A43D3}">
      <dsp:nvSpPr>
        <dsp:cNvPr id="0" name=""/>
        <dsp:cNvSpPr/>
      </dsp:nvSpPr>
      <dsp:spPr>
        <a:xfrm>
          <a:off x="6111325" y="2320017"/>
          <a:ext cx="981005" cy="622938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GB" sz="1600" kern="1200" dirty="0" smtClean="0"/>
            <a:t>Event</a:t>
          </a:r>
          <a:endParaRPr lang="en-GB" sz="1600" kern="1200" dirty="0"/>
        </a:p>
      </dsp:txBody>
      <dsp:txXfrm>
        <a:off x="6111325" y="2320017"/>
        <a:ext cx="981005" cy="622938"/>
      </dsp:txXfrm>
    </dsp:sp>
    <dsp:sp modelId="{66C38677-3CFA-40E6-B6F4-0879C0578B84}">
      <dsp:nvSpPr>
        <dsp:cNvPr id="0" name=""/>
        <dsp:cNvSpPr/>
      </dsp:nvSpPr>
      <dsp:spPr>
        <a:xfrm>
          <a:off x="7201331" y="2216467"/>
          <a:ext cx="981005" cy="622938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F4ACE5B-B2D7-482A-8E23-DD5FB82F8B10}">
      <dsp:nvSpPr>
        <dsp:cNvPr id="0" name=""/>
        <dsp:cNvSpPr/>
      </dsp:nvSpPr>
      <dsp:spPr>
        <a:xfrm>
          <a:off x="7310332" y="2320017"/>
          <a:ext cx="981005" cy="622938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GB" sz="1600" kern="1200" dirty="0" smtClean="0"/>
            <a:t>Gateway</a:t>
          </a:r>
          <a:endParaRPr lang="en-GB" sz="1600" kern="1200" dirty="0"/>
        </a:p>
      </dsp:txBody>
      <dsp:txXfrm>
        <a:off x="7310332" y="2320017"/>
        <a:ext cx="981005" cy="622938"/>
      </dsp:txXfrm>
    </dsp:sp>
  </dsp:spTree>
</dsp:drawing>
</file>

<file path=ppt/diagrams/drawing4.xml><?xml version="1.0" encoding="utf-8"?>
<dsp:drawing xmlns:dgm="http://schemas.openxmlformats.org/drawingml/2006/diagram" xmlns:a="http://schemas.openxmlformats.org/drawingml/2006/main" xmlns:dsp="http://schemas.microsoft.com/office/drawing/2008/diagram">
  <dsp:spTree>
    <dsp:nvGrpSpPr>
      <dsp:cNvPr id="0" name=""/>
      <dsp:cNvGrpSpPr/>
    </dsp:nvGrpSpPr>
    <dsp:grpSpPr/>
    <dsp:sp modelId="{0B4BAC74-B45F-40F8-A1EB-1842197B04A5}">
      <dsp:nvSpPr>
        <dsp:cNvPr id="0" name=""/>
        <dsp:cNvSpPr/>
      </dsp:nvSpPr>
      <dsp:spPr>
        <a:xfrm>
          <a:off x="2682347" y="687036"/>
          <a:ext cx="2356260" cy="186894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27363"/>
              </a:lnTo>
              <a:lnTo>
                <a:pt x="2356260" y="127363"/>
              </a:lnTo>
              <a:lnTo>
                <a:pt x="2356260" y="186894"/>
              </a:lnTo>
            </a:path>
          </a:pathLst>
        </a:custGeom>
        <a:noFill/>
        <a:ln w="1905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144EBCE9-6A7A-4BC8-B9D3-16780A79B60C}">
      <dsp:nvSpPr>
        <dsp:cNvPr id="0" name=""/>
        <dsp:cNvSpPr/>
      </dsp:nvSpPr>
      <dsp:spPr>
        <a:xfrm>
          <a:off x="2682347" y="687036"/>
          <a:ext cx="1570840" cy="186894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27363"/>
              </a:lnTo>
              <a:lnTo>
                <a:pt x="1570840" y="127363"/>
              </a:lnTo>
              <a:lnTo>
                <a:pt x="1570840" y="186894"/>
              </a:lnTo>
            </a:path>
          </a:pathLst>
        </a:custGeom>
        <a:noFill/>
        <a:ln w="1905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998B4BCF-9FBD-4FCE-BB21-5A3D17E90903}">
      <dsp:nvSpPr>
        <dsp:cNvPr id="0" name=""/>
        <dsp:cNvSpPr/>
      </dsp:nvSpPr>
      <dsp:spPr>
        <a:xfrm>
          <a:off x="2682347" y="687036"/>
          <a:ext cx="785420" cy="186894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27363"/>
              </a:lnTo>
              <a:lnTo>
                <a:pt x="785420" y="127363"/>
              </a:lnTo>
              <a:lnTo>
                <a:pt x="785420" y="186894"/>
              </a:lnTo>
            </a:path>
          </a:pathLst>
        </a:custGeom>
        <a:noFill/>
        <a:ln w="1905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8BD446B4-F119-45FB-A8E7-0421E68F445C}">
      <dsp:nvSpPr>
        <dsp:cNvPr id="0" name=""/>
        <dsp:cNvSpPr/>
      </dsp:nvSpPr>
      <dsp:spPr>
        <a:xfrm>
          <a:off x="2636627" y="687036"/>
          <a:ext cx="91440" cy="186894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186894"/>
              </a:lnTo>
            </a:path>
          </a:pathLst>
        </a:custGeom>
        <a:noFill/>
        <a:ln w="1905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8A3633AC-9F60-4D24-B7D7-A4F576164AE7}">
      <dsp:nvSpPr>
        <dsp:cNvPr id="0" name=""/>
        <dsp:cNvSpPr/>
      </dsp:nvSpPr>
      <dsp:spPr>
        <a:xfrm>
          <a:off x="1098957" y="687036"/>
          <a:ext cx="1583389" cy="176570"/>
        </a:xfrm>
        <a:custGeom>
          <a:avLst/>
          <a:gdLst/>
          <a:ahLst/>
          <a:cxnLst/>
          <a:rect l="0" t="0" r="0" b="0"/>
          <a:pathLst>
            <a:path>
              <a:moveTo>
                <a:pt x="1583389" y="0"/>
              </a:moveTo>
              <a:lnTo>
                <a:pt x="1583389" y="117039"/>
              </a:lnTo>
              <a:lnTo>
                <a:pt x="0" y="117039"/>
              </a:lnTo>
              <a:lnTo>
                <a:pt x="0" y="176570"/>
              </a:lnTo>
            </a:path>
          </a:pathLst>
        </a:custGeom>
        <a:noFill/>
        <a:ln w="1905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86F2D633-297E-4951-AA06-4E44F416ABDA}">
      <dsp:nvSpPr>
        <dsp:cNvPr id="0" name=""/>
        <dsp:cNvSpPr/>
      </dsp:nvSpPr>
      <dsp:spPr>
        <a:xfrm>
          <a:off x="1900838" y="687036"/>
          <a:ext cx="781508" cy="176570"/>
        </a:xfrm>
        <a:custGeom>
          <a:avLst/>
          <a:gdLst/>
          <a:ahLst/>
          <a:cxnLst/>
          <a:rect l="0" t="0" r="0" b="0"/>
          <a:pathLst>
            <a:path>
              <a:moveTo>
                <a:pt x="781508" y="0"/>
              </a:moveTo>
              <a:lnTo>
                <a:pt x="781508" y="117039"/>
              </a:lnTo>
              <a:lnTo>
                <a:pt x="0" y="117039"/>
              </a:lnTo>
              <a:lnTo>
                <a:pt x="0" y="176570"/>
              </a:lnTo>
            </a:path>
          </a:pathLst>
        </a:custGeom>
        <a:noFill/>
        <a:ln w="1905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428A6ACB-E5E7-442F-8200-19708C8F65B6}">
      <dsp:nvSpPr>
        <dsp:cNvPr id="0" name=""/>
        <dsp:cNvSpPr/>
      </dsp:nvSpPr>
      <dsp:spPr>
        <a:xfrm>
          <a:off x="326086" y="687036"/>
          <a:ext cx="2356260" cy="186894"/>
        </a:xfrm>
        <a:custGeom>
          <a:avLst/>
          <a:gdLst/>
          <a:ahLst/>
          <a:cxnLst/>
          <a:rect l="0" t="0" r="0" b="0"/>
          <a:pathLst>
            <a:path>
              <a:moveTo>
                <a:pt x="2356260" y="0"/>
              </a:moveTo>
              <a:lnTo>
                <a:pt x="2356260" y="127363"/>
              </a:lnTo>
              <a:lnTo>
                <a:pt x="0" y="127363"/>
              </a:lnTo>
              <a:lnTo>
                <a:pt x="0" y="186894"/>
              </a:lnTo>
            </a:path>
          </a:pathLst>
        </a:custGeom>
        <a:noFill/>
        <a:ln w="1905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9C7EE13-B1FF-4528-A70E-D56FA520B699}">
      <dsp:nvSpPr>
        <dsp:cNvPr id="0" name=""/>
        <dsp:cNvSpPr/>
      </dsp:nvSpPr>
      <dsp:spPr>
        <a:xfrm>
          <a:off x="2361038" y="278975"/>
          <a:ext cx="642616" cy="408061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2AE8700-D3E8-44E0-BB62-9DE2CB473E4A}">
      <dsp:nvSpPr>
        <dsp:cNvPr id="0" name=""/>
        <dsp:cNvSpPr/>
      </dsp:nvSpPr>
      <dsp:spPr>
        <a:xfrm>
          <a:off x="2432440" y="346807"/>
          <a:ext cx="642616" cy="40806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lvl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GB" sz="1000" kern="1200" dirty="0" smtClean="0"/>
            <a:t>BPMN Plus</a:t>
          </a:r>
          <a:endParaRPr lang="en-GB" sz="1000" kern="1200" dirty="0"/>
        </a:p>
      </dsp:txBody>
      <dsp:txXfrm>
        <a:off x="2432440" y="346807"/>
        <a:ext cx="642616" cy="408061"/>
      </dsp:txXfrm>
    </dsp:sp>
    <dsp:sp modelId="{6B2407FB-E314-49A4-B3D2-04A8D42F3540}">
      <dsp:nvSpPr>
        <dsp:cNvPr id="0" name=""/>
        <dsp:cNvSpPr/>
      </dsp:nvSpPr>
      <dsp:spPr>
        <a:xfrm>
          <a:off x="4777" y="873931"/>
          <a:ext cx="642616" cy="408061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3C94EED-A77F-4371-976F-B726170774FB}">
      <dsp:nvSpPr>
        <dsp:cNvPr id="0" name=""/>
        <dsp:cNvSpPr/>
      </dsp:nvSpPr>
      <dsp:spPr>
        <a:xfrm>
          <a:off x="76179" y="941763"/>
          <a:ext cx="642616" cy="408061"/>
        </a:xfrm>
        <a:prstGeom prst="roundRect">
          <a:avLst>
            <a:gd name="adj" fmla="val 10000"/>
          </a:avLst>
        </a:prstGeom>
        <a:solidFill>
          <a:srgbClr val="C00000">
            <a:alpha val="50000"/>
          </a:srgbClr>
        </a:solidFill>
        <a:ln w="1905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lvl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GB" sz="1000" kern="1200" dirty="0" smtClean="0"/>
            <a:t>Process</a:t>
          </a:r>
          <a:endParaRPr lang="en-GB" sz="1000" kern="1200" dirty="0"/>
        </a:p>
      </dsp:txBody>
      <dsp:txXfrm>
        <a:off x="76179" y="941763"/>
        <a:ext cx="642616" cy="408061"/>
      </dsp:txXfrm>
    </dsp:sp>
    <dsp:sp modelId="{40A92E27-C758-4281-8E6D-1E3EC3382CD2}">
      <dsp:nvSpPr>
        <dsp:cNvPr id="0" name=""/>
        <dsp:cNvSpPr/>
      </dsp:nvSpPr>
      <dsp:spPr>
        <a:xfrm>
          <a:off x="1579530" y="863607"/>
          <a:ext cx="642616" cy="408061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1A065AE-CC0C-4A23-A523-53E691EEFFAB}">
      <dsp:nvSpPr>
        <dsp:cNvPr id="0" name=""/>
        <dsp:cNvSpPr/>
      </dsp:nvSpPr>
      <dsp:spPr>
        <a:xfrm>
          <a:off x="1650932" y="931439"/>
          <a:ext cx="642616" cy="40806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lvl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GB" sz="1000" kern="1200" dirty="0" smtClean="0"/>
            <a:t>Goal</a:t>
          </a:r>
          <a:endParaRPr lang="en-GB" sz="1000" kern="1200" dirty="0"/>
        </a:p>
      </dsp:txBody>
      <dsp:txXfrm>
        <a:off x="1650932" y="931439"/>
        <a:ext cx="642616" cy="408061"/>
      </dsp:txXfrm>
    </dsp:sp>
    <dsp:sp modelId="{3A14B81D-6501-4A9C-93E8-C0D8D63BD171}">
      <dsp:nvSpPr>
        <dsp:cNvPr id="0" name=""/>
        <dsp:cNvSpPr/>
      </dsp:nvSpPr>
      <dsp:spPr>
        <a:xfrm>
          <a:off x="777649" y="863607"/>
          <a:ext cx="642616" cy="408061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78C52AA-2AA8-4804-A77E-DB1AB1A47534}">
      <dsp:nvSpPr>
        <dsp:cNvPr id="0" name=""/>
        <dsp:cNvSpPr/>
      </dsp:nvSpPr>
      <dsp:spPr>
        <a:xfrm>
          <a:off x="849051" y="931439"/>
          <a:ext cx="642616" cy="40806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lvl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GB" sz="1000" kern="1200" dirty="0" smtClean="0"/>
            <a:t>Activity</a:t>
          </a:r>
          <a:endParaRPr lang="en-GB" sz="1000" kern="1200" dirty="0"/>
        </a:p>
      </dsp:txBody>
      <dsp:txXfrm>
        <a:off x="849051" y="931439"/>
        <a:ext cx="642616" cy="408061"/>
      </dsp:txXfrm>
    </dsp:sp>
    <dsp:sp modelId="{662C3179-156C-489E-9269-4021721C5BBC}">
      <dsp:nvSpPr>
        <dsp:cNvPr id="0" name=""/>
        <dsp:cNvSpPr/>
      </dsp:nvSpPr>
      <dsp:spPr>
        <a:xfrm>
          <a:off x="2361038" y="873931"/>
          <a:ext cx="642616" cy="408061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1A66BEE-7F4C-48E7-831F-7C888B7CC9C0}">
      <dsp:nvSpPr>
        <dsp:cNvPr id="0" name=""/>
        <dsp:cNvSpPr/>
      </dsp:nvSpPr>
      <dsp:spPr>
        <a:xfrm>
          <a:off x="2432440" y="941763"/>
          <a:ext cx="642616" cy="40806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lvl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GB" sz="1000" kern="1200" dirty="0" smtClean="0"/>
            <a:t>Data</a:t>
          </a:r>
          <a:endParaRPr lang="en-GB" sz="1000" kern="1200" dirty="0"/>
        </a:p>
      </dsp:txBody>
      <dsp:txXfrm>
        <a:off x="2432440" y="941763"/>
        <a:ext cx="642616" cy="408061"/>
      </dsp:txXfrm>
    </dsp:sp>
    <dsp:sp modelId="{54F0EE37-CCF6-4BB1-BA61-F96149AC3718}">
      <dsp:nvSpPr>
        <dsp:cNvPr id="0" name=""/>
        <dsp:cNvSpPr/>
      </dsp:nvSpPr>
      <dsp:spPr>
        <a:xfrm>
          <a:off x="3146459" y="873931"/>
          <a:ext cx="642616" cy="408061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31A3CB4-A070-4FAC-BD0B-868C2474FF9D}">
      <dsp:nvSpPr>
        <dsp:cNvPr id="0" name=""/>
        <dsp:cNvSpPr/>
      </dsp:nvSpPr>
      <dsp:spPr>
        <a:xfrm>
          <a:off x="3217860" y="941763"/>
          <a:ext cx="642616" cy="40806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lvl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GB" sz="1000" kern="1200" dirty="0" smtClean="0"/>
            <a:t>Performer</a:t>
          </a:r>
          <a:endParaRPr lang="en-GB" sz="1000" kern="1200" dirty="0"/>
        </a:p>
      </dsp:txBody>
      <dsp:txXfrm>
        <a:off x="3217860" y="941763"/>
        <a:ext cx="642616" cy="408061"/>
      </dsp:txXfrm>
    </dsp:sp>
    <dsp:sp modelId="{67F8B690-7029-4557-BD20-C260F8DB4724}">
      <dsp:nvSpPr>
        <dsp:cNvPr id="0" name=""/>
        <dsp:cNvSpPr/>
      </dsp:nvSpPr>
      <dsp:spPr>
        <a:xfrm>
          <a:off x="3931879" y="873931"/>
          <a:ext cx="642616" cy="408061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D13C481-FE39-4686-A3AA-FA31766A43D3}">
      <dsp:nvSpPr>
        <dsp:cNvPr id="0" name=""/>
        <dsp:cNvSpPr/>
      </dsp:nvSpPr>
      <dsp:spPr>
        <a:xfrm>
          <a:off x="4003281" y="941763"/>
          <a:ext cx="642616" cy="40806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lvl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GB" sz="1000" kern="1200" dirty="0" smtClean="0"/>
            <a:t>Event</a:t>
          </a:r>
          <a:endParaRPr lang="en-GB" sz="1000" kern="1200" dirty="0"/>
        </a:p>
      </dsp:txBody>
      <dsp:txXfrm>
        <a:off x="4003281" y="941763"/>
        <a:ext cx="642616" cy="408061"/>
      </dsp:txXfrm>
    </dsp:sp>
    <dsp:sp modelId="{66C38677-3CFA-40E6-B6F4-0879C0578B84}">
      <dsp:nvSpPr>
        <dsp:cNvPr id="0" name=""/>
        <dsp:cNvSpPr/>
      </dsp:nvSpPr>
      <dsp:spPr>
        <a:xfrm>
          <a:off x="4717299" y="873931"/>
          <a:ext cx="642616" cy="408061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F4ACE5B-B2D7-482A-8E23-DD5FB82F8B10}">
      <dsp:nvSpPr>
        <dsp:cNvPr id="0" name=""/>
        <dsp:cNvSpPr/>
      </dsp:nvSpPr>
      <dsp:spPr>
        <a:xfrm>
          <a:off x="4788701" y="941763"/>
          <a:ext cx="642616" cy="40806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lvl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GB" sz="1000" kern="1200" dirty="0" smtClean="0"/>
            <a:t>Gateway</a:t>
          </a:r>
          <a:endParaRPr lang="en-GB" sz="1000" kern="1200" dirty="0"/>
        </a:p>
      </dsp:txBody>
      <dsp:txXfrm>
        <a:off x="4788701" y="941763"/>
        <a:ext cx="642616" cy="408061"/>
      </dsp:txXfrm>
    </dsp:sp>
  </dsp:spTree>
</dsp:drawing>
</file>

<file path=ppt/diagrams/drawing5.xml><?xml version="1.0" encoding="utf-8"?>
<dsp:drawing xmlns:dgm="http://schemas.openxmlformats.org/drawingml/2006/diagram" xmlns:a="http://schemas.openxmlformats.org/drawingml/2006/main" xmlns:dsp="http://schemas.microsoft.com/office/drawing/2008/diagram">
  <dsp:spTree>
    <dsp:nvGrpSpPr>
      <dsp:cNvPr id="0" name=""/>
      <dsp:cNvGrpSpPr/>
    </dsp:nvGrpSpPr>
    <dsp:grpSpPr/>
    <dsp:sp modelId="{0B4BAC74-B45F-40F8-A1EB-1842197B04A5}">
      <dsp:nvSpPr>
        <dsp:cNvPr id="0" name=""/>
        <dsp:cNvSpPr/>
      </dsp:nvSpPr>
      <dsp:spPr>
        <a:xfrm>
          <a:off x="1941590" y="556253"/>
          <a:ext cx="3097017" cy="317678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58146"/>
              </a:lnTo>
              <a:lnTo>
                <a:pt x="3097017" y="258146"/>
              </a:lnTo>
              <a:lnTo>
                <a:pt x="3097017" y="317678"/>
              </a:lnTo>
            </a:path>
          </a:pathLst>
        </a:custGeom>
        <a:noFill/>
        <a:ln w="1905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144EBCE9-6A7A-4BC8-B9D3-16780A79B60C}">
      <dsp:nvSpPr>
        <dsp:cNvPr id="0" name=""/>
        <dsp:cNvSpPr/>
      </dsp:nvSpPr>
      <dsp:spPr>
        <a:xfrm>
          <a:off x="1941590" y="556253"/>
          <a:ext cx="2311597" cy="317678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58146"/>
              </a:lnTo>
              <a:lnTo>
                <a:pt x="2311597" y="258146"/>
              </a:lnTo>
              <a:lnTo>
                <a:pt x="2311597" y="317678"/>
              </a:lnTo>
            </a:path>
          </a:pathLst>
        </a:custGeom>
        <a:noFill/>
        <a:ln w="1905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998B4BCF-9FBD-4FCE-BB21-5A3D17E90903}">
      <dsp:nvSpPr>
        <dsp:cNvPr id="0" name=""/>
        <dsp:cNvSpPr/>
      </dsp:nvSpPr>
      <dsp:spPr>
        <a:xfrm>
          <a:off x="1941590" y="556253"/>
          <a:ext cx="1526177" cy="317678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58146"/>
              </a:lnTo>
              <a:lnTo>
                <a:pt x="1526177" y="258146"/>
              </a:lnTo>
              <a:lnTo>
                <a:pt x="1526177" y="317678"/>
              </a:lnTo>
            </a:path>
          </a:pathLst>
        </a:custGeom>
        <a:noFill/>
        <a:ln w="1905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8BD446B4-F119-45FB-A8E7-0421E68F445C}">
      <dsp:nvSpPr>
        <dsp:cNvPr id="0" name=""/>
        <dsp:cNvSpPr/>
      </dsp:nvSpPr>
      <dsp:spPr>
        <a:xfrm>
          <a:off x="1941590" y="556253"/>
          <a:ext cx="740757" cy="317678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58146"/>
              </a:lnTo>
              <a:lnTo>
                <a:pt x="740757" y="258146"/>
              </a:lnTo>
              <a:lnTo>
                <a:pt x="740757" y="317678"/>
              </a:lnTo>
            </a:path>
          </a:pathLst>
        </a:custGeom>
        <a:noFill/>
        <a:ln w="1905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8A3633AC-9F60-4D24-B7D7-A4F576164AE7}">
      <dsp:nvSpPr>
        <dsp:cNvPr id="0" name=""/>
        <dsp:cNvSpPr/>
      </dsp:nvSpPr>
      <dsp:spPr>
        <a:xfrm>
          <a:off x="1098957" y="556253"/>
          <a:ext cx="842632" cy="307354"/>
        </a:xfrm>
        <a:custGeom>
          <a:avLst/>
          <a:gdLst/>
          <a:ahLst/>
          <a:cxnLst/>
          <a:rect l="0" t="0" r="0" b="0"/>
          <a:pathLst>
            <a:path>
              <a:moveTo>
                <a:pt x="842632" y="0"/>
              </a:moveTo>
              <a:lnTo>
                <a:pt x="842632" y="247822"/>
              </a:lnTo>
              <a:lnTo>
                <a:pt x="0" y="247822"/>
              </a:lnTo>
              <a:lnTo>
                <a:pt x="0" y="307354"/>
              </a:lnTo>
            </a:path>
          </a:pathLst>
        </a:custGeom>
        <a:noFill/>
        <a:ln w="1905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86F2D633-297E-4951-AA06-4E44F416ABDA}">
      <dsp:nvSpPr>
        <dsp:cNvPr id="0" name=""/>
        <dsp:cNvSpPr/>
      </dsp:nvSpPr>
      <dsp:spPr>
        <a:xfrm>
          <a:off x="1855118" y="556253"/>
          <a:ext cx="91440" cy="307354"/>
        </a:xfrm>
        <a:custGeom>
          <a:avLst/>
          <a:gdLst/>
          <a:ahLst/>
          <a:cxnLst/>
          <a:rect l="0" t="0" r="0" b="0"/>
          <a:pathLst>
            <a:path>
              <a:moveTo>
                <a:pt x="86471" y="0"/>
              </a:moveTo>
              <a:lnTo>
                <a:pt x="86471" y="247822"/>
              </a:lnTo>
              <a:lnTo>
                <a:pt x="45720" y="247822"/>
              </a:lnTo>
              <a:lnTo>
                <a:pt x="45720" y="307354"/>
              </a:lnTo>
            </a:path>
          </a:pathLst>
        </a:custGeom>
        <a:noFill/>
        <a:ln w="1905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428A6ACB-E5E7-442F-8200-19708C8F65B6}">
      <dsp:nvSpPr>
        <dsp:cNvPr id="0" name=""/>
        <dsp:cNvSpPr/>
      </dsp:nvSpPr>
      <dsp:spPr>
        <a:xfrm>
          <a:off x="326086" y="556253"/>
          <a:ext cx="1615503" cy="317678"/>
        </a:xfrm>
        <a:custGeom>
          <a:avLst/>
          <a:gdLst/>
          <a:ahLst/>
          <a:cxnLst/>
          <a:rect l="0" t="0" r="0" b="0"/>
          <a:pathLst>
            <a:path>
              <a:moveTo>
                <a:pt x="1615503" y="0"/>
              </a:moveTo>
              <a:lnTo>
                <a:pt x="1615503" y="258146"/>
              </a:lnTo>
              <a:lnTo>
                <a:pt x="0" y="258146"/>
              </a:lnTo>
              <a:lnTo>
                <a:pt x="0" y="317678"/>
              </a:lnTo>
            </a:path>
          </a:pathLst>
        </a:custGeom>
        <a:noFill/>
        <a:ln w="1905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9C7EE13-B1FF-4528-A70E-D56FA520B699}">
      <dsp:nvSpPr>
        <dsp:cNvPr id="0" name=""/>
        <dsp:cNvSpPr/>
      </dsp:nvSpPr>
      <dsp:spPr>
        <a:xfrm>
          <a:off x="1620281" y="148191"/>
          <a:ext cx="642616" cy="408061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2AE8700-D3E8-44E0-BB62-9DE2CB473E4A}">
      <dsp:nvSpPr>
        <dsp:cNvPr id="0" name=""/>
        <dsp:cNvSpPr/>
      </dsp:nvSpPr>
      <dsp:spPr>
        <a:xfrm>
          <a:off x="1691683" y="216023"/>
          <a:ext cx="642616" cy="40806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lvl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GB" sz="1000" kern="1200" dirty="0" smtClean="0"/>
            <a:t>BPMN Plus</a:t>
          </a:r>
          <a:endParaRPr lang="en-GB" sz="1000" kern="1200" dirty="0"/>
        </a:p>
      </dsp:txBody>
      <dsp:txXfrm>
        <a:off x="1691683" y="216023"/>
        <a:ext cx="642616" cy="408061"/>
      </dsp:txXfrm>
    </dsp:sp>
    <dsp:sp modelId="{6B2407FB-E314-49A4-B3D2-04A8D42F3540}">
      <dsp:nvSpPr>
        <dsp:cNvPr id="0" name=""/>
        <dsp:cNvSpPr/>
      </dsp:nvSpPr>
      <dsp:spPr>
        <a:xfrm>
          <a:off x="4777" y="873931"/>
          <a:ext cx="642616" cy="408061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3C94EED-A77F-4371-976F-B726170774FB}">
      <dsp:nvSpPr>
        <dsp:cNvPr id="0" name=""/>
        <dsp:cNvSpPr/>
      </dsp:nvSpPr>
      <dsp:spPr>
        <a:xfrm>
          <a:off x="76179" y="941763"/>
          <a:ext cx="642616" cy="40806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lvl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GB" sz="1000" kern="1200" dirty="0" smtClean="0"/>
            <a:t>Process</a:t>
          </a:r>
          <a:endParaRPr lang="en-GB" sz="1000" kern="1200" dirty="0"/>
        </a:p>
      </dsp:txBody>
      <dsp:txXfrm>
        <a:off x="76179" y="941763"/>
        <a:ext cx="642616" cy="408061"/>
      </dsp:txXfrm>
    </dsp:sp>
    <dsp:sp modelId="{40A92E27-C758-4281-8E6D-1E3EC3382CD2}">
      <dsp:nvSpPr>
        <dsp:cNvPr id="0" name=""/>
        <dsp:cNvSpPr/>
      </dsp:nvSpPr>
      <dsp:spPr>
        <a:xfrm>
          <a:off x="1579530" y="863607"/>
          <a:ext cx="642616" cy="408061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1A065AE-CC0C-4A23-A523-53E691EEFFAB}">
      <dsp:nvSpPr>
        <dsp:cNvPr id="0" name=""/>
        <dsp:cNvSpPr/>
      </dsp:nvSpPr>
      <dsp:spPr>
        <a:xfrm>
          <a:off x="1650932" y="931439"/>
          <a:ext cx="642616" cy="40806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lvl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GB" sz="1000" kern="1200" dirty="0" smtClean="0"/>
            <a:t>Goal</a:t>
          </a:r>
          <a:endParaRPr lang="en-GB" sz="1000" kern="1200" dirty="0"/>
        </a:p>
      </dsp:txBody>
      <dsp:txXfrm>
        <a:off x="1650932" y="931439"/>
        <a:ext cx="642616" cy="408061"/>
      </dsp:txXfrm>
    </dsp:sp>
    <dsp:sp modelId="{3A14B81D-6501-4A9C-93E8-C0D8D63BD171}">
      <dsp:nvSpPr>
        <dsp:cNvPr id="0" name=""/>
        <dsp:cNvSpPr/>
      </dsp:nvSpPr>
      <dsp:spPr>
        <a:xfrm>
          <a:off x="777649" y="863607"/>
          <a:ext cx="642616" cy="408061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78C52AA-2AA8-4804-A77E-DB1AB1A47534}">
      <dsp:nvSpPr>
        <dsp:cNvPr id="0" name=""/>
        <dsp:cNvSpPr/>
      </dsp:nvSpPr>
      <dsp:spPr>
        <a:xfrm>
          <a:off x="849051" y="931439"/>
          <a:ext cx="642616" cy="408061"/>
        </a:xfrm>
        <a:prstGeom prst="roundRect">
          <a:avLst>
            <a:gd name="adj" fmla="val 10000"/>
          </a:avLst>
        </a:prstGeom>
        <a:solidFill>
          <a:srgbClr val="C00000">
            <a:alpha val="50000"/>
          </a:srgbClr>
        </a:solidFill>
        <a:ln w="1905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lvl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GB" sz="1000" kern="1200" dirty="0" smtClean="0"/>
            <a:t>Activity</a:t>
          </a:r>
          <a:endParaRPr lang="en-GB" sz="1000" kern="1200" dirty="0"/>
        </a:p>
      </dsp:txBody>
      <dsp:txXfrm>
        <a:off x="849051" y="931439"/>
        <a:ext cx="642616" cy="408061"/>
      </dsp:txXfrm>
    </dsp:sp>
    <dsp:sp modelId="{662C3179-156C-489E-9269-4021721C5BBC}">
      <dsp:nvSpPr>
        <dsp:cNvPr id="0" name=""/>
        <dsp:cNvSpPr/>
      </dsp:nvSpPr>
      <dsp:spPr>
        <a:xfrm>
          <a:off x="2361038" y="873931"/>
          <a:ext cx="642616" cy="408061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1A66BEE-7F4C-48E7-831F-7C888B7CC9C0}">
      <dsp:nvSpPr>
        <dsp:cNvPr id="0" name=""/>
        <dsp:cNvSpPr/>
      </dsp:nvSpPr>
      <dsp:spPr>
        <a:xfrm>
          <a:off x="2432440" y="941763"/>
          <a:ext cx="642616" cy="40806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lvl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GB" sz="1000" kern="1200" dirty="0" smtClean="0"/>
            <a:t>Data</a:t>
          </a:r>
          <a:endParaRPr lang="en-GB" sz="1000" kern="1200" dirty="0"/>
        </a:p>
      </dsp:txBody>
      <dsp:txXfrm>
        <a:off x="2432440" y="941763"/>
        <a:ext cx="642616" cy="408061"/>
      </dsp:txXfrm>
    </dsp:sp>
    <dsp:sp modelId="{54F0EE37-CCF6-4BB1-BA61-F96149AC3718}">
      <dsp:nvSpPr>
        <dsp:cNvPr id="0" name=""/>
        <dsp:cNvSpPr/>
      </dsp:nvSpPr>
      <dsp:spPr>
        <a:xfrm>
          <a:off x="3146459" y="873931"/>
          <a:ext cx="642616" cy="408061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31A3CB4-A070-4FAC-BD0B-868C2474FF9D}">
      <dsp:nvSpPr>
        <dsp:cNvPr id="0" name=""/>
        <dsp:cNvSpPr/>
      </dsp:nvSpPr>
      <dsp:spPr>
        <a:xfrm>
          <a:off x="3217860" y="941763"/>
          <a:ext cx="642616" cy="40806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lvl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GB" sz="1000" kern="1200" dirty="0" smtClean="0"/>
            <a:t>Performer</a:t>
          </a:r>
          <a:endParaRPr lang="en-GB" sz="1000" kern="1200" dirty="0"/>
        </a:p>
      </dsp:txBody>
      <dsp:txXfrm>
        <a:off x="3217860" y="941763"/>
        <a:ext cx="642616" cy="408061"/>
      </dsp:txXfrm>
    </dsp:sp>
    <dsp:sp modelId="{67F8B690-7029-4557-BD20-C260F8DB4724}">
      <dsp:nvSpPr>
        <dsp:cNvPr id="0" name=""/>
        <dsp:cNvSpPr/>
      </dsp:nvSpPr>
      <dsp:spPr>
        <a:xfrm>
          <a:off x="3931879" y="873931"/>
          <a:ext cx="642616" cy="408061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D13C481-FE39-4686-A3AA-FA31766A43D3}">
      <dsp:nvSpPr>
        <dsp:cNvPr id="0" name=""/>
        <dsp:cNvSpPr/>
      </dsp:nvSpPr>
      <dsp:spPr>
        <a:xfrm>
          <a:off x="4003281" y="941763"/>
          <a:ext cx="642616" cy="40806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lvl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GB" sz="1000" kern="1200" dirty="0" smtClean="0"/>
            <a:t>Event</a:t>
          </a:r>
          <a:endParaRPr lang="en-GB" sz="1000" kern="1200" dirty="0"/>
        </a:p>
      </dsp:txBody>
      <dsp:txXfrm>
        <a:off x="4003281" y="941763"/>
        <a:ext cx="642616" cy="408061"/>
      </dsp:txXfrm>
    </dsp:sp>
    <dsp:sp modelId="{66C38677-3CFA-40E6-B6F4-0879C0578B84}">
      <dsp:nvSpPr>
        <dsp:cNvPr id="0" name=""/>
        <dsp:cNvSpPr/>
      </dsp:nvSpPr>
      <dsp:spPr>
        <a:xfrm>
          <a:off x="4717299" y="873931"/>
          <a:ext cx="642616" cy="408061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F4ACE5B-B2D7-482A-8E23-DD5FB82F8B10}">
      <dsp:nvSpPr>
        <dsp:cNvPr id="0" name=""/>
        <dsp:cNvSpPr/>
      </dsp:nvSpPr>
      <dsp:spPr>
        <a:xfrm>
          <a:off x="4788701" y="941763"/>
          <a:ext cx="642616" cy="40806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lvl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GB" sz="1000" kern="1200" dirty="0" smtClean="0"/>
            <a:t>Gateway</a:t>
          </a:r>
          <a:endParaRPr lang="en-GB" sz="1000" kern="1200" dirty="0"/>
        </a:p>
      </dsp:txBody>
      <dsp:txXfrm>
        <a:off x="4788701" y="941763"/>
        <a:ext cx="642616" cy="408061"/>
      </dsp:txXfrm>
    </dsp:sp>
  </dsp:spTree>
</dsp:drawing>
</file>

<file path=ppt/diagrams/drawing6.xml><?xml version="1.0" encoding="utf-8"?>
<dsp:drawing xmlns:dgm="http://schemas.openxmlformats.org/drawingml/2006/diagram" xmlns:a="http://schemas.openxmlformats.org/drawingml/2006/main" xmlns:dsp="http://schemas.microsoft.com/office/drawing/2008/diagram">
  <dsp:spTree>
    <dsp:nvGrpSpPr>
      <dsp:cNvPr id="0" name=""/>
      <dsp:cNvGrpSpPr/>
    </dsp:nvGrpSpPr>
    <dsp:grpSpPr/>
    <dsp:sp modelId="{0B4BAC74-B45F-40F8-A1EB-1842197B04A5}">
      <dsp:nvSpPr>
        <dsp:cNvPr id="0" name=""/>
        <dsp:cNvSpPr/>
      </dsp:nvSpPr>
      <dsp:spPr>
        <a:xfrm>
          <a:off x="2682347" y="687036"/>
          <a:ext cx="2356260" cy="186894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27363"/>
              </a:lnTo>
              <a:lnTo>
                <a:pt x="2356260" y="127363"/>
              </a:lnTo>
              <a:lnTo>
                <a:pt x="2356260" y="186894"/>
              </a:lnTo>
            </a:path>
          </a:pathLst>
        </a:custGeom>
        <a:noFill/>
        <a:ln w="1905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144EBCE9-6A7A-4BC8-B9D3-16780A79B60C}">
      <dsp:nvSpPr>
        <dsp:cNvPr id="0" name=""/>
        <dsp:cNvSpPr/>
      </dsp:nvSpPr>
      <dsp:spPr>
        <a:xfrm>
          <a:off x="2682347" y="687036"/>
          <a:ext cx="1570840" cy="186894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27363"/>
              </a:lnTo>
              <a:lnTo>
                <a:pt x="1570840" y="127363"/>
              </a:lnTo>
              <a:lnTo>
                <a:pt x="1570840" y="186894"/>
              </a:lnTo>
            </a:path>
          </a:pathLst>
        </a:custGeom>
        <a:noFill/>
        <a:ln w="1905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998B4BCF-9FBD-4FCE-BB21-5A3D17E90903}">
      <dsp:nvSpPr>
        <dsp:cNvPr id="0" name=""/>
        <dsp:cNvSpPr/>
      </dsp:nvSpPr>
      <dsp:spPr>
        <a:xfrm>
          <a:off x="2682347" y="687036"/>
          <a:ext cx="785420" cy="186894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27363"/>
              </a:lnTo>
              <a:lnTo>
                <a:pt x="785420" y="127363"/>
              </a:lnTo>
              <a:lnTo>
                <a:pt x="785420" y="186894"/>
              </a:lnTo>
            </a:path>
          </a:pathLst>
        </a:custGeom>
        <a:noFill/>
        <a:ln w="1905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8BD446B4-F119-45FB-A8E7-0421E68F445C}">
      <dsp:nvSpPr>
        <dsp:cNvPr id="0" name=""/>
        <dsp:cNvSpPr/>
      </dsp:nvSpPr>
      <dsp:spPr>
        <a:xfrm>
          <a:off x="2636627" y="687036"/>
          <a:ext cx="91440" cy="186894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186894"/>
              </a:lnTo>
            </a:path>
          </a:pathLst>
        </a:custGeom>
        <a:noFill/>
        <a:ln w="1905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8A3633AC-9F60-4D24-B7D7-A4F576164AE7}">
      <dsp:nvSpPr>
        <dsp:cNvPr id="0" name=""/>
        <dsp:cNvSpPr/>
      </dsp:nvSpPr>
      <dsp:spPr>
        <a:xfrm>
          <a:off x="1098957" y="687036"/>
          <a:ext cx="1583389" cy="176570"/>
        </a:xfrm>
        <a:custGeom>
          <a:avLst/>
          <a:gdLst/>
          <a:ahLst/>
          <a:cxnLst/>
          <a:rect l="0" t="0" r="0" b="0"/>
          <a:pathLst>
            <a:path>
              <a:moveTo>
                <a:pt x="1583389" y="0"/>
              </a:moveTo>
              <a:lnTo>
                <a:pt x="1583389" y="117039"/>
              </a:lnTo>
              <a:lnTo>
                <a:pt x="0" y="117039"/>
              </a:lnTo>
              <a:lnTo>
                <a:pt x="0" y="176570"/>
              </a:lnTo>
            </a:path>
          </a:pathLst>
        </a:custGeom>
        <a:noFill/>
        <a:ln w="1905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86F2D633-297E-4951-AA06-4E44F416ABDA}">
      <dsp:nvSpPr>
        <dsp:cNvPr id="0" name=""/>
        <dsp:cNvSpPr/>
      </dsp:nvSpPr>
      <dsp:spPr>
        <a:xfrm>
          <a:off x="1900838" y="687036"/>
          <a:ext cx="781508" cy="176570"/>
        </a:xfrm>
        <a:custGeom>
          <a:avLst/>
          <a:gdLst/>
          <a:ahLst/>
          <a:cxnLst/>
          <a:rect l="0" t="0" r="0" b="0"/>
          <a:pathLst>
            <a:path>
              <a:moveTo>
                <a:pt x="781508" y="0"/>
              </a:moveTo>
              <a:lnTo>
                <a:pt x="781508" y="117039"/>
              </a:lnTo>
              <a:lnTo>
                <a:pt x="0" y="117039"/>
              </a:lnTo>
              <a:lnTo>
                <a:pt x="0" y="176570"/>
              </a:lnTo>
            </a:path>
          </a:pathLst>
        </a:custGeom>
        <a:noFill/>
        <a:ln w="1905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428A6ACB-E5E7-442F-8200-19708C8F65B6}">
      <dsp:nvSpPr>
        <dsp:cNvPr id="0" name=""/>
        <dsp:cNvSpPr/>
      </dsp:nvSpPr>
      <dsp:spPr>
        <a:xfrm>
          <a:off x="326086" y="687036"/>
          <a:ext cx="2356260" cy="186894"/>
        </a:xfrm>
        <a:custGeom>
          <a:avLst/>
          <a:gdLst/>
          <a:ahLst/>
          <a:cxnLst/>
          <a:rect l="0" t="0" r="0" b="0"/>
          <a:pathLst>
            <a:path>
              <a:moveTo>
                <a:pt x="2356260" y="0"/>
              </a:moveTo>
              <a:lnTo>
                <a:pt x="2356260" y="127363"/>
              </a:lnTo>
              <a:lnTo>
                <a:pt x="0" y="127363"/>
              </a:lnTo>
              <a:lnTo>
                <a:pt x="0" y="186894"/>
              </a:lnTo>
            </a:path>
          </a:pathLst>
        </a:custGeom>
        <a:noFill/>
        <a:ln w="1905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9C7EE13-B1FF-4528-A70E-D56FA520B699}">
      <dsp:nvSpPr>
        <dsp:cNvPr id="0" name=""/>
        <dsp:cNvSpPr/>
      </dsp:nvSpPr>
      <dsp:spPr>
        <a:xfrm>
          <a:off x="2361038" y="278975"/>
          <a:ext cx="642616" cy="408061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2AE8700-D3E8-44E0-BB62-9DE2CB473E4A}">
      <dsp:nvSpPr>
        <dsp:cNvPr id="0" name=""/>
        <dsp:cNvSpPr/>
      </dsp:nvSpPr>
      <dsp:spPr>
        <a:xfrm>
          <a:off x="2432440" y="346807"/>
          <a:ext cx="642616" cy="40806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lvl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GB" sz="1000" kern="1200" dirty="0" smtClean="0"/>
            <a:t>BPMN Plus</a:t>
          </a:r>
          <a:endParaRPr lang="en-GB" sz="1000" kern="1200" dirty="0"/>
        </a:p>
      </dsp:txBody>
      <dsp:txXfrm>
        <a:off x="2432440" y="346807"/>
        <a:ext cx="642616" cy="408061"/>
      </dsp:txXfrm>
    </dsp:sp>
    <dsp:sp modelId="{6B2407FB-E314-49A4-B3D2-04A8D42F3540}">
      <dsp:nvSpPr>
        <dsp:cNvPr id="0" name=""/>
        <dsp:cNvSpPr/>
      </dsp:nvSpPr>
      <dsp:spPr>
        <a:xfrm>
          <a:off x="4777" y="873931"/>
          <a:ext cx="642616" cy="408061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3C94EED-A77F-4371-976F-B726170774FB}">
      <dsp:nvSpPr>
        <dsp:cNvPr id="0" name=""/>
        <dsp:cNvSpPr/>
      </dsp:nvSpPr>
      <dsp:spPr>
        <a:xfrm>
          <a:off x="76179" y="941763"/>
          <a:ext cx="642616" cy="40806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lvl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GB" sz="1000" kern="1200" dirty="0" smtClean="0"/>
            <a:t>Process</a:t>
          </a:r>
          <a:endParaRPr lang="en-GB" sz="1000" kern="1200" dirty="0"/>
        </a:p>
      </dsp:txBody>
      <dsp:txXfrm>
        <a:off x="76179" y="941763"/>
        <a:ext cx="642616" cy="408061"/>
      </dsp:txXfrm>
    </dsp:sp>
    <dsp:sp modelId="{40A92E27-C758-4281-8E6D-1E3EC3382CD2}">
      <dsp:nvSpPr>
        <dsp:cNvPr id="0" name=""/>
        <dsp:cNvSpPr/>
      </dsp:nvSpPr>
      <dsp:spPr>
        <a:xfrm>
          <a:off x="1579530" y="863607"/>
          <a:ext cx="642616" cy="408061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1A065AE-CC0C-4A23-A523-53E691EEFFAB}">
      <dsp:nvSpPr>
        <dsp:cNvPr id="0" name=""/>
        <dsp:cNvSpPr/>
      </dsp:nvSpPr>
      <dsp:spPr>
        <a:xfrm>
          <a:off x="1650932" y="931439"/>
          <a:ext cx="642616" cy="408061"/>
        </a:xfrm>
        <a:prstGeom prst="roundRect">
          <a:avLst>
            <a:gd name="adj" fmla="val 10000"/>
          </a:avLst>
        </a:prstGeom>
        <a:solidFill>
          <a:srgbClr val="C00000">
            <a:alpha val="50000"/>
          </a:srgbClr>
        </a:solidFill>
        <a:ln w="1905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lvl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GB" sz="1000" kern="1200" dirty="0" smtClean="0"/>
            <a:t>Goal</a:t>
          </a:r>
          <a:endParaRPr lang="en-GB" sz="1000" kern="1200" dirty="0"/>
        </a:p>
      </dsp:txBody>
      <dsp:txXfrm>
        <a:off x="1650932" y="931439"/>
        <a:ext cx="642616" cy="408061"/>
      </dsp:txXfrm>
    </dsp:sp>
    <dsp:sp modelId="{3A14B81D-6501-4A9C-93E8-C0D8D63BD171}">
      <dsp:nvSpPr>
        <dsp:cNvPr id="0" name=""/>
        <dsp:cNvSpPr/>
      </dsp:nvSpPr>
      <dsp:spPr>
        <a:xfrm>
          <a:off x="777649" y="863607"/>
          <a:ext cx="642616" cy="408061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78C52AA-2AA8-4804-A77E-DB1AB1A47534}">
      <dsp:nvSpPr>
        <dsp:cNvPr id="0" name=""/>
        <dsp:cNvSpPr/>
      </dsp:nvSpPr>
      <dsp:spPr>
        <a:xfrm>
          <a:off x="849051" y="931439"/>
          <a:ext cx="642616" cy="408061"/>
        </a:xfrm>
        <a:prstGeom prst="roundRect">
          <a:avLst>
            <a:gd name="adj" fmla="val 10000"/>
          </a:avLst>
        </a:prstGeom>
        <a:solidFill>
          <a:schemeClr val="bg1">
            <a:alpha val="90000"/>
          </a:schemeClr>
        </a:solidFill>
        <a:ln w="1905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lvl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GB" sz="1000" kern="1200" dirty="0" smtClean="0"/>
            <a:t>Activity</a:t>
          </a:r>
          <a:endParaRPr lang="en-GB" sz="1000" kern="1200" dirty="0"/>
        </a:p>
      </dsp:txBody>
      <dsp:txXfrm>
        <a:off x="849051" y="931439"/>
        <a:ext cx="642616" cy="408061"/>
      </dsp:txXfrm>
    </dsp:sp>
    <dsp:sp modelId="{662C3179-156C-489E-9269-4021721C5BBC}">
      <dsp:nvSpPr>
        <dsp:cNvPr id="0" name=""/>
        <dsp:cNvSpPr/>
      </dsp:nvSpPr>
      <dsp:spPr>
        <a:xfrm>
          <a:off x="2361038" y="873931"/>
          <a:ext cx="642616" cy="408061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1A66BEE-7F4C-48E7-831F-7C888B7CC9C0}">
      <dsp:nvSpPr>
        <dsp:cNvPr id="0" name=""/>
        <dsp:cNvSpPr/>
      </dsp:nvSpPr>
      <dsp:spPr>
        <a:xfrm>
          <a:off x="2432440" y="941763"/>
          <a:ext cx="642616" cy="40806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lvl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GB" sz="1000" kern="1200" dirty="0" smtClean="0"/>
            <a:t>Data</a:t>
          </a:r>
          <a:endParaRPr lang="en-GB" sz="1000" kern="1200" dirty="0"/>
        </a:p>
      </dsp:txBody>
      <dsp:txXfrm>
        <a:off x="2432440" y="941763"/>
        <a:ext cx="642616" cy="408061"/>
      </dsp:txXfrm>
    </dsp:sp>
    <dsp:sp modelId="{54F0EE37-CCF6-4BB1-BA61-F96149AC3718}">
      <dsp:nvSpPr>
        <dsp:cNvPr id="0" name=""/>
        <dsp:cNvSpPr/>
      </dsp:nvSpPr>
      <dsp:spPr>
        <a:xfrm>
          <a:off x="3146459" y="873931"/>
          <a:ext cx="642616" cy="408061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31A3CB4-A070-4FAC-BD0B-868C2474FF9D}">
      <dsp:nvSpPr>
        <dsp:cNvPr id="0" name=""/>
        <dsp:cNvSpPr/>
      </dsp:nvSpPr>
      <dsp:spPr>
        <a:xfrm>
          <a:off x="3217860" y="941763"/>
          <a:ext cx="642616" cy="40806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lvl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GB" sz="1000" kern="1200" dirty="0" smtClean="0"/>
            <a:t>Performer</a:t>
          </a:r>
          <a:endParaRPr lang="en-GB" sz="1000" kern="1200" dirty="0"/>
        </a:p>
      </dsp:txBody>
      <dsp:txXfrm>
        <a:off x="3217860" y="941763"/>
        <a:ext cx="642616" cy="408061"/>
      </dsp:txXfrm>
    </dsp:sp>
    <dsp:sp modelId="{67F8B690-7029-4557-BD20-C260F8DB4724}">
      <dsp:nvSpPr>
        <dsp:cNvPr id="0" name=""/>
        <dsp:cNvSpPr/>
      </dsp:nvSpPr>
      <dsp:spPr>
        <a:xfrm>
          <a:off x="3931879" y="873931"/>
          <a:ext cx="642616" cy="408061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D13C481-FE39-4686-A3AA-FA31766A43D3}">
      <dsp:nvSpPr>
        <dsp:cNvPr id="0" name=""/>
        <dsp:cNvSpPr/>
      </dsp:nvSpPr>
      <dsp:spPr>
        <a:xfrm>
          <a:off x="4003281" y="941763"/>
          <a:ext cx="642616" cy="40806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lvl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GB" sz="1000" kern="1200" dirty="0" smtClean="0"/>
            <a:t>Event</a:t>
          </a:r>
          <a:endParaRPr lang="en-GB" sz="1000" kern="1200" dirty="0"/>
        </a:p>
      </dsp:txBody>
      <dsp:txXfrm>
        <a:off x="4003281" y="941763"/>
        <a:ext cx="642616" cy="408061"/>
      </dsp:txXfrm>
    </dsp:sp>
    <dsp:sp modelId="{66C38677-3CFA-40E6-B6F4-0879C0578B84}">
      <dsp:nvSpPr>
        <dsp:cNvPr id="0" name=""/>
        <dsp:cNvSpPr/>
      </dsp:nvSpPr>
      <dsp:spPr>
        <a:xfrm>
          <a:off x="4717299" y="873931"/>
          <a:ext cx="642616" cy="408061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F4ACE5B-B2D7-482A-8E23-DD5FB82F8B10}">
      <dsp:nvSpPr>
        <dsp:cNvPr id="0" name=""/>
        <dsp:cNvSpPr/>
      </dsp:nvSpPr>
      <dsp:spPr>
        <a:xfrm>
          <a:off x="4788701" y="941763"/>
          <a:ext cx="642616" cy="40806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lvl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GB" sz="1000" kern="1200" dirty="0" smtClean="0"/>
            <a:t>Gateway</a:t>
          </a:r>
          <a:endParaRPr lang="en-GB" sz="1000" kern="1200" dirty="0"/>
        </a:p>
      </dsp:txBody>
      <dsp:txXfrm>
        <a:off x="4788701" y="941763"/>
        <a:ext cx="642616" cy="408061"/>
      </dsp:txXfrm>
    </dsp:sp>
  </dsp:spTree>
</dsp:drawing>
</file>

<file path=ppt/diagrams/drawing7.xml><?xml version="1.0" encoding="utf-8"?>
<dsp:drawing xmlns:dgm="http://schemas.openxmlformats.org/drawingml/2006/diagram" xmlns:a="http://schemas.openxmlformats.org/drawingml/2006/main" xmlns:dsp="http://schemas.microsoft.com/office/drawing/2008/diagram">
  <dsp:spTree>
    <dsp:nvGrpSpPr>
      <dsp:cNvPr id="0" name=""/>
      <dsp:cNvGrpSpPr/>
    </dsp:nvGrpSpPr>
    <dsp:grpSpPr/>
    <dsp:sp modelId="{0B4BAC74-B45F-40F8-A1EB-1842197B04A5}">
      <dsp:nvSpPr>
        <dsp:cNvPr id="0" name=""/>
        <dsp:cNvSpPr/>
      </dsp:nvSpPr>
      <dsp:spPr>
        <a:xfrm>
          <a:off x="2682347" y="687036"/>
          <a:ext cx="2356260" cy="186894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27363"/>
              </a:lnTo>
              <a:lnTo>
                <a:pt x="2356260" y="127363"/>
              </a:lnTo>
              <a:lnTo>
                <a:pt x="2356260" y="186894"/>
              </a:lnTo>
            </a:path>
          </a:pathLst>
        </a:custGeom>
        <a:noFill/>
        <a:ln w="1905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144EBCE9-6A7A-4BC8-B9D3-16780A79B60C}">
      <dsp:nvSpPr>
        <dsp:cNvPr id="0" name=""/>
        <dsp:cNvSpPr/>
      </dsp:nvSpPr>
      <dsp:spPr>
        <a:xfrm>
          <a:off x="2682347" y="687036"/>
          <a:ext cx="1570840" cy="186894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27363"/>
              </a:lnTo>
              <a:lnTo>
                <a:pt x="1570840" y="127363"/>
              </a:lnTo>
              <a:lnTo>
                <a:pt x="1570840" y="186894"/>
              </a:lnTo>
            </a:path>
          </a:pathLst>
        </a:custGeom>
        <a:noFill/>
        <a:ln w="1905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998B4BCF-9FBD-4FCE-BB21-5A3D17E90903}">
      <dsp:nvSpPr>
        <dsp:cNvPr id="0" name=""/>
        <dsp:cNvSpPr/>
      </dsp:nvSpPr>
      <dsp:spPr>
        <a:xfrm>
          <a:off x="2682347" y="687036"/>
          <a:ext cx="785420" cy="186894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27363"/>
              </a:lnTo>
              <a:lnTo>
                <a:pt x="785420" y="127363"/>
              </a:lnTo>
              <a:lnTo>
                <a:pt x="785420" y="186894"/>
              </a:lnTo>
            </a:path>
          </a:pathLst>
        </a:custGeom>
        <a:noFill/>
        <a:ln w="1905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8BD446B4-F119-45FB-A8E7-0421E68F445C}">
      <dsp:nvSpPr>
        <dsp:cNvPr id="0" name=""/>
        <dsp:cNvSpPr/>
      </dsp:nvSpPr>
      <dsp:spPr>
        <a:xfrm>
          <a:off x="2636627" y="687036"/>
          <a:ext cx="91440" cy="186894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186894"/>
              </a:lnTo>
            </a:path>
          </a:pathLst>
        </a:custGeom>
        <a:noFill/>
        <a:ln w="1905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8A3633AC-9F60-4D24-B7D7-A4F576164AE7}">
      <dsp:nvSpPr>
        <dsp:cNvPr id="0" name=""/>
        <dsp:cNvSpPr/>
      </dsp:nvSpPr>
      <dsp:spPr>
        <a:xfrm>
          <a:off x="1098957" y="687036"/>
          <a:ext cx="1583389" cy="176570"/>
        </a:xfrm>
        <a:custGeom>
          <a:avLst/>
          <a:gdLst/>
          <a:ahLst/>
          <a:cxnLst/>
          <a:rect l="0" t="0" r="0" b="0"/>
          <a:pathLst>
            <a:path>
              <a:moveTo>
                <a:pt x="1583389" y="0"/>
              </a:moveTo>
              <a:lnTo>
                <a:pt x="1583389" y="117039"/>
              </a:lnTo>
              <a:lnTo>
                <a:pt x="0" y="117039"/>
              </a:lnTo>
              <a:lnTo>
                <a:pt x="0" y="176570"/>
              </a:lnTo>
            </a:path>
          </a:pathLst>
        </a:custGeom>
        <a:noFill/>
        <a:ln w="1905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86F2D633-297E-4951-AA06-4E44F416ABDA}">
      <dsp:nvSpPr>
        <dsp:cNvPr id="0" name=""/>
        <dsp:cNvSpPr/>
      </dsp:nvSpPr>
      <dsp:spPr>
        <a:xfrm>
          <a:off x="1900838" y="687036"/>
          <a:ext cx="781508" cy="176570"/>
        </a:xfrm>
        <a:custGeom>
          <a:avLst/>
          <a:gdLst/>
          <a:ahLst/>
          <a:cxnLst/>
          <a:rect l="0" t="0" r="0" b="0"/>
          <a:pathLst>
            <a:path>
              <a:moveTo>
                <a:pt x="781508" y="0"/>
              </a:moveTo>
              <a:lnTo>
                <a:pt x="781508" y="117039"/>
              </a:lnTo>
              <a:lnTo>
                <a:pt x="0" y="117039"/>
              </a:lnTo>
              <a:lnTo>
                <a:pt x="0" y="176570"/>
              </a:lnTo>
            </a:path>
          </a:pathLst>
        </a:custGeom>
        <a:noFill/>
        <a:ln w="1905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428A6ACB-E5E7-442F-8200-19708C8F65B6}">
      <dsp:nvSpPr>
        <dsp:cNvPr id="0" name=""/>
        <dsp:cNvSpPr/>
      </dsp:nvSpPr>
      <dsp:spPr>
        <a:xfrm>
          <a:off x="326086" y="687036"/>
          <a:ext cx="2356260" cy="186894"/>
        </a:xfrm>
        <a:custGeom>
          <a:avLst/>
          <a:gdLst/>
          <a:ahLst/>
          <a:cxnLst/>
          <a:rect l="0" t="0" r="0" b="0"/>
          <a:pathLst>
            <a:path>
              <a:moveTo>
                <a:pt x="2356260" y="0"/>
              </a:moveTo>
              <a:lnTo>
                <a:pt x="2356260" y="127363"/>
              </a:lnTo>
              <a:lnTo>
                <a:pt x="0" y="127363"/>
              </a:lnTo>
              <a:lnTo>
                <a:pt x="0" y="186894"/>
              </a:lnTo>
            </a:path>
          </a:pathLst>
        </a:custGeom>
        <a:noFill/>
        <a:ln w="1905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9C7EE13-B1FF-4528-A70E-D56FA520B699}">
      <dsp:nvSpPr>
        <dsp:cNvPr id="0" name=""/>
        <dsp:cNvSpPr/>
      </dsp:nvSpPr>
      <dsp:spPr>
        <a:xfrm>
          <a:off x="2361038" y="278975"/>
          <a:ext cx="642616" cy="408061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2AE8700-D3E8-44E0-BB62-9DE2CB473E4A}">
      <dsp:nvSpPr>
        <dsp:cNvPr id="0" name=""/>
        <dsp:cNvSpPr/>
      </dsp:nvSpPr>
      <dsp:spPr>
        <a:xfrm>
          <a:off x="2432440" y="346807"/>
          <a:ext cx="642616" cy="40806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lvl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GB" sz="1000" kern="1200" dirty="0" smtClean="0"/>
            <a:t>BPMN Plus</a:t>
          </a:r>
          <a:endParaRPr lang="en-GB" sz="1000" kern="1200" dirty="0"/>
        </a:p>
      </dsp:txBody>
      <dsp:txXfrm>
        <a:off x="2432440" y="346807"/>
        <a:ext cx="642616" cy="408061"/>
      </dsp:txXfrm>
    </dsp:sp>
    <dsp:sp modelId="{6B2407FB-E314-49A4-B3D2-04A8D42F3540}">
      <dsp:nvSpPr>
        <dsp:cNvPr id="0" name=""/>
        <dsp:cNvSpPr/>
      </dsp:nvSpPr>
      <dsp:spPr>
        <a:xfrm>
          <a:off x="4777" y="873931"/>
          <a:ext cx="642616" cy="408061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3C94EED-A77F-4371-976F-B726170774FB}">
      <dsp:nvSpPr>
        <dsp:cNvPr id="0" name=""/>
        <dsp:cNvSpPr/>
      </dsp:nvSpPr>
      <dsp:spPr>
        <a:xfrm>
          <a:off x="76179" y="941763"/>
          <a:ext cx="642616" cy="40806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lvl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GB" sz="1000" kern="1200" dirty="0" smtClean="0"/>
            <a:t>Process</a:t>
          </a:r>
          <a:endParaRPr lang="en-GB" sz="1000" kern="1200" dirty="0"/>
        </a:p>
      </dsp:txBody>
      <dsp:txXfrm>
        <a:off x="76179" y="941763"/>
        <a:ext cx="642616" cy="408061"/>
      </dsp:txXfrm>
    </dsp:sp>
    <dsp:sp modelId="{40A92E27-C758-4281-8E6D-1E3EC3382CD2}">
      <dsp:nvSpPr>
        <dsp:cNvPr id="0" name=""/>
        <dsp:cNvSpPr/>
      </dsp:nvSpPr>
      <dsp:spPr>
        <a:xfrm>
          <a:off x="1579530" y="863607"/>
          <a:ext cx="642616" cy="408061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1A065AE-CC0C-4A23-A523-53E691EEFFAB}">
      <dsp:nvSpPr>
        <dsp:cNvPr id="0" name=""/>
        <dsp:cNvSpPr/>
      </dsp:nvSpPr>
      <dsp:spPr>
        <a:xfrm>
          <a:off x="1650932" y="931439"/>
          <a:ext cx="642616" cy="40806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lvl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GB" sz="1000" kern="1200" dirty="0" smtClean="0"/>
            <a:t>Goal</a:t>
          </a:r>
          <a:endParaRPr lang="en-GB" sz="1000" kern="1200" dirty="0"/>
        </a:p>
      </dsp:txBody>
      <dsp:txXfrm>
        <a:off x="1650932" y="931439"/>
        <a:ext cx="642616" cy="408061"/>
      </dsp:txXfrm>
    </dsp:sp>
    <dsp:sp modelId="{3A14B81D-6501-4A9C-93E8-C0D8D63BD171}">
      <dsp:nvSpPr>
        <dsp:cNvPr id="0" name=""/>
        <dsp:cNvSpPr/>
      </dsp:nvSpPr>
      <dsp:spPr>
        <a:xfrm>
          <a:off x="777649" y="863607"/>
          <a:ext cx="642616" cy="408061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78C52AA-2AA8-4804-A77E-DB1AB1A47534}">
      <dsp:nvSpPr>
        <dsp:cNvPr id="0" name=""/>
        <dsp:cNvSpPr/>
      </dsp:nvSpPr>
      <dsp:spPr>
        <a:xfrm>
          <a:off x="849051" y="931439"/>
          <a:ext cx="642616" cy="408061"/>
        </a:xfrm>
        <a:prstGeom prst="roundRect">
          <a:avLst>
            <a:gd name="adj" fmla="val 10000"/>
          </a:avLst>
        </a:prstGeom>
        <a:solidFill>
          <a:schemeClr val="bg1">
            <a:alpha val="90000"/>
          </a:schemeClr>
        </a:solidFill>
        <a:ln w="1905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lvl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GB" sz="1000" kern="1200" dirty="0" smtClean="0"/>
            <a:t>Activity</a:t>
          </a:r>
          <a:endParaRPr lang="en-GB" sz="1000" kern="1200" dirty="0"/>
        </a:p>
      </dsp:txBody>
      <dsp:txXfrm>
        <a:off x="849051" y="931439"/>
        <a:ext cx="642616" cy="408061"/>
      </dsp:txXfrm>
    </dsp:sp>
    <dsp:sp modelId="{662C3179-156C-489E-9269-4021721C5BBC}">
      <dsp:nvSpPr>
        <dsp:cNvPr id="0" name=""/>
        <dsp:cNvSpPr/>
      </dsp:nvSpPr>
      <dsp:spPr>
        <a:xfrm>
          <a:off x="2361038" y="873931"/>
          <a:ext cx="642616" cy="408061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1A66BEE-7F4C-48E7-831F-7C888B7CC9C0}">
      <dsp:nvSpPr>
        <dsp:cNvPr id="0" name=""/>
        <dsp:cNvSpPr/>
      </dsp:nvSpPr>
      <dsp:spPr>
        <a:xfrm>
          <a:off x="2432440" y="941763"/>
          <a:ext cx="642616" cy="408061"/>
        </a:xfrm>
        <a:prstGeom prst="roundRect">
          <a:avLst>
            <a:gd name="adj" fmla="val 10000"/>
          </a:avLst>
        </a:prstGeom>
        <a:solidFill>
          <a:srgbClr val="C00000">
            <a:alpha val="50000"/>
          </a:srgbClr>
        </a:solidFill>
        <a:ln w="1905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lvl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GB" sz="1000" kern="1200" dirty="0" smtClean="0"/>
            <a:t>Data</a:t>
          </a:r>
          <a:endParaRPr lang="en-GB" sz="1000" kern="1200" dirty="0"/>
        </a:p>
      </dsp:txBody>
      <dsp:txXfrm>
        <a:off x="2432440" y="941763"/>
        <a:ext cx="642616" cy="408061"/>
      </dsp:txXfrm>
    </dsp:sp>
    <dsp:sp modelId="{54F0EE37-CCF6-4BB1-BA61-F96149AC3718}">
      <dsp:nvSpPr>
        <dsp:cNvPr id="0" name=""/>
        <dsp:cNvSpPr/>
      </dsp:nvSpPr>
      <dsp:spPr>
        <a:xfrm>
          <a:off x="3146459" y="873931"/>
          <a:ext cx="642616" cy="408061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31A3CB4-A070-4FAC-BD0B-868C2474FF9D}">
      <dsp:nvSpPr>
        <dsp:cNvPr id="0" name=""/>
        <dsp:cNvSpPr/>
      </dsp:nvSpPr>
      <dsp:spPr>
        <a:xfrm>
          <a:off x="3217860" y="941763"/>
          <a:ext cx="642616" cy="40806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lvl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GB" sz="1000" kern="1200" dirty="0" smtClean="0"/>
            <a:t>Performer</a:t>
          </a:r>
          <a:endParaRPr lang="en-GB" sz="1000" kern="1200" dirty="0"/>
        </a:p>
      </dsp:txBody>
      <dsp:txXfrm>
        <a:off x="3217860" y="941763"/>
        <a:ext cx="642616" cy="408061"/>
      </dsp:txXfrm>
    </dsp:sp>
    <dsp:sp modelId="{67F8B690-7029-4557-BD20-C260F8DB4724}">
      <dsp:nvSpPr>
        <dsp:cNvPr id="0" name=""/>
        <dsp:cNvSpPr/>
      </dsp:nvSpPr>
      <dsp:spPr>
        <a:xfrm>
          <a:off x="3931879" y="873931"/>
          <a:ext cx="642616" cy="408061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D13C481-FE39-4686-A3AA-FA31766A43D3}">
      <dsp:nvSpPr>
        <dsp:cNvPr id="0" name=""/>
        <dsp:cNvSpPr/>
      </dsp:nvSpPr>
      <dsp:spPr>
        <a:xfrm>
          <a:off x="4003281" y="941763"/>
          <a:ext cx="642616" cy="40806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lvl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GB" sz="1000" kern="1200" dirty="0" smtClean="0"/>
            <a:t>Event</a:t>
          </a:r>
          <a:endParaRPr lang="en-GB" sz="1000" kern="1200" dirty="0"/>
        </a:p>
      </dsp:txBody>
      <dsp:txXfrm>
        <a:off x="4003281" y="941763"/>
        <a:ext cx="642616" cy="408061"/>
      </dsp:txXfrm>
    </dsp:sp>
    <dsp:sp modelId="{66C38677-3CFA-40E6-B6F4-0879C0578B84}">
      <dsp:nvSpPr>
        <dsp:cNvPr id="0" name=""/>
        <dsp:cNvSpPr/>
      </dsp:nvSpPr>
      <dsp:spPr>
        <a:xfrm>
          <a:off x="4717299" y="873931"/>
          <a:ext cx="642616" cy="408061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F4ACE5B-B2D7-482A-8E23-DD5FB82F8B10}">
      <dsp:nvSpPr>
        <dsp:cNvPr id="0" name=""/>
        <dsp:cNvSpPr/>
      </dsp:nvSpPr>
      <dsp:spPr>
        <a:xfrm>
          <a:off x="4788701" y="941763"/>
          <a:ext cx="642616" cy="40806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lvl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GB" sz="1000" kern="1200" dirty="0" smtClean="0"/>
            <a:t>Gateway</a:t>
          </a:r>
          <a:endParaRPr lang="en-GB" sz="1000" kern="1200" dirty="0"/>
        </a:p>
      </dsp:txBody>
      <dsp:txXfrm>
        <a:off x="4788701" y="941763"/>
        <a:ext cx="642616" cy="408061"/>
      </dsp:txXfrm>
    </dsp:sp>
  </dsp:spTree>
</dsp:drawing>
</file>

<file path=ppt/diagrams/drawing8.xml><?xml version="1.0" encoding="utf-8"?>
<dsp:drawing xmlns:dgm="http://schemas.openxmlformats.org/drawingml/2006/diagram" xmlns:a="http://schemas.openxmlformats.org/drawingml/2006/main" xmlns:dsp="http://schemas.microsoft.com/office/drawing/2008/diagram">
  <dsp:spTree>
    <dsp:nvGrpSpPr>
      <dsp:cNvPr id="0" name=""/>
      <dsp:cNvGrpSpPr/>
    </dsp:nvGrpSpPr>
    <dsp:grpSpPr/>
    <dsp:sp modelId="{0B4BAC74-B45F-40F8-A1EB-1842197B04A5}">
      <dsp:nvSpPr>
        <dsp:cNvPr id="0" name=""/>
        <dsp:cNvSpPr/>
      </dsp:nvSpPr>
      <dsp:spPr>
        <a:xfrm>
          <a:off x="2682347" y="687036"/>
          <a:ext cx="2356260" cy="186894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27363"/>
              </a:lnTo>
              <a:lnTo>
                <a:pt x="2356260" y="127363"/>
              </a:lnTo>
              <a:lnTo>
                <a:pt x="2356260" y="186894"/>
              </a:lnTo>
            </a:path>
          </a:pathLst>
        </a:custGeom>
        <a:noFill/>
        <a:ln w="1905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144EBCE9-6A7A-4BC8-B9D3-16780A79B60C}">
      <dsp:nvSpPr>
        <dsp:cNvPr id="0" name=""/>
        <dsp:cNvSpPr/>
      </dsp:nvSpPr>
      <dsp:spPr>
        <a:xfrm>
          <a:off x="2682347" y="687036"/>
          <a:ext cx="1570840" cy="186894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27363"/>
              </a:lnTo>
              <a:lnTo>
                <a:pt x="1570840" y="127363"/>
              </a:lnTo>
              <a:lnTo>
                <a:pt x="1570840" y="186894"/>
              </a:lnTo>
            </a:path>
          </a:pathLst>
        </a:custGeom>
        <a:noFill/>
        <a:ln w="1905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998B4BCF-9FBD-4FCE-BB21-5A3D17E90903}">
      <dsp:nvSpPr>
        <dsp:cNvPr id="0" name=""/>
        <dsp:cNvSpPr/>
      </dsp:nvSpPr>
      <dsp:spPr>
        <a:xfrm>
          <a:off x="2682347" y="687036"/>
          <a:ext cx="785420" cy="186894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27363"/>
              </a:lnTo>
              <a:lnTo>
                <a:pt x="785420" y="127363"/>
              </a:lnTo>
              <a:lnTo>
                <a:pt x="785420" y="186894"/>
              </a:lnTo>
            </a:path>
          </a:pathLst>
        </a:custGeom>
        <a:noFill/>
        <a:ln w="1905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8BD446B4-F119-45FB-A8E7-0421E68F445C}">
      <dsp:nvSpPr>
        <dsp:cNvPr id="0" name=""/>
        <dsp:cNvSpPr/>
      </dsp:nvSpPr>
      <dsp:spPr>
        <a:xfrm>
          <a:off x="2636627" y="687036"/>
          <a:ext cx="91440" cy="186894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186894"/>
              </a:lnTo>
            </a:path>
          </a:pathLst>
        </a:custGeom>
        <a:noFill/>
        <a:ln w="1905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8A3633AC-9F60-4D24-B7D7-A4F576164AE7}">
      <dsp:nvSpPr>
        <dsp:cNvPr id="0" name=""/>
        <dsp:cNvSpPr/>
      </dsp:nvSpPr>
      <dsp:spPr>
        <a:xfrm>
          <a:off x="1098957" y="687036"/>
          <a:ext cx="1583389" cy="176570"/>
        </a:xfrm>
        <a:custGeom>
          <a:avLst/>
          <a:gdLst/>
          <a:ahLst/>
          <a:cxnLst/>
          <a:rect l="0" t="0" r="0" b="0"/>
          <a:pathLst>
            <a:path>
              <a:moveTo>
                <a:pt x="1583389" y="0"/>
              </a:moveTo>
              <a:lnTo>
                <a:pt x="1583389" y="117039"/>
              </a:lnTo>
              <a:lnTo>
                <a:pt x="0" y="117039"/>
              </a:lnTo>
              <a:lnTo>
                <a:pt x="0" y="176570"/>
              </a:lnTo>
            </a:path>
          </a:pathLst>
        </a:custGeom>
        <a:noFill/>
        <a:ln w="1905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86F2D633-297E-4951-AA06-4E44F416ABDA}">
      <dsp:nvSpPr>
        <dsp:cNvPr id="0" name=""/>
        <dsp:cNvSpPr/>
      </dsp:nvSpPr>
      <dsp:spPr>
        <a:xfrm>
          <a:off x="1900838" y="687036"/>
          <a:ext cx="781508" cy="176570"/>
        </a:xfrm>
        <a:custGeom>
          <a:avLst/>
          <a:gdLst/>
          <a:ahLst/>
          <a:cxnLst/>
          <a:rect l="0" t="0" r="0" b="0"/>
          <a:pathLst>
            <a:path>
              <a:moveTo>
                <a:pt x="781508" y="0"/>
              </a:moveTo>
              <a:lnTo>
                <a:pt x="781508" y="117039"/>
              </a:lnTo>
              <a:lnTo>
                <a:pt x="0" y="117039"/>
              </a:lnTo>
              <a:lnTo>
                <a:pt x="0" y="176570"/>
              </a:lnTo>
            </a:path>
          </a:pathLst>
        </a:custGeom>
        <a:noFill/>
        <a:ln w="1905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428A6ACB-E5E7-442F-8200-19708C8F65B6}">
      <dsp:nvSpPr>
        <dsp:cNvPr id="0" name=""/>
        <dsp:cNvSpPr/>
      </dsp:nvSpPr>
      <dsp:spPr>
        <a:xfrm>
          <a:off x="326086" y="687036"/>
          <a:ext cx="2356260" cy="186894"/>
        </a:xfrm>
        <a:custGeom>
          <a:avLst/>
          <a:gdLst/>
          <a:ahLst/>
          <a:cxnLst/>
          <a:rect l="0" t="0" r="0" b="0"/>
          <a:pathLst>
            <a:path>
              <a:moveTo>
                <a:pt x="2356260" y="0"/>
              </a:moveTo>
              <a:lnTo>
                <a:pt x="2356260" y="127363"/>
              </a:lnTo>
              <a:lnTo>
                <a:pt x="0" y="127363"/>
              </a:lnTo>
              <a:lnTo>
                <a:pt x="0" y="186894"/>
              </a:lnTo>
            </a:path>
          </a:pathLst>
        </a:custGeom>
        <a:noFill/>
        <a:ln w="1905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9C7EE13-B1FF-4528-A70E-D56FA520B699}">
      <dsp:nvSpPr>
        <dsp:cNvPr id="0" name=""/>
        <dsp:cNvSpPr/>
      </dsp:nvSpPr>
      <dsp:spPr>
        <a:xfrm>
          <a:off x="2361038" y="278975"/>
          <a:ext cx="642616" cy="408061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2AE8700-D3E8-44E0-BB62-9DE2CB473E4A}">
      <dsp:nvSpPr>
        <dsp:cNvPr id="0" name=""/>
        <dsp:cNvSpPr/>
      </dsp:nvSpPr>
      <dsp:spPr>
        <a:xfrm>
          <a:off x="2432440" y="346807"/>
          <a:ext cx="642616" cy="40806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lvl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GB" sz="1000" kern="1200" dirty="0" smtClean="0"/>
            <a:t>BPMN Plus</a:t>
          </a:r>
          <a:endParaRPr lang="en-GB" sz="1000" kern="1200" dirty="0"/>
        </a:p>
      </dsp:txBody>
      <dsp:txXfrm>
        <a:off x="2432440" y="346807"/>
        <a:ext cx="642616" cy="408061"/>
      </dsp:txXfrm>
    </dsp:sp>
    <dsp:sp modelId="{6B2407FB-E314-49A4-B3D2-04A8D42F3540}">
      <dsp:nvSpPr>
        <dsp:cNvPr id="0" name=""/>
        <dsp:cNvSpPr/>
      </dsp:nvSpPr>
      <dsp:spPr>
        <a:xfrm>
          <a:off x="4777" y="873931"/>
          <a:ext cx="642616" cy="408061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3C94EED-A77F-4371-976F-B726170774FB}">
      <dsp:nvSpPr>
        <dsp:cNvPr id="0" name=""/>
        <dsp:cNvSpPr/>
      </dsp:nvSpPr>
      <dsp:spPr>
        <a:xfrm>
          <a:off x="76179" y="941763"/>
          <a:ext cx="642616" cy="40806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lvl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GB" sz="1000" kern="1200" dirty="0" smtClean="0"/>
            <a:t>Process</a:t>
          </a:r>
          <a:endParaRPr lang="en-GB" sz="1000" kern="1200" dirty="0"/>
        </a:p>
      </dsp:txBody>
      <dsp:txXfrm>
        <a:off x="76179" y="941763"/>
        <a:ext cx="642616" cy="408061"/>
      </dsp:txXfrm>
    </dsp:sp>
    <dsp:sp modelId="{40A92E27-C758-4281-8E6D-1E3EC3382CD2}">
      <dsp:nvSpPr>
        <dsp:cNvPr id="0" name=""/>
        <dsp:cNvSpPr/>
      </dsp:nvSpPr>
      <dsp:spPr>
        <a:xfrm>
          <a:off x="1579530" y="863607"/>
          <a:ext cx="642616" cy="408061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1A065AE-CC0C-4A23-A523-53E691EEFFAB}">
      <dsp:nvSpPr>
        <dsp:cNvPr id="0" name=""/>
        <dsp:cNvSpPr/>
      </dsp:nvSpPr>
      <dsp:spPr>
        <a:xfrm>
          <a:off x="1650932" y="931439"/>
          <a:ext cx="642616" cy="40806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lvl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GB" sz="1000" kern="1200" dirty="0" smtClean="0"/>
            <a:t>Goal</a:t>
          </a:r>
          <a:endParaRPr lang="en-GB" sz="1000" kern="1200" dirty="0"/>
        </a:p>
      </dsp:txBody>
      <dsp:txXfrm>
        <a:off x="1650932" y="931439"/>
        <a:ext cx="642616" cy="408061"/>
      </dsp:txXfrm>
    </dsp:sp>
    <dsp:sp modelId="{3A14B81D-6501-4A9C-93E8-C0D8D63BD171}">
      <dsp:nvSpPr>
        <dsp:cNvPr id="0" name=""/>
        <dsp:cNvSpPr/>
      </dsp:nvSpPr>
      <dsp:spPr>
        <a:xfrm>
          <a:off x="777649" y="863607"/>
          <a:ext cx="642616" cy="408061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78C52AA-2AA8-4804-A77E-DB1AB1A47534}">
      <dsp:nvSpPr>
        <dsp:cNvPr id="0" name=""/>
        <dsp:cNvSpPr/>
      </dsp:nvSpPr>
      <dsp:spPr>
        <a:xfrm>
          <a:off x="849051" y="931439"/>
          <a:ext cx="642616" cy="408061"/>
        </a:xfrm>
        <a:prstGeom prst="roundRect">
          <a:avLst>
            <a:gd name="adj" fmla="val 10000"/>
          </a:avLst>
        </a:prstGeom>
        <a:solidFill>
          <a:schemeClr val="bg1">
            <a:alpha val="90000"/>
          </a:schemeClr>
        </a:solidFill>
        <a:ln w="1905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lvl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GB" sz="1000" kern="1200" dirty="0" smtClean="0"/>
            <a:t>Activity</a:t>
          </a:r>
          <a:endParaRPr lang="en-GB" sz="1000" kern="1200" dirty="0"/>
        </a:p>
      </dsp:txBody>
      <dsp:txXfrm>
        <a:off x="849051" y="931439"/>
        <a:ext cx="642616" cy="408061"/>
      </dsp:txXfrm>
    </dsp:sp>
    <dsp:sp modelId="{662C3179-156C-489E-9269-4021721C5BBC}">
      <dsp:nvSpPr>
        <dsp:cNvPr id="0" name=""/>
        <dsp:cNvSpPr/>
      </dsp:nvSpPr>
      <dsp:spPr>
        <a:xfrm>
          <a:off x="2361038" y="873931"/>
          <a:ext cx="642616" cy="408061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1A66BEE-7F4C-48E7-831F-7C888B7CC9C0}">
      <dsp:nvSpPr>
        <dsp:cNvPr id="0" name=""/>
        <dsp:cNvSpPr/>
      </dsp:nvSpPr>
      <dsp:spPr>
        <a:xfrm>
          <a:off x="2432440" y="941763"/>
          <a:ext cx="642616" cy="408061"/>
        </a:xfrm>
        <a:prstGeom prst="roundRect">
          <a:avLst>
            <a:gd name="adj" fmla="val 10000"/>
          </a:avLst>
        </a:prstGeom>
        <a:solidFill>
          <a:schemeClr val="bg1">
            <a:alpha val="90000"/>
          </a:schemeClr>
        </a:solidFill>
        <a:ln w="1905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lvl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GB" sz="1000" kern="1200" dirty="0" smtClean="0"/>
            <a:t>Data</a:t>
          </a:r>
          <a:endParaRPr lang="en-GB" sz="1000" kern="1200" dirty="0"/>
        </a:p>
      </dsp:txBody>
      <dsp:txXfrm>
        <a:off x="2432440" y="941763"/>
        <a:ext cx="642616" cy="408061"/>
      </dsp:txXfrm>
    </dsp:sp>
    <dsp:sp modelId="{54F0EE37-CCF6-4BB1-BA61-F96149AC3718}">
      <dsp:nvSpPr>
        <dsp:cNvPr id="0" name=""/>
        <dsp:cNvSpPr/>
      </dsp:nvSpPr>
      <dsp:spPr>
        <a:xfrm>
          <a:off x="3146459" y="873931"/>
          <a:ext cx="642616" cy="408061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31A3CB4-A070-4FAC-BD0B-868C2474FF9D}">
      <dsp:nvSpPr>
        <dsp:cNvPr id="0" name=""/>
        <dsp:cNvSpPr/>
      </dsp:nvSpPr>
      <dsp:spPr>
        <a:xfrm>
          <a:off x="3217860" y="941763"/>
          <a:ext cx="642616" cy="408061"/>
        </a:xfrm>
        <a:prstGeom prst="roundRect">
          <a:avLst>
            <a:gd name="adj" fmla="val 10000"/>
          </a:avLst>
        </a:prstGeom>
        <a:solidFill>
          <a:srgbClr val="C00000">
            <a:alpha val="50000"/>
          </a:srgbClr>
        </a:solidFill>
        <a:ln w="1905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lvl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GB" sz="1000" kern="1200" dirty="0" smtClean="0"/>
            <a:t>Performer</a:t>
          </a:r>
          <a:endParaRPr lang="en-GB" sz="1000" kern="1200" dirty="0"/>
        </a:p>
      </dsp:txBody>
      <dsp:txXfrm>
        <a:off x="3217860" y="941763"/>
        <a:ext cx="642616" cy="408061"/>
      </dsp:txXfrm>
    </dsp:sp>
    <dsp:sp modelId="{67F8B690-7029-4557-BD20-C260F8DB4724}">
      <dsp:nvSpPr>
        <dsp:cNvPr id="0" name=""/>
        <dsp:cNvSpPr/>
      </dsp:nvSpPr>
      <dsp:spPr>
        <a:xfrm>
          <a:off x="3931879" y="873931"/>
          <a:ext cx="642616" cy="408061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D13C481-FE39-4686-A3AA-FA31766A43D3}">
      <dsp:nvSpPr>
        <dsp:cNvPr id="0" name=""/>
        <dsp:cNvSpPr/>
      </dsp:nvSpPr>
      <dsp:spPr>
        <a:xfrm>
          <a:off x="4003281" y="941763"/>
          <a:ext cx="642616" cy="40806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lvl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GB" sz="1000" kern="1200" dirty="0" smtClean="0"/>
            <a:t>Event</a:t>
          </a:r>
          <a:endParaRPr lang="en-GB" sz="1000" kern="1200" dirty="0"/>
        </a:p>
      </dsp:txBody>
      <dsp:txXfrm>
        <a:off x="4003281" y="941763"/>
        <a:ext cx="642616" cy="408061"/>
      </dsp:txXfrm>
    </dsp:sp>
    <dsp:sp modelId="{66C38677-3CFA-40E6-B6F4-0879C0578B84}">
      <dsp:nvSpPr>
        <dsp:cNvPr id="0" name=""/>
        <dsp:cNvSpPr/>
      </dsp:nvSpPr>
      <dsp:spPr>
        <a:xfrm>
          <a:off x="4717299" y="873931"/>
          <a:ext cx="642616" cy="408061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F4ACE5B-B2D7-482A-8E23-DD5FB82F8B10}">
      <dsp:nvSpPr>
        <dsp:cNvPr id="0" name=""/>
        <dsp:cNvSpPr/>
      </dsp:nvSpPr>
      <dsp:spPr>
        <a:xfrm>
          <a:off x="4788701" y="941763"/>
          <a:ext cx="642616" cy="40806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lvl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GB" sz="1000" kern="1200" dirty="0" smtClean="0"/>
            <a:t>Gateway</a:t>
          </a:r>
          <a:endParaRPr lang="en-GB" sz="1000" kern="1200" dirty="0"/>
        </a:p>
      </dsp:txBody>
      <dsp:txXfrm>
        <a:off x="4788701" y="941763"/>
        <a:ext cx="642616" cy="408061"/>
      </dsp:txXfrm>
    </dsp:sp>
  </dsp:spTree>
</dsp:drawing>
</file>

<file path=ppt/diagrams/drawing9.xml><?xml version="1.0" encoding="utf-8"?>
<dsp:drawing xmlns:dgm="http://schemas.openxmlformats.org/drawingml/2006/diagram" xmlns:a="http://schemas.openxmlformats.org/drawingml/2006/main" xmlns:dsp="http://schemas.microsoft.com/office/drawing/2008/diagram">
  <dsp:spTree>
    <dsp:nvGrpSpPr>
      <dsp:cNvPr id="0" name=""/>
      <dsp:cNvGrpSpPr/>
    </dsp:nvGrpSpPr>
    <dsp:grpSpPr/>
    <dsp:sp modelId="{0B4BAC74-B45F-40F8-A1EB-1842197B04A5}">
      <dsp:nvSpPr>
        <dsp:cNvPr id="0" name=""/>
        <dsp:cNvSpPr/>
      </dsp:nvSpPr>
      <dsp:spPr>
        <a:xfrm>
          <a:off x="2682347" y="687036"/>
          <a:ext cx="2356260" cy="186894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27363"/>
              </a:lnTo>
              <a:lnTo>
                <a:pt x="2356260" y="127363"/>
              </a:lnTo>
              <a:lnTo>
                <a:pt x="2356260" y="186894"/>
              </a:lnTo>
            </a:path>
          </a:pathLst>
        </a:custGeom>
        <a:noFill/>
        <a:ln w="1905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144EBCE9-6A7A-4BC8-B9D3-16780A79B60C}">
      <dsp:nvSpPr>
        <dsp:cNvPr id="0" name=""/>
        <dsp:cNvSpPr/>
      </dsp:nvSpPr>
      <dsp:spPr>
        <a:xfrm>
          <a:off x="2682347" y="687036"/>
          <a:ext cx="1570840" cy="186894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27363"/>
              </a:lnTo>
              <a:lnTo>
                <a:pt x="1570840" y="127363"/>
              </a:lnTo>
              <a:lnTo>
                <a:pt x="1570840" y="186894"/>
              </a:lnTo>
            </a:path>
          </a:pathLst>
        </a:custGeom>
        <a:noFill/>
        <a:ln w="1905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998B4BCF-9FBD-4FCE-BB21-5A3D17E90903}">
      <dsp:nvSpPr>
        <dsp:cNvPr id="0" name=""/>
        <dsp:cNvSpPr/>
      </dsp:nvSpPr>
      <dsp:spPr>
        <a:xfrm>
          <a:off x="2682347" y="687036"/>
          <a:ext cx="785420" cy="186894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27363"/>
              </a:lnTo>
              <a:lnTo>
                <a:pt x="785420" y="127363"/>
              </a:lnTo>
              <a:lnTo>
                <a:pt x="785420" y="186894"/>
              </a:lnTo>
            </a:path>
          </a:pathLst>
        </a:custGeom>
        <a:noFill/>
        <a:ln w="1905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8BD446B4-F119-45FB-A8E7-0421E68F445C}">
      <dsp:nvSpPr>
        <dsp:cNvPr id="0" name=""/>
        <dsp:cNvSpPr/>
      </dsp:nvSpPr>
      <dsp:spPr>
        <a:xfrm>
          <a:off x="2636627" y="687036"/>
          <a:ext cx="91440" cy="186894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186894"/>
              </a:lnTo>
            </a:path>
          </a:pathLst>
        </a:custGeom>
        <a:noFill/>
        <a:ln w="1905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8A3633AC-9F60-4D24-B7D7-A4F576164AE7}">
      <dsp:nvSpPr>
        <dsp:cNvPr id="0" name=""/>
        <dsp:cNvSpPr/>
      </dsp:nvSpPr>
      <dsp:spPr>
        <a:xfrm>
          <a:off x="1098957" y="687036"/>
          <a:ext cx="1583389" cy="176570"/>
        </a:xfrm>
        <a:custGeom>
          <a:avLst/>
          <a:gdLst/>
          <a:ahLst/>
          <a:cxnLst/>
          <a:rect l="0" t="0" r="0" b="0"/>
          <a:pathLst>
            <a:path>
              <a:moveTo>
                <a:pt x="1583389" y="0"/>
              </a:moveTo>
              <a:lnTo>
                <a:pt x="1583389" y="117039"/>
              </a:lnTo>
              <a:lnTo>
                <a:pt x="0" y="117039"/>
              </a:lnTo>
              <a:lnTo>
                <a:pt x="0" y="176570"/>
              </a:lnTo>
            </a:path>
          </a:pathLst>
        </a:custGeom>
        <a:noFill/>
        <a:ln w="1905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86F2D633-297E-4951-AA06-4E44F416ABDA}">
      <dsp:nvSpPr>
        <dsp:cNvPr id="0" name=""/>
        <dsp:cNvSpPr/>
      </dsp:nvSpPr>
      <dsp:spPr>
        <a:xfrm>
          <a:off x="1900838" y="687036"/>
          <a:ext cx="781508" cy="176570"/>
        </a:xfrm>
        <a:custGeom>
          <a:avLst/>
          <a:gdLst/>
          <a:ahLst/>
          <a:cxnLst/>
          <a:rect l="0" t="0" r="0" b="0"/>
          <a:pathLst>
            <a:path>
              <a:moveTo>
                <a:pt x="781508" y="0"/>
              </a:moveTo>
              <a:lnTo>
                <a:pt x="781508" y="117039"/>
              </a:lnTo>
              <a:lnTo>
                <a:pt x="0" y="117039"/>
              </a:lnTo>
              <a:lnTo>
                <a:pt x="0" y="176570"/>
              </a:lnTo>
            </a:path>
          </a:pathLst>
        </a:custGeom>
        <a:noFill/>
        <a:ln w="1905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428A6ACB-E5E7-442F-8200-19708C8F65B6}">
      <dsp:nvSpPr>
        <dsp:cNvPr id="0" name=""/>
        <dsp:cNvSpPr/>
      </dsp:nvSpPr>
      <dsp:spPr>
        <a:xfrm>
          <a:off x="326086" y="687036"/>
          <a:ext cx="2356260" cy="186894"/>
        </a:xfrm>
        <a:custGeom>
          <a:avLst/>
          <a:gdLst/>
          <a:ahLst/>
          <a:cxnLst/>
          <a:rect l="0" t="0" r="0" b="0"/>
          <a:pathLst>
            <a:path>
              <a:moveTo>
                <a:pt x="2356260" y="0"/>
              </a:moveTo>
              <a:lnTo>
                <a:pt x="2356260" y="127363"/>
              </a:lnTo>
              <a:lnTo>
                <a:pt x="0" y="127363"/>
              </a:lnTo>
              <a:lnTo>
                <a:pt x="0" y="186894"/>
              </a:lnTo>
            </a:path>
          </a:pathLst>
        </a:custGeom>
        <a:noFill/>
        <a:ln w="1905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9C7EE13-B1FF-4528-A70E-D56FA520B699}">
      <dsp:nvSpPr>
        <dsp:cNvPr id="0" name=""/>
        <dsp:cNvSpPr/>
      </dsp:nvSpPr>
      <dsp:spPr>
        <a:xfrm>
          <a:off x="2361038" y="278975"/>
          <a:ext cx="642616" cy="408061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2AE8700-D3E8-44E0-BB62-9DE2CB473E4A}">
      <dsp:nvSpPr>
        <dsp:cNvPr id="0" name=""/>
        <dsp:cNvSpPr/>
      </dsp:nvSpPr>
      <dsp:spPr>
        <a:xfrm>
          <a:off x="2432440" y="346807"/>
          <a:ext cx="642616" cy="40806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lvl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GB" sz="1000" kern="1200" dirty="0" smtClean="0"/>
            <a:t>BPMN Plus</a:t>
          </a:r>
          <a:endParaRPr lang="en-GB" sz="1000" kern="1200" dirty="0"/>
        </a:p>
      </dsp:txBody>
      <dsp:txXfrm>
        <a:off x="2432440" y="346807"/>
        <a:ext cx="642616" cy="408061"/>
      </dsp:txXfrm>
    </dsp:sp>
    <dsp:sp modelId="{6B2407FB-E314-49A4-B3D2-04A8D42F3540}">
      <dsp:nvSpPr>
        <dsp:cNvPr id="0" name=""/>
        <dsp:cNvSpPr/>
      </dsp:nvSpPr>
      <dsp:spPr>
        <a:xfrm>
          <a:off x="4777" y="873931"/>
          <a:ext cx="642616" cy="408061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3C94EED-A77F-4371-976F-B726170774FB}">
      <dsp:nvSpPr>
        <dsp:cNvPr id="0" name=""/>
        <dsp:cNvSpPr/>
      </dsp:nvSpPr>
      <dsp:spPr>
        <a:xfrm>
          <a:off x="76179" y="941763"/>
          <a:ext cx="642616" cy="40806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lvl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GB" sz="1000" kern="1200" dirty="0" smtClean="0"/>
            <a:t>Process</a:t>
          </a:r>
          <a:endParaRPr lang="en-GB" sz="1000" kern="1200" dirty="0"/>
        </a:p>
      </dsp:txBody>
      <dsp:txXfrm>
        <a:off x="76179" y="941763"/>
        <a:ext cx="642616" cy="408061"/>
      </dsp:txXfrm>
    </dsp:sp>
    <dsp:sp modelId="{40A92E27-C758-4281-8E6D-1E3EC3382CD2}">
      <dsp:nvSpPr>
        <dsp:cNvPr id="0" name=""/>
        <dsp:cNvSpPr/>
      </dsp:nvSpPr>
      <dsp:spPr>
        <a:xfrm>
          <a:off x="1579530" y="863607"/>
          <a:ext cx="642616" cy="408061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1A065AE-CC0C-4A23-A523-53E691EEFFAB}">
      <dsp:nvSpPr>
        <dsp:cNvPr id="0" name=""/>
        <dsp:cNvSpPr/>
      </dsp:nvSpPr>
      <dsp:spPr>
        <a:xfrm>
          <a:off x="1650932" y="931439"/>
          <a:ext cx="642616" cy="40806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lvl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GB" sz="1000" kern="1200" dirty="0" smtClean="0"/>
            <a:t>Goal</a:t>
          </a:r>
          <a:endParaRPr lang="en-GB" sz="1000" kern="1200" dirty="0"/>
        </a:p>
      </dsp:txBody>
      <dsp:txXfrm>
        <a:off x="1650932" y="931439"/>
        <a:ext cx="642616" cy="408061"/>
      </dsp:txXfrm>
    </dsp:sp>
    <dsp:sp modelId="{3A14B81D-6501-4A9C-93E8-C0D8D63BD171}">
      <dsp:nvSpPr>
        <dsp:cNvPr id="0" name=""/>
        <dsp:cNvSpPr/>
      </dsp:nvSpPr>
      <dsp:spPr>
        <a:xfrm>
          <a:off x="777649" y="863607"/>
          <a:ext cx="642616" cy="408061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78C52AA-2AA8-4804-A77E-DB1AB1A47534}">
      <dsp:nvSpPr>
        <dsp:cNvPr id="0" name=""/>
        <dsp:cNvSpPr/>
      </dsp:nvSpPr>
      <dsp:spPr>
        <a:xfrm>
          <a:off x="849051" y="931439"/>
          <a:ext cx="642616" cy="408061"/>
        </a:xfrm>
        <a:prstGeom prst="roundRect">
          <a:avLst>
            <a:gd name="adj" fmla="val 10000"/>
          </a:avLst>
        </a:prstGeom>
        <a:solidFill>
          <a:schemeClr val="bg1">
            <a:alpha val="90000"/>
          </a:schemeClr>
        </a:solidFill>
        <a:ln w="1905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lvl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GB" sz="1000" kern="1200" dirty="0" smtClean="0"/>
            <a:t>Activity</a:t>
          </a:r>
          <a:endParaRPr lang="en-GB" sz="1000" kern="1200" dirty="0"/>
        </a:p>
      </dsp:txBody>
      <dsp:txXfrm>
        <a:off x="849051" y="931439"/>
        <a:ext cx="642616" cy="408061"/>
      </dsp:txXfrm>
    </dsp:sp>
    <dsp:sp modelId="{662C3179-156C-489E-9269-4021721C5BBC}">
      <dsp:nvSpPr>
        <dsp:cNvPr id="0" name=""/>
        <dsp:cNvSpPr/>
      </dsp:nvSpPr>
      <dsp:spPr>
        <a:xfrm>
          <a:off x="2361038" y="873931"/>
          <a:ext cx="642616" cy="408061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1A66BEE-7F4C-48E7-831F-7C888B7CC9C0}">
      <dsp:nvSpPr>
        <dsp:cNvPr id="0" name=""/>
        <dsp:cNvSpPr/>
      </dsp:nvSpPr>
      <dsp:spPr>
        <a:xfrm>
          <a:off x="2432440" y="941763"/>
          <a:ext cx="642616" cy="408061"/>
        </a:xfrm>
        <a:prstGeom prst="roundRect">
          <a:avLst>
            <a:gd name="adj" fmla="val 10000"/>
          </a:avLst>
        </a:prstGeom>
        <a:solidFill>
          <a:schemeClr val="bg1">
            <a:alpha val="90000"/>
          </a:schemeClr>
        </a:solidFill>
        <a:ln w="1905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lvl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GB" sz="1000" kern="1200" dirty="0" smtClean="0"/>
            <a:t>Data</a:t>
          </a:r>
          <a:endParaRPr lang="en-GB" sz="1000" kern="1200" dirty="0"/>
        </a:p>
      </dsp:txBody>
      <dsp:txXfrm>
        <a:off x="2432440" y="941763"/>
        <a:ext cx="642616" cy="408061"/>
      </dsp:txXfrm>
    </dsp:sp>
    <dsp:sp modelId="{54F0EE37-CCF6-4BB1-BA61-F96149AC3718}">
      <dsp:nvSpPr>
        <dsp:cNvPr id="0" name=""/>
        <dsp:cNvSpPr/>
      </dsp:nvSpPr>
      <dsp:spPr>
        <a:xfrm>
          <a:off x="3146459" y="873931"/>
          <a:ext cx="642616" cy="408061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31A3CB4-A070-4FAC-BD0B-868C2474FF9D}">
      <dsp:nvSpPr>
        <dsp:cNvPr id="0" name=""/>
        <dsp:cNvSpPr/>
      </dsp:nvSpPr>
      <dsp:spPr>
        <a:xfrm>
          <a:off x="3217860" y="941763"/>
          <a:ext cx="642616" cy="408061"/>
        </a:xfrm>
        <a:prstGeom prst="roundRect">
          <a:avLst>
            <a:gd name="adj" fmla="val 10000"/>
          </a:avLst>
        </a:prstGeom>
        <a:solidFill>
          <a:schemeClr val="bg1">
            <a:alpha val="90000"/>
          </a:schemeClr>
        </a:solidFill>
        <a:ln w="1905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lvl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GB" sz="1000" kern="1200" dirty="0" smtClean="0"/>
            <a:t>Performer</a:t>
          </a:r>
          <a:endParaRPr lang="en-GB" sz="1000" kern="1200" dirty="0"/>
        </a:p>
      </dsp:txBody>
      <dsp:txXfrm>
        <a:off x="3217860" y="941763"/>
        <a:ext cx="642616" cy="408061"/>
      </dsp:txXfrm>
    </dsp:sp>
    <dsp:sp modelId="{67F8B690-7029-4557-BD20-C260F8DB4724}">
      <dsp:nvSpPr>
        <dsp:cNvPr id="0" name=""/>
        <dsp:cNvSpPr/>
      </dsp:nvSpPr>
      <dsp:spPr>
        <a:xfrm>
          <a:off x="3931879" y="873931"/>
          <a:ext cx="642616" cy="408061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D13C481-FE39-4686-A3AA-FA31766A43D3}">
      <dsp:nvSpPr>
        <dsp:cNvPr id="0" name=""/>
        <dsp:cNvSpPr/>
      </dsp:nvSpPr>
      <dsp:spPr>
        <a:xfrm>
          <a:off x="4003281" y="941763"/>
          <a:ext cx="642616" cy="408061"/>
        </a:xfrm>
        <a:prstGeom prst="roundRect">
          <a:avLst>
            <a:gd name="adj" fmla="val 10000"/>
          </a:avLst>
        </a:prstGeom>
        <a:solidFill>
          <a:srgbClr val="C00000">
            <a:alpha val="50000"/>
          </a:srgbClr>
        </a:solidFill>
        <a:ln w="1905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lvl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GB" sz="1000" kern="1200" dirty="0" smtClean="0"/>
            <a:t>Event</a:t>
          </a:r>
          <a:endParaRPr lang="en-GB" sz="1000" kern="1200" dirty="0"/>
        </a:p>
      </dsp:txBody>
      <dsp:txXfrm>
        <a:off x="4003281" y="941763"/>
        <a:ext cx="642616" cy="408061"/>
      </dsp:txXfrm>
    </dsp:sp>
    <dsp:sp modelId="{66C38677-3CFA-40E6-B6F4-0879C0578B84}">
      <dsp:nvSpPr>
        <dsp:cNvPr id="0" name=""/>
        <dsp:cNvSpPr/>
      </dsp:nvSpPr>
      <dsp:spPr>
        <a:xfrm>
          <a:off x="4717299" y="873931"/>
          <a:ext cx="642616" cy="408061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F4ACE5B-B2D7-482A-8E23-DD5FB82F8B10}">
      <dsp:nvSpPr>
        <dsp:cNvPr id="0" name=""/>
        <dsp:cNvSpPr/>
      </dsp:nvSpPr>
      <dsp:spPr>
        <a:xfrm>
          <a:off x="4788701" y="941763"/>
          <a:ext cx="642616" cy="40806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lvl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GB" sz="1000" kern="1200" dirty="0" smtClean="0"/>
            <a:t>Gateway</a:t>
          </a:r>
          <a:endParaRPr lang="en-GB" sz="1000" kern="1200" dirty="0"/>
        </a:p>
      </dsp:txBody>
      <dsp:txXfrm>
        <a:off x="4788701" y="941763"/>
        <a:ext cx="642616" cy="408061"/>
      </dsp:txXfrm>
    </dsp:sp>
  </dsp:spTree>
</dsp:drawing>
</file>

<file path=ppt/diagrams/drawing10.xml><?xml version="1.0" encoding="utf-8"?>
<dsp:drawing xmlns:dgm="http://schemas.openxmlformats.org/drawingml/2006/diagram" xmlns:a="http://schemas.openxmlformats.org/drawingml/2006/main" xmlns:dsp="http://schemas.microsoft.com/office/drawing/2008/diagram">
  <dsp:spTree>
    <dsp:nvGrpSpPr>
      <dsp:cNvPr id="0" name=""/>
      <dsp:cNvGrpSpPr/>
    </dsp:nvGrpSpPr>
    <dsp:grpSpPr/>
    <dsp:sp modelId="{0B4BAC74-B45F-40F8-A1EB-1842197B04A5}">
      <dsp:nvSpPr>
        <dsp:cNvPr id="0" name=""/>
        <dsp:cNvSpPr/>
      </dsp:nvSpPr>
      <dsp:spPr>
        <a:xfrm>
          <a:off x="2682347" y="687036"/>
          <a:ext cx="2356260" cy="186894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27363"/>
              </a:lnTo>
              <a:lnTo>
                <a:pt x="2356260" y="127363"/>
              </a:lnTo>
              <a:lnTo>
                <a:pt x="2356260" y="186894"/>
              </a:lnTo>
            </a:path>
          </a:pathLst>
        </a:custGeom>
        <a:noFill/>
        <a:ln w="1905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144EBCE9-6A7A-4BC8-B9D3-16780A79B60C}">
      <dsp:nvSpPr>
        <dsp:cNvPr id="0" name=""/>
        <dsp:cNvSpPr/>
      </dsp:nvSpPr>
      <dsp:spPr>
        <a:xfrm>
          <a:off x="2682347" y="687036"/>
          <a:ext cx="1570840" cy="186894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27363"/>
              </a:lnTo>
              <a:lnTo>
                <a:pt x="1570840" y="127363"/>
              </a:lnTo>
              <a:lnTo>
                <a:pt x="1570840" y="186894"/>
              </a:lnTo>
            </a:path>
          </a:pathLst>
        </a:custGeom>
        <a:noFill/>
        <a:ln w="1905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998B4BCF-9FBD-4FCE-BB21-5A3D17E90903}">
      <dsp:nvSpPr>
        <dsp:cNvPr id="0" name=""/>
        <dsp:cNvSpPr/>
      </dsp:nvSpPr>
      <dsp:spPr>
        <a:xfrm>
          <a:off x="2682347" y="687036"/>
          <a:ext cx="785420" cy="186894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27363"/>
              </a:lnTo>
              <a:lnTo>
                <a:pt x="785420" y="127363"/>
              </a:lnTo>
              <a:lnTo>
                <a:pt x="785420" y="186894"/>
              </a:lnTo>
            </a:path>
          </a:pathLst>
        </a:custGeom>
        <a:noFill/>
        <a:ln w="1905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8BD446B4-F119-45FB-A8E7-0421E68F445C}">
      <dsp:nvSpPr>
        <dsp:cNvPr id="0" name=""/>
        <dsp:cNvSpPr/>
      </dsp:nvSpPr>
      <dsp:spPr>
        <a:xfrm>
          <a:off x="2636627" y="687036"/>
          <a:ext cx="91440" cy="186894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186894"/>
              </a:lnTo>
            </a:path>
          </a:pathLst>
        </a:custGeom>
        <a:noFill/>
        <a:ln w="1905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8A3633AC-9F60-4D24-B7D7-A4F576164AE7}">
      <dsp:nvSpPr>
        <dsp:cNvPr id="0" name=""/>
        <dsp:cNvSpPr/>
      </dsp:nvSpPr>
      <dsp:spPr>
        <a:xfrm>
          <a:off x="1098957" y="687036"/>
          <a:ext cx="1583389" cy="176570"/>
        </a:xfrm>
        <a:custGeom>
          <a:avLst/>
          <a:gdLst/>
          <a:ahLst/>
          <a:cxnLst/>
          <a:rect l="0" t="0" r="0" b="0"/>
          <a:pathLst>
            <a:path>
              <a:moveTo>
                <a:pt x="1583389" y="0"/>
              </a:moveTo>
              <a:lnTo>
                <a:pt x="1583389" y="117039"/>
              </a:lnTo>
              <a:lnTo>
                <a:pt x="0" y="117039"/>
              </a:lnTo>
              <a:lnTo>
                <a:pt x="0" y="176570"/>
              </a:lnTo>
            </a:path>
          </a:pathLst>
        </a:custGeom>
        <a:noFill/>
        <a:ln w="1905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86F2D633-297E-4951-AA06-4E44F416ABDA}">
      <dsp:nvSpPr>
        <dsp:cNvPr id="0" name=""/>
        <dsp:cNvSpPr/>
      </dsp:nvSpPr>
      <dsp:spPr>
        <a:xfrm>
          <a:off x="1900838" y="687036"/>
          <a:ext cx="781508" cy="176570"/>
        </a:xfrm>
        <a:custGeom>
          <a:avLst/>
          <a:gdLst/>
          <a:ahLst/>
          <a:cxnLst/>
          <a:rect l="0" t="0" r="0" b="0"/>
          <a:pathLst>
            <a:path>
              <a:moveTo>
                <a:pt x="781508" y="0"/>
              </a:moveTo>
              <a:lnTo>
                <a:pt x="781508" y="117039"/>
              </a:lnTo>
              <a:lnTo>
                <a:pt x="0" y="117039"/>
              </a:lnTo>
              <a:lnTo>
                <a:pt x="0" y="176570"/>
              </a:lnTo>
            </a:path>
          </a:pathLst>
        </a:custGeom>
        <a:noFill/>
        <a:ln w="1905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428A6ACB-E5E7-442F-8200-19708C8F65B6}">
      <dsp:nvSpPr>
        <dsp:cNvPr id="0" name=""/>
        <dsp:cNvSpPr/>
      </dsp:nvSpPr>
      <dsp:spPr>
        <a:xfrm>
          <a:off x="326086" y="687036"/>
          <a:ext cx="2356260" cy="186894"/>
        </a:xfrm>
        <a:custGeom>
          <a:avLst/>
          <a:gdLst/>
          <a:ahLst/>
          <a:cxnLst/>
          <a:rect l="0" t="0" r="0" b="0"/>
          <a:pathLst>
            <a:path>
              <a:moveTo>
                <a:pt x="2356260" y="0"/>
              </a:moveTo>
              <a:lnTo>
                <a:pt x="2356260" y="127363"/>
              </a:lnTo>
              <a:lnTo>
                <a:pt x="0" y="127363"/>
              </a:lnTo>
              <a:lnTo>
                <a:pt x="0" y="186894"/>
              </a:lnTo>
            </a:path>
          </a:pathLst>
        </a:custGeom>
        <a:noFill/>
        <a:ln w="1905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9C7EE13-B1FF-4528-A70E-D56FA520B699}">
      <dsp:nvSpPr>
        <dsp:cNvPr id="0" name=""/>
        <dsp:cNvSpPr/>
      </dsp:nvSpPr>
      <dsp:spPr>
        <a:xfrm>
          <a:off x="2361038" y="278975"/>
          <a:ext cx="642616" cy="408061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2AE8700-D3E8-44E0-BB62-9DE2CB473E4A}">
      <dsp:nvSpPr>
        <dsp:cNvPr id="0" name=""/>
        <dsp:cNvSpPr/>
      </dsp:nvSpPr>
      <dsp:spPr>
        <a:xfrm>
          <a:off x="2432440" y="346807"/>
          <a:ext cx="642616" cy="40806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lvl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GB" sz="1000" kern="1200" dirty="0" smtClean="0"/>
            <a:t>BPMN Plus</a:t>
          </a:r>
          <a:endParaRPr lang="en-GB" sz="1000" kern="1200" dirty="0"/>
        </a:p>
      </dsp:txBody>
      <dsp:txXfrm>
        <a:off x="2432440" y="346807"/>
        <a:ext cx="642616" cy="408061"/>
      </dsp:txXfrm>
    </dsp:sp>
    <dsp:sp modelId="{6B2407FB-E314-49A4-B3D2-04A8D42F3540}">
      <dsp:nvSpPr>
        <dsp:cNvPr id="0" name=""/>
        <dsp:cNvSpPr/>
      </dsp:nvSpPr>
      <dsp:spPr>
        <a:xfrm>
          <a:off x="4777" y="873931"/>
          <a:ext cx="642616" cy="408061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3C94EED-A77F-4371-976F-B726170774FB}">
      <dsp:nvSpPr>
        <dsp:cNvPr id="0" name=""/>
        <dsp:cNvSpPr/>
      </dsp:nvSpPr>
      <dsp:spPr>
        <a:xfrm>
          <a:off x="76179" y="941763"/>
          <a:ext cx="642616" cy="40806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lvl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GB" sz="1000" kern="1200" dirty="0" smtClean="0"/>
            <a:t>Process</a:t>
          </a:r>
          <a:endParaRPr lang="en-GB" sz="1000" kern="1200" dirty="0"/>
        </a:p>
      </dsp:txBody>
      <dsp:txXfrm>
        <a:off x="76179" y="941763"/>
        <a:ext cx="642616" cy="408061"/>
      </dsp:txXfrm>
    </dsp:sp>
    <dsp:sp modelId="{40A92E27-C758-4281-8E6D-1E3EC3382CD2}">
      <dsp:nvSpPr>
        <dsp:cNvPr id="0" name=""/>
        <dsp:cNvSpPr/>
      </dsp:nvSpPr>
      <dsp:spPr>
        <a:xfrm>
          <a:off x="1579530" y="863607"/>
          <a:ext cx="642616" cy="408061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1A065AE-CC0C-4A23-A523-53E691EEFFAB}">
      <dsp:nvSpPr>
        <dsp:cNvPr id="0" name=""/>
        <dsp:cNvSpPr/>
      </dsp:nvSpPr>
      <dsp:spPr>
        <a:xfrm>
          <a:off x="1650932" y="931439"/>
          <a:ext cx="642616" cy="40806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lvl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GB" sz="1000" kern="1200" dirty="0" smtClean="0"/>
            <a:t>Goal</a:t>
          </a:r>
          <a:endParaRPr lang="en-GB" sz="1000" kern="1200" dirty="0"/>
        </a:p>
      </dsp:txBody>
      <dsp:txXfrm>
        <a:off x="1650932" y="931439"/>
        <a:ext cx="642616" cy="408061"/>
      </dsp:txXfrm>
    </dsp:sp>
    <dsp:sp modelId="{3A14B81D-6501-4A9C-93E8-C0D8D63BD171}">
      <dsp:nvSpPr>
        <dsp:cNvPr id="0" name=""/>
        <dsp:cNvSpPr/>
      </dsp:nvSpPr>
      <dsp:spPr>
        <a:xfrm>
          <a:off x="777649" y="863607"/>
          <a:ext cx="642616" cy="408061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78C52AA-2AA8-4804-A77E-DB1AB1A47534}">
      <dsp:nvSpPr>
        <dsp:cNvPr id="0" name=""/>
        <dsp:cNvSpPr/>
      </dsp:nvSpPr>
      <dsp:spPr>
        <a:xfrm>
          <a:off x="849051" y="931439"/>
          <a:ext cx="642616" cy="408061"/>
        </a:xfrm>
        <a:prstGeom prst="roundRect">
          <a:avLst>
            <a:gd name="adj" fmla="val 10000"/>
          </a:avLst>
        </a:prstGeom>
        <a:solidFill>
          <a:schemeClr val="bg1">
            <a:alpha val="90000"/>
          </a:schemeClr>
        </a:solidFill>
        <a:ln w="1905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lvl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GB" sz="1000" kern="1200" dirty="0" smtClean="0"/>
            <a:t>Activity</a:t>
          </a:r>
          <a:endParaRPr lang="en-GB" sz="1000" kern="1200" dirty="0"/>
        </a:p>
      </dsp:txBody>
      <dsp:txXfrm>
        <a:off x="849051" y="931439"/>
        <a:ext cx="642616" cy="408061"/>
      </dsp:txXfrm>
    </dsp:sp>
    <dsp:sp modelId="{662C3179-156C-489E-9269-4021721C5BBC}">
      <dsp:nvSpPr>
        <dsp:cNvPr id="0" name=""/>
        <dsp:cNvSpPr/>
      </dsp:nvSpPr>
      <dsp:spPr>
        <a:xfrm>
          <a:off x="2361038" y="873931"/>
          <a:ext cx="642616" cy="408061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1A66BEE-7F4C-48E7-831F-7C888B7CC9C0}">
      <dsp:nvSpPr>
        <dsp:cNvPr id="0" name=""/>
        <dsp:cNvSpPr/>
      </dsp:nvSpPr>
      <dsp:spPr>
        <a:xfrm>
          <a:off x="2432440" y="941763"/>
          <a:ext cx="642616" cy="408061"/>
        </a:xfrm>
        <a:prstGeom prst="roundRect">
          <a:avLst>
            <a:gd name="adj" fmla="val 10000"/>
          </a:avLst>
        </a:prstGeom>
        <a:solidFill>
          <a:schemeClr val="bg1">
            <a:alpha val="90000"/>
          </a:schemeClr>
        </a:solidFill>
        <a:ln w="1905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lvl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GB" sz="1000" kern="1200" dirty="0" smtClean="0"/>
            <a:t>Data</a:t>
          </a:r>
          <a:endParaRPr lang="en-GB" sz="1000" kern="1200" dirty="0"/>
        </a:p>
      </dsp:txBody>
      <dsp:txXfrm>
        <a:off x="2432440" y="941763"/>
        <a:ext cx="642616" cy="408061"/>
      </dsp:txXfrm>
    </dsp:sp>
    <dsp:sp modelId="{54F0EE37-CCF6-4BB1-BA61-F96149AC3718}">
      <dsp:nvSpPr>
        <dsp:cNvPr id="0" name=""/>
        <dsp:cNvSpPr/>
      </dsp:nvSpPr>
      <dsp:spPr>
        <a:xfrm>
          <a:off x="3146459" y="873931"/>
          <a:ext cx="642616" cy="408061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31A3CB4-A070-4FAC-BD0B-868C2474FF9D}">
      <dsp:nvSpPr>
        <dsp:cNvPr id="0" name=""/>
        <dsp:cNvSpPr/>
      </dsp:nvSpPr>
      <dsp:spPr>
        <a:xfrm>
          <a:off x="3217860" y="941763"/>
          <a:ext cx="642616" cy="408061"/>
        </a:xfrm>
        <a:prstGeom prst="roundRect">
          <a:avLst>
            <a:gd name="adj" fmla="val 10000"/>
          </a:avLst>
        </a:prstGeom>
        <a:solidFill>
          <a:schemeClr val="bg1">
            <a:alpha val="90000"/>
          </a:schemeClr>
        </a:solidFill>
        <a:ln w="1905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lvl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GB" sz="1000" kern="1200" dirty="0" smtClean="0"/>
            <a:t>Performer</a:t>
          </a:r>
          <a:endParaRPr lang="en-GB" sz="1000" kern="1200" dirty="0"/>
        </a:p>
      </dsp:txBody>
      <dsp:txXfrm>
        <a:off x="3217860" y="941763"/>
        <a:ext cx="642616" cy="408061"/>
      </dsp:txXfrm>
    </dsp:sp>
    <dsp:sp modelId="{67F8B690-7029-4557-BD20-C260F8DB4724}">
      <dsp:nvSpPr>
        <dsp:cNvPr id="0" name=""/>
        <dsp:cNvSpPr/>
      </dsp:nvSpPr>
      <dsp:spPr>
        <a:xfrm>
          <a:off x="3931879" y="873931"/>
          <a:ext cx="642616" cy="408061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D13C481-FE39-4686-A3AA-FA31766A43D3}">
      <dsp:nvSpPr>
        <dsp:cNvPr id="0" name=""/>
        <dsp:cNvSpPr/>
      </dsp:nvSpPr>
      <dsp:spPr>
        <a:xfrm>
          <a:off x="4003281" y="941763"/>
          <a:ext cx="642616" cy="408061"/>
        </a:xfrm>
        <a:prstGeom prst="roundRect">
          <a:avLst>
            <a:gd name="adj" fmla="val 10000"/>
          </a:avLst>
        </a:prstGeom>
        <a:solidFill>
          <a:schemeClr val="bg1">
            <a:alpha val="90000"/>
          </a:schemeClr>
        </a:solidFill>
        <a:ln w="1905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lvl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GB" sz="1000" kern="1200" dirty="0" smtClean="0"/>
            <a:t>Event</a:t>
          </a:r>
          <a:endParaRPr lang="en-GB" sz="1000" kern="1200" dirty="0"/>
        </a:p>
      </dsp:txBody>
      <dsp:txXfrm>
        <a:off x="4003281" y="941763"/>
        <a:ext cx="642616" cy="408061"/>
      </dsp:txXfrm>
    </dsp:sp>
    <dsp:sp modelId="{66C38677-3CFA-40E6-B6F4-0879C0578B84}">
      <dsp:nvSpPr>
        <dsp:cNvPr id="0" name=""/>
        <dsp:cNvSpPr/>
      </dsp:nvSpPr>
      <dsp:spPr>
        <a:xfrm>
          <a:off x="4717299" y="873931"/>
          <a:ext cx="642616" cy="408061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F4ACE5B-B2D7-482A-8E23-DD5FB82F8B10}">
      <dsp:nvSpPr>
        <dsp:cNvPr id="0" name=""/>
        <dsp:cNvSpPr/>
      </dsp:nvSpPr>
      <dsp:spPr>
        <a:xfrm>
          <a:off x="4788701" y="941763"/>
          <a:ext cx="642616" cy="408061"/>
        </a:xfrm>
        <a:prstGeom prst="roundRect">
          <a:avLst>
            <a:gd name="adj" fmla="val 10000"/>
          </a:avLst>
        </a:prstGeom>
        <a:solidFill>
          <a:srgbClr val="C00000">
            <a:alpha val="50000"/>
          </a:srgbClr>
        </a:solidFill>
        <a:ln w="1905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lvl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GB" sz="1000" kern="1200" dirty="0" smtClean="0"/>
            <a:t>Gateway</a:t>
          </a:r>
          <a:endParaRPr lang="en-GB" sz="1000" kern="1200" dirty="0"/>
        </a:p>
      </dsp:txBody>
      <dsp:txXfrm>
        <a:off x="4788701" y="941763"/>
        <a:ext cx="642616" cy="408061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radial4">
  <dgm:title val=""/>
  <dgm:desc val=""/>
  <dgm:catLst>
    <dgm:cat type="relationship" pri="19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5" srcId="1" destId="11" srcOrd="0" destOrd="0"/>
        <dgm:cxn modelId="16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12"/>
        <dgm:pt modelId="13"/>
        <dgm:pt modelId="14"/>
        <dgm:pt modelId="15"/>
        <dgm:pt modelId="16"/>
      </dgm:ptLst>
      <dgm:cxnLst>
        <dgm:cxn modelId="2" srcId="0" destId="1" srcOrd="0" destOrd="0"/>
        <dgm:cxn modelId="16" srcId="1" destId="11" srcOrd="0" destOrd="0"/>
        <dgm:cxn modelId="17" srcId="1" destId="12" srcOrd="1" destOrd="0"/>
        <dgm:cxn modelId="18" srcId="1" destId="13" srcOrd="2" destOrd="0"/>
        <dgm:cxn modelId="19" srcId="1" destId="14" srcOrd="3" destOrd="0"/>
        <dgm:cxn modelId="20" srcId="1" destId="15" srcOrd="4" destOrd="0"/>
        <dgm:cxn modelId="21" srcId="1" destId="16" srcOrd="5" destOrd="0"/>
      </dgm:cxnLst>
      <dgm:bg/>
      <dgm:whole/>
    </dgm:dataModel>
  </dgm:clrData>
  <dgm:layoutNode name="cycle">
    <dgm:varLst>
      <dgm:chMax val="1"/>
      <dgm:dir/>
      <dgm:animLvl val="ctr"/>
      <dgm:resizeHandles val="exact"/>
    </dgm:varLst>
    <dgm:choose name="Name0">
      <dgm:if name="Name1" func="var" arg="dir" op="equ" val="norm">
        <dgm:choose name="Name2">
          <dgm:if name="Name3" axis="ch ch" ptType="node node" st="1 1" cnt="1 0" func="cnt" op="lte" val="1">
            <dgm:alg type="cycle">
              <dgm:param type="stAng" val="0"/>
              <dgm:param type="spanAng" val="360"/>
              <dgm:param type="ctrShpMap" val="fNode"/>
            </dgm:alg>
          </dgm:if>
          <dgm:else name="Name4">
            <dgm:choose name="Name5">
              <dgm:if name="Name6" axis="ch ch" ptType="node node" st="1 1" cnt="1 0" func="cnt" op="lte" val="3">
                <dgm:alg type="cycle">
                  <dgm:param type="stAng" val="-55"/>
                  <dgm:param type="spanAng" val="110"/>
                  <dgm:param type="ctrShpMap" val="fNode"/>
                </dgm:alg>
              </dgm:if>
              <dgm:else name="Name7">
                <dgm:choose name="Name8">
                  <dgm:if name="Name9" axis="ch ch" ptType="node node" st="1 1" cnt="1 0" func="cnt" op="equ" val="4">
                    <dgm:alg type="cycle">
                      <dgm:param type="stAng" val="-75"/>
                      <dgm:param type="spanAng" val="150"/>
                      <dgm:param type="ctrShpMap" val="fNode"/>
                    </dgm:alg>
                  </dgm:if>
                  <dgm:else name="Name10">
                    <dgm:alg type="cycle">
                      <dgm:param type="stAng" val="-90"/>
                      <dgm:param type="spanAng" val="180"/>
                      <dgm:param type="ctrShpMap" val="fNode"/>
                    </dgm:alg>
                  </dgm:else>
                </dgm:choose>
              </dgm:else>
            </dgm:choose>
          </dgm:else>
        </dgm:choose>
      </dgm:if>
      <dgm:else name="Name11">
        <dgm:choose name="Name12">
          <dgm:if name="Name13" axis="ch ch" ptType="node node" st="1 1" cnt="1 0" func="cnt" op="lte" val="1">
            <dgm:alg type="cycle">
              <dgm:param type="stAng" val="0"/>
              <dgm:param type="spanAng" val="-360"/>
              <dgm:param type="ctrShpMap" val="fNode"/>
            </dgm:alg>
          </dgm:if>
          <dgm:else name="Name14">
            <dgm:choose name="Name15">
              <dgm:if name="Name16" axis="ch ch" ptType="node node" st="1 1" cnt="1 0" func="cnt" op="lte" val="3">
                <dgm:alg type="cycle">
                  <dgm:param type="stAng" val="55"/>
                  <dgm:param type="spanAng" val="-110"/>
                  <dgm:param type="ctrShpMap" val="fNode"/>
                </dgm:alg>
              </dgm:if>
              <dgm:else name="Name17">
                <dgm:choose name="Name18">
                  <dgm:if name="Name19" axis="ch ch" ptType="node node" st="1 1" cnt="1 0" func="cnt" op="equ" val="4">
                    <dgm:alg type="cycle">
                      <dgm:param type="stAng" val="75"/>
                      <dgm:param type="spanAng" val="-150"/>
                      <dgm:param type="ctrShpMap" val="fNode"/>
                    </dgm:alg>
                  </dgm:if>
                  <dgm:else name="Name20">
                    <dgm:alg type="cycle">
                      <dgm:param type="stAng" val="90"/>
                      <dgm:param type="spanAng" val="-180"/>
                      <dgm:param type="ctrShpMap" val="fNode"/>
                    </dgm:alg>
                  </dgm:else>
                </dgm:choose>
              </dgm:else>
            </dgm:choose>
          </dgm:else>
        </dgm:choose>
      </dgm:else>
    </dgm:choose>
    <dgm:shape xmlns:r="http://schemas.openxmlformats.org/officeDocument/2006/relationships" r:blip="">
      <dgm:adjLst/>
    </dgm:shape>
    <dgm:presOf/>
    <dgm:constrLst>
      <dgm:constr type="w" for="ch" forName="centerShape" refType="w"/>
      <dgm:constr type="w" for="ch" forName="node" refType="w" refFor="ch" refForName="centerShape" fact="0.95"/>
      <dgm:constr type="h" for="ch" forName="parTrans" refType="w" refFor="ch" refForName="centerShape" fact="0.285"/>
      <dgm:constr type="sp" refType="w" refFor="ch" refForName="centerShape" op="equ" fact="0.23"/>
      <dgm:constr type="sibSp" refType="w" refFor="ch" refForName="node" fact="0.1"/>
      <dgm:constr type="primFontSz" for="ch" forName="node" op="equ"/>
    </dgm:constrLst>
    <dgm:choose name="Name21">
      <dgm:if name="Name22" axis="ch ch" ptType="node node" st="1 1" cnt="1 0" func="cnt" op="lte" val="5">
        <dgm:ruleLst>
          <dgm:rule type="w" for="ch" forName="centerShape" val="NaN" fact="0.27" max="NaN"/>
        </dgm:ruleLst>
      </dgm:if>
      <dgm:else name="Name23">
        <dgm:ruleLst>
          <dgm:rule type="w" for="ch" forName="centerShape" val="NaN" fact="0.27" max="NaN"/>
          <dgm:rule type="w" for="ch" forName="node" val="NaN" fact="0.7" max="NaN"/>
        </dgm:ruleLst>
      </dgm:else>
    </dgm:choose>
    <dgm:forEach name="Name24" axis="ch" ptType="node" cnt="1">
      <dgm:layoutNode name="centerShape" styleLbl="node0">
        <dgm:alg type="tx"/>
        <dgm:shape xmlns:r="http://schemas.openxmlformats.org/officeDocument/2006/relationships" type="ellipse" r:blip="">
          <dgm:adjLst/>
        </dgm:shape>
        <dgm:presOf axis="self"/>
        <dgm:constrLst>
          <dgm:constr type="tMarg" refType="primFontSz" fact="0.05"/>
          <dgm:constr type="bMarg" refType="primFontSz" fact="0.05"/>
          <dgm:constr type="lMarg" refType="primFontSz" fact="0.05"/>
          <dgm:constr type="rMarg" refType="primFontSz" fact="0.05"/>
          <dgm:constr type="primFontSz" val="65"/>
          <dgm:constr type="h" refType="w"/>
        </dgm:constrLst>
        <dgm:ruleLst>
          <dgm:rule type="primFontSz" val="5" fact="NaN" max="NaN"/>
        </dgm:ruleLst>
      </dgm:layoutNode>
      <dgm:forEach name="Name25" axis="ch">
        <dgm:forEach name="Name26" axis="self" ptType="parTrans">
          <dgm:layoutNode name="parTrans" styleLbl="bgSibTrans2D1">
            <dgm:alg type="conn">
              <dgm:param type="begPts" val="auto"/>
              <dgm:param type="endPts" val="ctr"/>
              <dgm:param type="endSty" val="noArr"/>
              <dgm:param type="begSty" val="arr"/>
            </dgm:alg>
            <dgm:shape xmlns:r="http://schemas.openxmlformats.org/officeDocument/2006/relationships" type="conn" r:blip="">
              <dgm:adjLst/>
            </dgm:shape>
            <dgm:presOf axis="self"/>
            <dgm:constrLst>
              <dgm:constr type="begPad" refType="connDist" fact="0.055"/>
              <dgm:constr type="endPad"/>
            </dgm:constrLst>
            <dgm:ruleLst/>
          </dgm:layoutNode>
        </dgm:forEach>
        <dgm:forEach name="Name27" axis="self" ptType="node">
          <dgm:layoutNode name="node" styleLbl="node1">
            <dgm:varLst>
              <dgm:bulletEnabled val="1"/>
            </dgm:varLst>
            <dgm:alg type="tx"/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desOrSelf" ptType="node"/>
            <dgm:constrLst>
              <dgm:constr type="primFontSz" val="65"/>
              <dgm:constr type="h" refType="w" fact="0.8"/>
              <dgm:constr type="tMarg" refType="primFontSz" fact="0.15"/>
              <dgm:constr type="bMarg" refType="primFontSz" fact="0.15"/>
              <dgm:constr type="lMarg" refType="primFontSz" fact="0.15"/>
              <dgm:constr type="rMarg" refType="primFontSz" fact="0.15"/>
            </dgm:constrLst>
            <dgm:ruleLst>
              <dgm:rule type="primFontSz" val="5" fact="NaN" max="NaN"/>
            </dgm:ruleLst>
          </dgm:layoutNode>
        </dgm:forEach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cycle6">
  <dgm:title val=""/>
  <dgm:desc val=""/>
  <dgm:catLst>
    <dgm:cat type="cycle" pri="4000"/>
    <dgm:cat type="relationship" pri="2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  <dgm:pt modelId="3"/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cycle">
    <dgm:varLst>
      <dgm:dir/>
      <dgm:resizeHandles val="exact"/>
    </dgm:varLst>
    <dgm:choose name="Name0">
      <dgm:if name="Name1" func="var" arg="dir" op="equ" val="norm">
        <dgm:choose name="Name2">
          <dgm:if name="Name3" axis="ch" ptType="node" func="cnt" op="gt" val="2">
            <dgm:alg type="cycle">
              <dgm:param type="stAng" val="0"/>
              <dgm:param type="spanAng" val="360"/>
            </dgm:alg>
          </dgm:if>
          <dgm:else name="Name4">
            <dgm:alg type="cycle">
              <dgm:param type="stAng" val="-90"/>
              <dgm:param type="spanAng" val="360"/>
            </dgm:alg>
          </dgm:else>
        </dgm:choose>
      </dgm:if>
      <dgm:else name="Name5">
        <dgm:choose name="Name6">
          <dgm:if name="Name7" axis="ch" ptType="node" func="cnt" op="gt" val="2">
            <dgm:alg type="cycle">
              <dgm:param type="stAng" val="0"/>
              <dgm:param type="spanAng" val="-360"/>
            </dgm:alg>
          </dgm:if>
          <dgm:else name="Name8">
            <dgm:alg type="cycle">
              <dgm:param type="stAng" val="90"/>
              <dgm:param type="spanAng" val="-360"/>
            </dgm:alg>
          </dgm:else>
        </dgm:choose>
      </dgm:else>
    </dgm:choose>
    <dgm:shape xmlns:r="http://schemas.openxmlformats.org/officeDocument/2006/relationships" r:blip="">
      <dgm:adjLst/>
    </dgm:shape>
    <dgm:presOf/>
    <dgm:choose name="Name9">
      <dgm:if name="Name10" func="var" arg="dir" op="equ" val="norm">
        <dgm:constrLst>
          <dgm:constr type="w" for="ch" forName="node" refType="w"/>
          <dgm:constr type="w" for="ch" ptType="sibTrans" refType="w" refFor="ch" refForName="node" op="equ" fact="0.3"/>
          <dgm:constr type="diam" for="ch" ptType="sibTrans" refType="diam" op="equ"/>
          <dgm:constr type="sibSp" refType="w" refFor="ch" refForName="node" op="equ" fact="0.15"/>
          <dgm:constr type="w" for="ch" forName="spNode" refType="sibSp" fact="1.6"/>
          <dgm:constr type="primFontSz" for="ch" forName="node" op="equ" val="65"/>
        </dgm:constrLst>
      </dgm:if>
      <dgm:else name="Name11">
        <dgm:constrLst>
          <dgm:constr type="w" for="ch" forName="node" refType="w"/>
          <dgm:constr type="w" for="ch" ptType="sibTrans" refType="w" refFor="ch" refForName="node" op="equ" fact="0.3"/>
          <dgm:constr type="diam" for="ch" ptType="sibTrans" refType="diam" op="equ" fact="-1"/>
          <dgm:constr type="sibSp" refType="w" refFor="ch" refForName="node" op="equ" fact="0.15"/>
          <dgm:constr type="w" for="ch" forName="spNode" refType="sibSp" fact="1.6"/>
          <dgm:constr type="primFontSz" for="ch" forName="node" op="equ" val="65"/>
        </dgm:constrLst>
      </dgm:else>
    </dgm:choose>
    <dgm:ruleLst/>
    <dgm:forEach name="Name12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/>
        </dgm:shape>
        <dgm:presOf axis="desOrSelf" ptType="node"/>
        <dgm:constrLst>
          <dgm:constr type="h" refType="w" fact="0.65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5" fact="NaN" max="NaN"/>
        </dgm:ruleLst>
      </dgm:layoutNode>
      <dgm:choose name="Name13">
        <dgm:if name="Name14" axis="par ch" ptType="doc node" func="cnt" op="gt" val="1">
          <dgm:layoutNode name="spNode">
            <dgm:alg type="sp"/>
            <dgm:shape xmlns:r="http://schemas.openxmlformats.org/officeDocument/2006/relationships" r:blip="">
              <dgm:adjLst/>
            </dgm:shape>
            <dgm:presOf/>
            <dgm:constrLst>
              <dgm:constr type="h" refType="w"/>
            </dgm:constrLst>
            <dgm:ruleLst/>
          </dgm:layoutNode>
          <dgm:forEach name="Name15" axis="followSib" ptType="sibTrans" hideLastTrans="0" cnt="1">
            <dgm:layoutNode name="sibTrans">
              <dgm:alg type="conn">
                <dgm:param type="dim" val="1D"/>
                <dgm:param type="connRout" val="curve"/>
                <dgm:param type="begPts" val="radial"/>
                <dgm:param type="endPts" val="radial"/>
                <dgm:param type="endSty" val="noArr"/>
              </dgm:alg>
              <dgm:shape xmlns:r="http://schemas.openxmlformats.org/officeDocument/2006/relationships" type="conn" r:blip="">
                <dgm:adjLst/>
              </dgm:shape>
              <dgm:presOf axis="self"/>
              <dgm:constrLst>
                <dgm:constr type="h" refType="w" fact="0.65"/>
                <dgm:constr type="connDist"/>
                <dgm:constr type="begPad" refType="connDist" fact="0.01"/>
                <dgm:constr type="endPad" refType="connDist" fact="0.01"/>
              </dgm:constrLst>
              <dgm:ruleLst/>
            </dgm:layoutNode>
          </dgm:forEach>
        </dgm:if>
        <dgm:else name="Name16"/>
      </dgm:choos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9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10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0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B4B2610-E76D-4598-8410-FCFA4F420AD2}" type="datetimeFigureOut">
              <a:rPr lang="en-GB" smtClean="0"/>
              <a:pPr/>
              <a:t>17/08/2015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BAB3EA4-3119-40E1-9A0B-1F424BC1D302}" type="slidenum">
              <a:rPr lang="en-GB" smtClean="0"/>
              <a:pPr/>
              <a:t>‹#›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GB" dirty="0" smtClean="0"/>
              <a:t>Which</a:t>
            </a:r>
            <a:r>
              <a:rPr lang="en-GB" baseline="0" dirty="0" smtClean="0"/>
              <a:t> means we cannot model the unstructured process in </a:t>
            </a:r>
            <a:r>
              <a:rPr lang="en-GB" baseline="0" dirty="0" err="1" smtClean="0"/>
              <a:t>sturctured</a:t>
            </a:r>
            <a:r>
              <a:rPr lang="en-GB" baseline="0" dirty="0" smtClean="0"/>
              <a:t> way</a:t>
            </a: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BAB3EA4-3119-40E1-9A0B-1F424BC1D302}" type="slidenum">
              <a:rPr lang="en-GB" smtClean="0"/>
              <a:pPr/>
              <a:t>6</a:t>
            </a:fld>
            <a:endParaRPr lang="en-GB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BAB3EA4-3119-40E1-9A0B-1F424BC1D302}" type="slidenum">
              <a:rPr lang="en-GB" smtClean="0"/>
              <a:pPr/>
              <a:t>8</a:t>
            </a:fld>
            <a:endParaRPr lang="en-GB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BAB3EA4-3119-40E1-9A0B-1F424BC1D302}" type="slidenum">
              <a:rPr lang="en-GB" smtClean="0"/>
              <a:pPr/>
              <a:t>9</a:t>
            </a:fld>
            <a:endParaRPr lang="en-GB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BAB3EA4-3119-40E1-9A0B-1F424BC1D302}" type="slidenum">
              <a:rPr lang="en-GB" smtClean="0"/>
              <a:pPr/>
              <a:t>10</a:t>
            </a:fld>
            <a:endParaRPr lang="en-GB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GB" dirty="0" smtClean="0"/>
              <a:t>Only six elements are used</a:t>
            </a: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BAB3EA4-3119-40E1-9A0B-1F424BC1D302}" type="slidenum">
              <a:rPr lang="en-GB" smtClean="0"/>
              <a:pPr/>
              <a:t>18</a:t>
            </a:fld>
            <a:endParaRPr lang="en-GB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GB" dirty="0" smtClean="0"/>
              <a:t>These are not problem but they limit the flexibility of unstructured process model</a:t>
            </a: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BAB3EA4-3119-40E1-9A0B-1F424BC1D302}" type="slidenum">
              <a:rPr lang="en-GB" smtClean="0"/>
              <a:pPr/>
              <a:t>20</a:t>
            </a:fld>
            <a:endParaRPr lang="en-GB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GB" dirty="0" smtClean="0"/>
              <a:t>Change this slide</a:t>
            </a: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BAB3EA4-3119-40E1-9A0B-1F424BC1D302}" type="slidenum">
              <a:rPr lang="en-GB" smtClean="0"/>
              <a:pPr/>
              <a:t>23</a:t>
            </a:fld>
            <a:endParaRPr lang="en-GB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GB" dirty="0" smtClean="0"/>
              <a:t>Change this slide</a:t>
            </a: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BAB3EA4-3119-40E1-9A0B-1F424BC1D302}" type="slidenum">
              <a:rPr lang="en-GB" smtClean="0"/>
              <a:pPr/>
              <a:t>24</a:t>
            </a:fld>
            <a:endParaRPr lang="en-GB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GB" dirty="0" smtClean="0"/>
              <a:t>Optimum set of modelling notation that can represent</a:t>
            </a:r>
            <a:r>
              <a:rPr lang="en-GB" baseline="0" dirty="0" smtClean="0"/>
              <a:t> structured and unstructured process parts.</a:t>
            </a: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BAB3EA4-3119-40E1-9A0B-1F424BC1D302}" type="slidenum">
              <a:rPr lang="en-GB" smtClean="0"/>
              <a:pPr/>
              <a:t>27</a:t>
            </a:fld>
            <a:endParaRPr lang="en-GB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 bwMode="white">
          <a:xfrm>
            <a:off x="0" y="5971032"/>
            <a:ext cx="9144000" cy="886968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Rectangle 9"/>
          <p:cNvSpPr/>
          <p:nvPr/>
        </p:nvSpPr>
        <p:spPr>
          <a:xfrm>
            <a:off x="-9144" y="6053328"/>
            <a:ext cx="2249424" cy="713232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Rectangle 10"/>
          <p:cNvSpPr/>
          <p:nvPr/>
        </p:nvSpPr>
        <p:spPr>
          <a:xfrm>
            <a:off x="2359152" y="6044184"/>
            <a:ext cx="6784848" cy="713232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2362200" y="4038600"/>
            <a:ext cx="6477000" cy="1828800"/>
          </a:xfrm>
        </p:spPr>
        <p:txBody>
          <a:bodyPr anchor="b"/>
          <a:lstStyle>
            <a:lvl1pPr>
              <a:defRPr cap="all" baseline="0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2362200" y="6050037"/>
            <a:ext cx="6705600" cy="685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600">
                <a:solidFill>
                  <a:srgbClr val="FFFFFF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  <p:sp>
        <p:nvSpPr>
          <p:cNvPr id="28" name="Date Placeholder 27"/>
          <p:cNvSpPr>
            <a:spLocks noGrp="1"/>
          </p:cNvSpPr>
          <p:nvPr>
            <p:ph type="dt" sz="half" idx="10"/>
          </p:nvPr>
        </p:nvSpPr>
        <p:spPr>
          <a:xfrm>
            <a:off x="76200" y="6068699"/>
            <a:ext cx="2057400" cy="685800"/>
          </a:xfrm>
        </p:spPr>
        <p:txBody>
          <a:bodyPr>
            <a:noAutofit/>
          </a:bodyPr>
          <a:lstStyle>
            <a:lvl1pPr algn="ctr">
              <a:defRPr sz="2000">
                <a:solidFill>
                  <a:srgbClr val="FFFFFF"/>
                </a:solidFill>
              </a:defRPr>
            </a:lvl1pPr>
          </a:lstStyle>
          <a:p>
            <a:fld id="{A6EDE221-31B9-4A31-892C-11306C71E773}" type="datetimeFigureOut">
              <a:rPr lang="en-GB" smtClean="0"/>
              <a:pPr/>
              <a:t>17/08/2015</a:t>
            </a:fld>
            <a:endParaRPr lang="en-GB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>
          <a:xfrm>
            <a:off x="2085393" y="236538"/>
            <a:ext cx="5867400" cy="365125"/>
          </a:xfrm>
        </p:spPr>
        <p:txBody>
          <a:bodyPr/>
          <a:lstStyle>
            <a:lvl1pPr algn="r">
              <a:defRPr>
                <a:solidFill>
                  <a:schemeClr val="tx2"/>
                </a:solidFill>
              </a:defRPr>
            </a:lvl1pPr>
          </a:lstStyle>
          <a:p>
            <a:endParaRPr lang="en-GB"/>
          </a:p>
        </p:txBody>
      </p:sp>
      <p:sp>
        <p:nvSpPr>
          <p:cNvPr id="29" name="Slide Number Placeholder 28"/>
          <p:cNvSpPr>
            <a:spLocks noGrp="1"/>
          </p:cNvSpPr>
          <p:nvPr>
            <p:ph type="sldNum" sz="quarter" idx="12"/>
          </p:nvPr>
        </p:nvSpPr>
        <p:spPr>
          <a:xfrm>
            <a:off x="8001000" y="228600"/>
            <a:ext cx="838200" cy="3810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EF76E7A1-57C4-4313-9AA8-07B3209B95C7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2648" y="228600"/>
            <a:ext cx="8153400" cy="990600"/>
          </a:xfrm>
        </p:spPr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EDE221-31B9-4A31-892C-11306C71E773}" type="datetimeFigureOut">
              <a:rPr lang="en-GB" smtClean="0"/>
              <a:pPr/>
              <a:t>17/08/2015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EF76E7A1-57C4-4313-9AA8-07B3209B95C7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8" name="Content Placeholder 7"/>
          <p:cNvSpPr>
            <a:spLocks noGrp="1"/>
          </p:cNvSpPr>
          <p:nvPr>
            <p:ph sz="quarter" idx="1"/>
          </p:nvPr>
        </p:nvSpPr>
        <p:spPr>
          <a:xfrm>
            <a:off x="612648" y="1600200"/>
            <a:ext cx="8153400" cy="44958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1600" y="2743200"/>
            <a:ext cx="7123113" cy="1673225"/>
          </a:xfrm>
        </p:spPr>
        <p:txBody>
          <a:bodyPr anchor="t"/>
          <a:lstStyle>
            <a:lvl1pPr marL="0" indent="0">
              <a:buNone/>
              <a:defRPr sz="2800">
                <a:solidFill>
                  <a:schemeClr val="tx2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7" name="Rectangle 6"/>
          <p:cNvSpPr/>
          <p:nvPr/>
        </p:nvSpPr>
        <p:spPr bwMode="white">
          <a:xfrm>
            <a:off x="0" y="1524000"/>
            <a:ext cx="9144000" cy="1143000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Rectangle 7"/>
          <p:cNvSpPr/>
          <p:nvPr/>
        </p:nvSpPr>
        <p:spPr>
          <a:xfrm>
            <a:off x="0" y="1600200"/>
            <a:ext cx="1295400" cy="990600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Rectangle 8"/>
          <p:cNvSpPr/>
          <p:nvPr/>
        </p:nvSpPr>
        <p:spPr>
          <a:xfrm>
            <a:off x="1371600" y="1600200"/>
            <a:ext cx="7772400" cy="99060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600" y="1600200"/>
            <a:ext cx="7620000" cy="990600"/>
          </a:xfrm>
        </p:spPr>
        <p:txBody>
          <a:bodyPr/>
          <a:lstStyle>
            <a:lvl1pPr algn="l">
              <a:buNone/>
              <a:defRPr sz="4400" b="0" cap="none">
                <a:solidFill>
                  <a:srgbClr val="FFFFFF"/>
                </a:solidFill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2" name="Date Placeholder 1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EDE221-31B9-4A31-892C-11306C71E773}" type="datetimeFigureOut">
              <a:rPr lang="en-GB" smtClean="0"/>
              <a:pPr/>
              <a:t>17/08/2015</a:t>
            </a:fld>
            <a:endParaRPr lang="en-GB"/>
          </a:p>
        </p:txBody>
      </p:sp>
      <p:sp>
        <p:nvSpPr>
          <p:cNvPr id="13" name="Slide Number Placeholder 12"/>
          <p:cNvSpPr>
            <a:spLocks noGrp="1"/>
          </p:cNvSpPr>
          <p:nvPr>
            <p:ph type="sldNum" sz="quarter" idx="11"/>
          </p:nvPr>
        </p:nvSpPr>
        <p:spPr>
          <a:xfrm>
            <a:off x="0" y="1752600"/>
            <a:ext cx="1295400" cy="701676"/>
          </a:xfrm>
        </p:spPr>
        <p:txBody>
          <a:bodyPr>
            <a:noAutofit/>
          </a:bodyPr>
          <a:lstStyle>
            <a:lvl1pPr>
              <a:defRPr sz="2400">
                <a:solidFill>
                  <a:srgbClr val="FFFFFF"/>
                </a:solidFill>
              </a:defRPr>
            </a:lvl1pPr>
          </a:lstStyle>
          <a:p>
            <a:fld id="{EF76E7A1-57C4-4313-9AA8-07B3209B95C7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14" name="Footer Placeholder 13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GB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"/>
          </p:nvPr>
        </p:nvSpPr>
        <p:spPr>
          <a:xfrm>
            <a:off x="609600" y="1589567"/>
            <a:ext cx="3886200" cy="45720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4844901" y="1589567"/>
            <a:ext cx="3886200" cy="45720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5"/>
          </p:nvPr>
        </p:nvSpPr>
        <p:spPr/>
        <p:txBody>
          <a:bodyPr rtlCol="0"/>
          <a:lstStyle/>
          <a:p>
            <a:fld id="{A6EDE221-31B9-4A31-892C-11306C71E773}" type="datetimeFigureOut">
              <a:rPr lang="en-GB" smtClean="0"/>
              <a:pPr/>
              <a:t>17/08/2015</a:t>
            </a:fld>
            <a:endParaRPr lang="en-GB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6"/>
          </p:nvPr>
        </p:nvSpPr>
        <p:spPr/>
        <p:txBody>
          <a:bodyPr rtlCol="0"/>
          <a:lstStyle/>
          <a:p>
            <a:fld id="{EF76E7A1-57C4-4313-9AA8-07B3209B95C7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12" name="Footer Placeholder 11"/>
          <p:cNvSpPr>
            <a:spLocks noGrp="1"/>
          </p:cNvSpPr>
          <p:nvPr>
            <p:ph type="ftr" sz="quarter" idx="17"/>
          </p:nvPr>
        </p:nvSpPr>
        <p:spPr/>
        <p:txBody>
          <a:bodyPr rtlCol="0"/>
          <a:lstStyle/>
          <a:p>
            <a:endParaRPr lang="en-GB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273050"/>
            <a:ext cx="8153400" cy="869950"/>
          </a:xfrm>
        </p:spPr>
        <p:txBody>
          <a:bodyPr anchor="ctr"/>
          <a:lstStyle>
            <a:lvl1pPr>
              <a:defRPr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609600" y="2438400"/>
            <a:ext cx="3886200" cy="35814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13" name="Content Placeholder 12"/>
          <p:cNvSpPr>
            <a:spLocks noGrp="1"/>
          </p:cNvSpPr>
          <p:nvPr>
            <p:ph sz="quarter" idx="4"/>
          </p:nvPr>
        </p:nvSpPr>
        <p:spPr>
          <a:xfrm>
            <a:off x="4800600" y="2438400"/>
            <a:ext cx="3886200" cy="35814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15"/>
          </p:nvPr>
        </p:nvSpPr>
        <p:spPr/>
        <p:txBody>
          <a:bodyPr rtlCol="0"/>
          <a:lstStyle/>
          <a:p>
            <a:fld id="{A6EDE221-31B9-4A31-892C-11306C71E773}" type="datetimeFigureOut">
              <a:rPr lang="en-GB" smtClean="0"/>
              <a:pPr/>
              <a:t>17/08/2015</a:t>
            </a:fld>
            <a:endParaRPr lang="en-GB"/>
          </a:p>
        </p:txBody>
      </p:sp>
      <p:sp>
        <p:nvSpPr>
          <p:cNvPr id="12" name="Slide Number Placeholder 11"/>
          <p:cNvSpPr>
            <a:spLocks noGrp="1"/>
          </p:cNvSpPr>
          <p:nvPr>
            <p:ph type="sldNum" sz="quarter" idx="16"/>
          </p:nvPr>
        </p:nvSpPr>
        <p:spPr/>
        <p:txBody>
          <a:bodyPr rtlCol="0"/>
          <a:lstStyle/>
          <a:p>
            <a:fld id="{EF76E7A1-57C4-4313-9AA8-07B3209B95C7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14" name="Footer Placeholder 13"/>
          <p:cNvSpPr>
            <a:spLocks noGrp="1"/>
          </p:cNvSpPr>
          <p:nvPr>
            <p:ph type="ftr" sz="quarter" idx="17"/>
          </p:nvPr>
        </p:nvSpPr>
        <p:spPr/>
        <p:txBody>
          <a:bodyPr rtlCol="0"/>
          <a:lstStyle/>
          <a:p>
            <a:endParaRPr lang="en-GB"/>
          </a:p>
        </p:txBody>
      </p:sp>
      <p:sp>
        <p:nvSpPr>
          <p:cNvPr id="16" name="Text Placeholder 15"/>
          <p:cNvSpPr>
            <a:spLocks noGrp="1"/>
          </p:cNvSpPr>
          <p:nvPr>
            <p:ph type="body" sz="quarter" idx="1"/>
          </p:nvPr>
        </p:nvSpPr>
        <p:spPr>
          <a:xfrm>
            <a:off x="609600" y="1752600"/>
            <a:ext cx="3886200" cy="640080"/>
          </a:xfrm>
          <a:solidFill>
            <a:schemeClr val="accent2"/>
          </a:solidFill>
        </p:spPr>
        <p:txBody>
          <a:bodyPr rtlCol="0" anchor="ctr"/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15" name="Text Placeholder 14"/>
          <p:cNvSpPr>
            <a:spLocks noGrp="1"/>
          </p:cNvSpPr>
          <p:nvPr>
            <p:ph type="body" sz="quarter" idx="3"/>
          </p:nvPr>
        </p:nvSpPr>
        <p:spPr>
          <a:xfrm>
            <a:off x="4800600" y="1752600"/>
            <a:ext cx="3886200" cy="640080"/>
          </a:xfrm>
          <a:solidFill>
            <a:schemeClr val="accent4"/>
          </a:solidFill>
        </p:spPr>
        <p:txBody>
          <a:bodyPr rtlCol="0" anchor="ctr"/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EDE221-31B9-4A31-892C-11306C71E773}" type="datetimeFigureOut">
              <a:rPr lang="en-GB" smtClean="0"/>
              <a:pPr/>
              <a:t>17/08/2015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EF76E7A1-57C4-4313-9AA8-07B3209B95C7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EDE221-31B9-4A31-892C-11306C71E773}" type="datetimeFigureOut">
              <a:rPr lang="en-GB" smtClean="0"/>
              <a:pPr/>
              <a:t>17/08/2015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0" y="6248400"/>
            <a:ext cx="533400" cy="3810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EF76E7A1-57C4-4313-9AA8-07B3209B95C7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3050"/>
            <a:ext cx="8077200" cy="869950"/>
          </a:xfrm>
        </p:spPr>
        <p:txBody>
          <a:bodyPr anchor="ctr"/>
          <a:lstStyle>
            <a:lvl1pPr algn="l">
              <a:buNone/>
              <a:defRPr sz="4400" b="0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EDE221-31B9-4A31-892C-11306C71E773}" type="datetimeFigureOut">
              <a:rPr lang="en-GB" smtClean="0"/>
              <a:pPr/>
              <a:t>17/08/2015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EF76E7A1-57C4-4313-9AA8-07B3209B95C7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609600" y="1752600"/>
            <a:ext cx="1600200" cy="4343400"/>
          </a:xfrm>
          <a:ln w="50800" cap="sq" cmpd="dbl" algn="ctr">
            <a:solidFill>
              <a:schemeClr val="accent2"/>
            </a:solidFill>
            <a:prstDash val="solid"/>
            <a:miter lim="800000"/>
          </a:ln>
          <a:effectLst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lIns="137160" tIns="182880" rIns="137160" bIns="91440"/>
          <a:lstStyle>
            <a:lvl1pPr marL="0" indent="0">
              <a:spcAft>
                <a:spcPts val="1000"/>
              </a:spcAft>
              <a:buNone/>
              <a:defRPr sz="18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9" name="Content Placeholder 8"/>
          <p:cNvSpPr>
            <a:spLocks noGrp="1"/>
          </p:cNvSpPr>
          <p:nvPr>
            <p:ph sz="quarter" idx="1"/>
          </p:nvPr>
        </p:nvSpPr>
        <p:spPr>
          <a:xfrm>
            <a:off x="2362200" y="1752600"/>
            <a:ext cx="6400800" cy="44196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600200" y="5486400"/>
            <a:ext cx="7315200" cy="685800"/>
          </a:xfrm>
        </p:spPr>
        <p:txBody>
          <a:bodyPr/>
          <a:lstStyle>
            <a:lvl1pPr marL="0" indent="0">
              <a:buFontTx/>
              <a:buNone/>
              <a:defRPr sz="1700"/>
            </a:lvl1pPr>
            <a:lvl2pPr>
              <a:buFontTx/>
              <a:buNone/>
              <a:defRPr sz="1200"/>
            </a:lvl2pPr>
            <a:lvl3pPr>
              <a:buFontTx/>
              <a:buNone/>
              <a:defRPr sz="1000"/>
            </a:lvl3pPr>
            <a:lvl4pPr>
              <a:buFontTx/>
              <a:buNone/>
              <a:defRPr sz="900"/>
            </a:lvl4pPr>
            <a:lvl5pPr>
              <a:buFontTx/>
              <a:buNone/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8" name="Rectangle 7"/>
          <p:cNvSpPr/>
          <p:nvPr/>
        </p:nvSpPr>
        <p:spPr bwMode="white">
          <a:xfrm>
            <a:off x="-9144" y="4572000"/>
            <a:ext cx="9144000" cy="886968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Rectangle 8"/>
          <p:cNvSpPr/>
          <p:nvPr/>
        </p:nvSpPr>
        <p:spPr>
          <a:xfrm>
            <a:off x="-9144" y="4663440"/>
            <a:ext cx="1463040" cy="713232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Rectangle 9"/>
          <p:cNvSpPr/>
          <p:nvPr/>
        </p:nvSpPr>
        <p:spPr>
          <a:xfrm>
            <a:off x="1545336" y="4654296"/>
            <a:ext cx="7598664" cy="713232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00200" y="4648200"/>
            <a:ext cx="7315200" cy="685800"/>
          </a:xfrm>
        </p:spPr>
        <p:txBody>
          <a:bodyPr anchor="ctr"/>
          <a:lstStyle>
            <a:lvl1pPr algn="l">
              <a:buNone/>
              <a:defRPr sz="2800" b="0">
                <a:solidFill>
                  <a:srgbClr val="FFFFFF"/>
                </a:solidFill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1" name="Rectangle 10"/>
          <p:cNvSpPr/>
          <p:nvPr/>
        </p:nvSpPr>
        <p:spPr bwMode="white">
          <a:xfrm>
            <a:off x="1447800" y="0"/>
            <a:ext cx="100584" cy="6867144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Date Placeholder 11"/>
          <p:cNvSpPr>
            <a:spLocks noGrp="1"/>
          </p:cNvSpPr>
          <p:nvPr>
            <p:ph type="dt" sz="half" idx="10"/>
          </p:nvPr>
        </p:nvSpPr>
        <p:spPr>
          <a:xfrm>
            <a:off x="6248400" y="6248400"/>
            <a:ext cx="2667000" cy="365125"/>
          </a:xfrm>
        </p:spPr>
        <p:txBody>
          <a:bodyPr rtlCol="0"/>
          <a:lstStyle/>
          <a:p>
            <a:fld id="{A6EDE221-31B9-4A31-892C-11306C71E773}" type="datetimeFigureOut">
              <a:rPr lang="en-GB" smtClean="0"/>
              <a:pPr/>
              <a:t>17/08/2015</a:t>
            </a:fld>
            <a:endParaRPr lang="en-GB"/>
          </a:p>
        </p:txBody>
      </p:sp>
      <p:sp>
        <p:nvSpPr>
          <p:cNvPr id="13" name="Slide Number Placeholder 12"/>
          <p:cNvSpPr>
            <a:spLocks noGrp="1"/>
          </p:cNvSpPr>
          <p:nvPr>
            <p:ph type="sldNum" sz="quarter" idx="11"/>
          </p:nvPr>
        </p:nvSpPr>
        <p:spPr>
          <a:xfrm>
            <a:off x="0" y="4667249"/>
            <a:ext cx="1447800" cy="663578"/>
          </a:xfrm>
        </p:spPr>
        <p:txBody>
          <a:bodyPr rtlCol="0"/>
          <a:lstStyle>
            <a:lvl1pPr>
              <a:defRPr sz="2800"/>
            </a:lvl1pPr>
          </a:lstStyle>
          <a:p>
            <a:fld id="{EF76E7A1-57C4-4313-9AA8-07B3209B95C7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14" name="Footer Placeholder 13"/>
          <p:cNvSpPr>
            <a:spLocks noGrp="1"/>
          </p:cNvSpPr>
          <p:nvPr>
            <p:ph type="ftr" sz="quarter" idx="12"/>
          </p:nvPr>
        </p:nvSpPr>
        <p:spPr>
          <a:xfrm>
            <a:off x="1600200" y="6248206"/>
            <a:ext cx="4572000" cy="365125"/>
          </a:xfrm>
        </p:spPr>
        <p:txBody>
          <a:bodyPr rtlCol="0"/>
          <a:lstStyle/>
          <a:p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560576" y="0"/>
            <a:ext cx="7583424" cy="4568952"/>
          </a:xfrm>
          <a:solidFill>
            <a:schemeClr val="accent1">
              <a:tint val="40000"/>
            </a:schemeClr>
          </a:solidFill>
          <a:ln>
            <a:noFill/>
          </a:ln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en-US" smtClean="0"/>
              <a:t>Click icon to add picture</a:t>
            </a:r>
            <a:endParaRPr kumimoji="0" lang="en-US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EDE221-31B9-4A31-892C-11306C71E773}" type="datetimeFigureOut">
              <a:rPr lang="en-GB" smtClean="0"/>
              <a:pPr/>
              <a:t>17/08/2015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76E7A1-57C4-4313-9AA8-07B3209B95C7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53200" y="609600"/>
            <a:ext cx="2057400" cy="5516563"/>
          </a:xfrm>
        </p:spPr>
        <p:txBody>
          <a:bodyPr vert="eaVert"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609600"/>
            <a:ext cx="5562600" cy="5516564"/>
          </a:xfrm>
        </p:spPr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553200" y="6248402"/>
            <a:ext cx="2209800" cy="365125"/>
          </a:xfrm>
        </p:spPr>
        <p:txBody>
          <a:bodyPr/>
          <a:lstStyle/>
          <a:p>
            <a:fld id="{A6EDE221-31B9-4A31-892C-11306C71E773}" type="datetimeFigureOut">
              <a:rPr lang="en-GB" smtClean="0"/>
              <a:pPr/>
              <a:t>17/08/2015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57201" y="6248207"/>
            <a:ext cx="5573483" cy="365125"/>
          </a:xfrm>
        </p:spPr>
        <p:txBody>
          <a:bodyPr/>
          <a:lstStyle/>
          <a:p>
            <a:endParaRPr lang="en-GB"/>
          </a:p>
        </p:txBody>
      </p:sp>
      <p:sp>
        <p:nvSpPr>
          <p:cNvPr id="7" name="Rectangle 6"/>
          <p:cNvSpPr/>
          <p:nvPr/>
        </p:nvSpPr>
        <p:spPr bwMode="white">
          <a:xfrm>
            <a:off x="6096318" y="0"/>
            <a:ext cx="320040" cy="6858000"/>
          </a:xfrm>
          <a:prstGeom prst="rect">
            <a:avLst/>
          </a:prstGeom>
          <a:solidFill>
            <a:srgbClr val="FFFFFF"/>
          </a:solidFill>
          <a:ln w="1905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Rectangle 7"/>
          <p:cNvSpPr/>
          <p:nvPr/>
        </p:nvSpPr>
        <p:spPr>
          <a:xfrm>
            <a:off x="6142038" y="609600"/>
            <a:ext cx="228600" cy="6248400"/>
          </a:xfrm>
          <a:prstGeom prst="rect">
            <a:avLst/>
          </a:prstGeom>
          <a:solidFill>
            <a:schemeClr val="accent1"/>
          </a:solidFill>
          <a:ln w="1905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Rectangle 8"/>
          <p:cNvSpPr/>
          <p:nvPr/>
        </p:nvSpPr>
        <p:spPr>
          <a:xfrm>
            <a:off x="6142038" y="0"/>
            <a:ext cx="228600" cy="533400"/>
          </a:xfrm>
          <a:prstGeom prst="rect">
            <a:avLst/>
          </a:prstGeom>
          <a:solidFill>
            <a:schemeClr val="accent2"/>
          </a:solidFill>
          <a:ln w="1905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 rot="5400000">
            <a:off x="5989638" y="144462"/>
            <a:ext cx="533400" cy="244476"/>
          </a:xfrm>
        </p:spPr>
        <p:txBody>
          <a:bodyPr/>
          <a:lstStyle/>
          <a:p>
            <a:fld id="{EF76E7A1-57C4-4313-9AA8-07B3209B95C7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itle Placeholder 21"/>
          <p:cNvSpPr>
            <a:spLocks noGrp="1"/>
          </p:cNvSpPr>
          <p:nvPr>
            <p:ph type="title"/>
          </p:nvPr>
        </p:nvSpPr>
        <p:spPr>
          <a:xfrm>
            <a:off x="609600" y="228600"/>
            <a:ext cx="8153400" cy="990600"/>
          </a:xfrm>
          <a:prstGeom prst="rect">
            <a:avLst/>
          </a:prstGeom>
        </p:spPr>
        <p:txBody>
          <a:bodyPr vert="horz" anchor="ctr">
            <a:normAutofit/>
          </a:bodyPr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3" name="Text Placeholder 12"/>
          <p:cNvSpPr>
            <a:spLocks noGrp="1"/>
          </p:cNvSpPr>
          <p:nvPr>
            <p:ph type="body" idx="1"/>
          </p:nvPr>
        </p:nvSpPr>
        <p:spPr>
          <a:xfrm>
            <a:off x="612648" y="1600200"/>
            <a:ext cx="8153400" cy="4526280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 smtClean="0"/>
              <a:t>Click to edit Master text styles</a:t>
            </a:r>
          </a:p>
          <a:p>
            <a:pPr lvl="1" eaLnBrk="1" latinLnBrk="0" hangingPunct="1"/>
            <a:r>
              <a:rPr kumimoji="0" lang="en-US" smtClean="0"/>
              <a:t>Second level</a:t>
            </a:r>
          </a:p>
          <a:p>
            <a:pPr lvl="2" eaLnBrk="1" latinLnBrk="0" hangingPunct="1"/>
            <a:r>
              <a:rPr kumimoji="0" lang="en-US" smtClean="0"/>
              <a:t>Third level</a:t>
            </a:r>
          </a:p>
          <a:p>
            <a:pPr lvl="3" eaLnBrk="1" latinLnBrk="0" hangingPunct="1"/>
            <a:r>
              <a:rPr kumimoji="0" lang="en-US" smtClean="0"/>
              <a:t>Fourth level</a:t>
            </a:r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2"/>
          </p:nvPr>
        </p:nvSpPr>
        <p:spPr>
          <a:xfrm>
            <a:off x="6096000" y="6248400"/>
            <a:ext cx="2667000" cy="365125"/>
          </a:xfrm>
          <a:prstGeom prst="rect">
            <a:avLst/>
          </a:prstGeom>
        </p:spPr>
        <p:txBody>
          <a:bodyPr vert="horz" anchor="ctr" anchorCtr="0"/>
          <a:lstStyle>
            <a:lvl1pPr algn="l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fld id="{A6EDE221-31B9-4A31-892C-11306C71E773}" type="datetimeFigureOut">
              <a:rPr lang="en-GB" smtClean="0"/>
              <a:pPr/>
              <a:t>17/08/2015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609600" y="6248206"/>
            <a:ext cx="5421083" cy="365125"/>
          </a:xfrm>
          <a:prstGeom prst="rect">
            <a:avLst/>
          </a:prstGeom>
        </p:spPr>
        <p:txBody>
          <a:bodyPr vert="horz" anchor="ctr"/>
          <a:lstStyle>
            <a:lvl1pPr algn="r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endParaRPr lang="en-GB"/>
          </a:p>
        </p:txBody>
      </p:sp>
      <p:sp>
        <p:nvSpPr>
          <p:cNvPr id="7" name="Rectangle 6"/>
          <p:cNvSpPr/>
          <p:nvPr/>
        </p:nvSpPr>
        <p:spPr bwMode="white">
          <a:xfrm>
            <a:off x="0" y="1234440"/>
            <a:ext cx="9144000" cy="320040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Rectangle 7"/>
          <p:cNvSpPr/>
          <p:nvPr/>
        </p:nvSpPr>
        <p:spPr>
          <a:xfrm>
            <a:off x="0" y="1280160"/>
            <a:ext cx="533400" cy="228600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Rectangle 8"/>
          <p:cNvSpPr/>
          <p:nvPr/>
        </p:nvSpPr>
        <p:spPr>
          <a:xfrm>
            <a:off x="590550" y="1280160"/>
            <a:ext cx="8553450" cy="22860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0" y="1272222"/>
            <a:ext cx="533400" cy="244476"/>
          </a:xfrm>
          <a:prstGeom prst="rect">
            <a:avLst/>
          </a:prstGeom>
        </p:spPr>
        <p:txBody>
          <a:bodyPr vert="horz" anchor="ctr" anchorCtr="0">
            <a:normAutofit/>
          </a:bodyPr>
          <a:lstStyle>
            <a:lvl1pPr algn="ctr" eaLnBrk="1" latinLnBrk="0" hangingPunct="1">
              <a:defRPr kumimoji="0" sz="1400" b="1">
                <a:solidFill>
                  <a:srgbClr val="FFFFFF"/>
                </a:solidFill>
              </a:defRPr>
            </a:lvl1pPr>
          </a:lstStyle>
          <a:p>
            <a:fld id="{EF76E7A1-57C4-4313-9AA8-07B3209B95C7}" type="slidenum">
              <a:rPr lang="en-GB" smtClean="0"/>
              <a:pPr/>
              <a:t>‹#›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txStyles>
    <p:titleStyle>
      <a:lvl1pPr algn="l" rtl="0" eaLnBrk="1" latinLnBrk="0" hangingPunct="1">
        <a:spcBef>
          <a:spcPct val="0"/>
        </a:spcBef>
        <a:buNone/>
        <a:defRPr kumimoji="0" sz="44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20040" indent="-320040" algn="l" rtl="0" eaLnBrk="1" latinLnBrk="0" hangingPunct="1">
        <a:spcBef>
          <a:spcPts val="700"/>
        </a:spcBef>
        <a:buClr>
          <a:schemeClr val="accent2"/>
        </a:buClr>
        <a:buSzPct val="60000"/>
        <a:buFont typeface="Wingdings"/>
        <a:buChar char=""/>
        <a:defRPr kumimoji="0" sz="29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74320" algn="l" rtl="0" eaLnBrk="1" latinLnBrk="0" hangingPunct="1">
        <a:spcBef>
          <a:spcPts val="550"/>
        </a:spcBef>
        <a:buClr>
          <a:schemeClr val="accent1"/>
        </a:buClr>
        <a:buSzPct val="70000"/>
        <a:buFont typeface="Wingdings 2"/>
        <a:buChar char="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-228600" algn="l" rtl="0" eaLnBrk="1" latinLnBrk="0" hangingPunct="1">
        <a:spcBef>
          <a:spcPts val="500"/>
        </a:spcBef>
        <a:buClr>
          <a:schemeClr val="accent2"/>
        </a:buClr>
        <a:buSzPct val="75000"/>
        <a:buFont typeface="Wingdings"/>
        <a:buChar char=""/>
        <a:defRPr kumimoji="0" sz="23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indent="-228600" algn="l" rtl="0" eaLnBrk="1" latinLnBrk="0" hangingPunct="1">
        <a:spcBef>
          <a:spcPts val="400"/>
        </a:spcBef>
        <a:buClr>
          <a:schemeClr val="accent3"/>
        </a:buClr>
        <a:buSzPct val="75000"/>
        <a:buFont typeface="Wingdings"/>
        <a:buChar char="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indent="-228600" algn="l" rtl="0" eaLnBrk="1" latinLnBrk="0" hangingPunct="1">
        <a:spcBef>
          <a:spcPts val="400"/>
        </a:spcBef>
        <a:buClr>
          <a:schemeClr val="accent4"/>
        </a:buClr>
        <a:buSzPct val="65000"/>
        <a:buFont typeface="Wingdings"/>
        <a:buChar char="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103120" indent="-228600" algn="l" rtl="0" eaLnBrk="1" latinLnBrk="0" hangingPunct="1">
        <a:spcBef>
          <a:spcPct val="20000"/>
        </a:spcBef>
        <a:buClr>
          <a:schemeClr val="accent1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2377440" indent="-228600" algn="l" rtl="0" eaLnBrk="1" latinLnBrk="0" hangingPunct="1">
        <a:spcBef>
          <a:spcPct val="20000"/>
        </a:spcBef>
        <a:buClr>
          <a:schemeClr val="accent2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651760" indent="-228600" algn="l" rtl="0" eaLnBrk="1" latinLnBrk="0" hangingPunct="1">
        <a:spcBef>
          <a:spcPct val="20000"/>
        </a:spcBef>
        <a:buClr>
          <a:schemeClr val="accent3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2926080" indent="-228600" algn="l" rtl="0" eaLnBrk="1" latinLnBrk="0" hangingPunct="1">
        <a:spcBef>
          <a:spcPct val="20000"/>
        </a:spcBef>
        <a:buClr>
          <a:schemeClr val="accent4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5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16.jpeg"/><Relationship Id="rId7" Type="http://schemas.openxmlformats.org/officeDocument/2006/relationships/image" Target="../media/image1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3" Type="http://schemas.openxmlformats.org/officeDocument/2006/relationships/image" Target="../media/image12.png"/><Relationship Id="rId7" Type="http://schemas.openxmlformats.org/officeDocument/2006/relationships/image" Target="../media/image1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e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5.png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7" Type="http://schemas.openxmlformats.org/officeDocument/2006/relationships/image" Target="../media/image26.png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jpe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5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5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6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jpe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3.xml"/><Relationship Id="rId7" Type="http://schemas.microsoft.com/office/2007/relationships/diagramDrawing" Target="../diagrams/drawing3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3.xml"/><Relationship Id="rId5" Type="http://schemas.openxmlformats.org/officeDocument/2006/relationships/diagramQuickStyle" Target="../diagrams/quickStyle3.xml"/><Relationship Id="rId4" Type="http://schemas.openxmlformats.org/officeDocument/2006/relationships/diagramLayout" Target="../diagrams/layout3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4.xml"/><Relationship Id="rId7" Type="http://schemas.microsoft.com/office/2007/relationships/diagramDrawing" Target="../diagrams/drawing4.xml"/><Relationship Id="rId2" Type="http://schemas.openxmlformats.org/officeDocument/2006/relationships/image" Target="../media/image31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4.xml"/><Relationship Id="rId5" Type="http://schemas.openxmlformats.org/officeDocument/2006/relationships/diagramQuickStyle" Target="../diagrams/quickStyle4.xml"/><Relationship Id="rId4" Type="http://schemas.openxmlformats.org/officeDocument/2006/relationships/diagramLayout" Target="../diagrams/layout4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7" Type="http://schemas.openxmlformats.org/officeDocument/2006/relationships/image" Target="../media/image32.jpeg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7" Type="http://schemas.openxmlformats.org/officeDocument/2006/relationships/image" Target="../media/image33.jpeg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7.xml"/><Relationship Id="rId7" Type="http://schemas.openxmlformats.org/officeDocument/2006/relationships/image" Target="../media/image34.jpeg"/><Relationship Id="rId2" Type="http://schemas.openxmlformats.org/officeDocument/2006/relationships/diagramData" Target="../diagrams/data7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7.xml"/><Relationship Id="rId5" Type="http://schemas.openxmlformats.org/officeDocument/2006/relationships/diagramColors" Target="../diagrams/colors7.xml"/><Relationship Id="rId4" Type="http://schemas.openxmlformats.org/officeDocument/2006/relationships/diagramQuickStyle" Target="../diagrams/quickStyle7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8.xml"/><Relationship Id="rId7" Type="http://schemas.microsoft.com/office/2007/relationships/diagramDrawing" Target="../diagrams/drawing8.xml"/><Relationship Id="rId2" Type="http://schemas.openxmlformats.org/officeDocument/2006/relationships/image" Target="../media/image35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8.xml"/><Relationship Id="rId5" Type="http://schemas.openxmlformats.org/officeDocument/2006/relationships/diagramQuickStyle" Target="../diagrams/quickStyle8.xml"/><Relationship Id="rId4" Type="http://schemas.openxmlformats.org/officeDocument/2006/relationships/diagramLayout" Target="../diagrams/layout8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9.xml"/><Relationship Id="rId7" Type="http://schemas.microsoft.com/office/2007/relationships/diagramDrawing" Target="../diagrams/drawing9.xml"/><Relationship Id="rId2" Type="http://schemas.openxmlformats.org/officeDocument/2006/relationships/image" Target="../media/image36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9.xml"/><Relationship Id="rId5" Type="http://schemas.openxmlformats.org/officeDocument/2006/relationships/diagramQuickStyle" Target="../diagrams/quickStyle9.xml"/><Relationship Id="rId4" Type="http://schemas.openxmlformats.org/officeDocument/2006/relationships/diagramLayout" Target="../diagrams/layout9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0.xml"/><Relationship Id="rId7" Type="http://schemas.microsoft.com/office/2007/relationships/diagramDrawing" Target="../diagrams/drawing10.xml"/><Relationship Id="rId2" Type="http://schemas.openxmlformats.org/officeDocument/2006/relationships/image" Target="../media/image37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0.xml"/><Relationship Id="rId5" Type="http://schemas.openxmlformats.org/officeDocument/2006/relationships/diagramQuickStyle" Target="../diagrams/quickStyle10.xml"/><Relationship Id="rId4" Type="http://schemas.openxmlformats.org/officeDocument/2006/relationships/diagramLayout" Target="../diagrams/layout10.xml"/></Relationships>
</file>

<file path=ppt/slides/_rels/slide35.xml.rels><?xml version="1.0" encoding="UTF-8" standalone="yes"?>
<Relationships xmlns="http://schemas.openxmlformats.org/package/2006/relationships"><Relationship Id="rId8" Type="http://schemas.openxmlformats.org/officeDocument/2006/relationships/image" Target="../media/image44.jpeg"/><Relationship Id="rId3" Type="http://schemas.openxmlformats.org/officeDocument/2006/relationships/image" Target="../media/image39.jpeg"/><Relationship Id="rId7" Type="http://schemas.openxmlformats.org/officeDocument/2006/relationships/image" Target="../media/image43.jpeg"/><Relationship Id="rId2" Type="http://schemas.openxmlformats.org/officeDocument/2006/relationships/image" Target="../media/image38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2.jpeg"/><Relationship Id="rId5" Type="http://schemas.openxmlformats.org/officeDocument/2006/relationships/image" Target="../media/image41.jpeg"/><Relationship Id="rId10" Type="http://schemas.openxmlformats.org/officeDocument/2006/relationships/image" Target="../media/image46.jpeg"/><Relationship Id="rId4" Type="http://schemas.openxmlformats.org/officeDocument/2006/relationships/image" Target="../media/image40.jpeg"/><Relationship Id="rId9" Type="http://schemas.openxmlformats.org/officeDocument/2006/relationships/image" Target="../media/image45.jpeg"/></Relationships>
</file>

<file path=ppt/slides/_rels/slide36.xml.rels><?xml version="1.0" encoding="UTF-8" standalone="yes"?>
<Relationships xmlns="http://schemas.openxmlformats.org/package/2006/relationships"><Relationship Id="rId8" Type="http://schemas.openxmlformats.org/officeDocument/2006/relationships/image" Target="../media/image53.jpeg"/><Relationship Id="rId13" Type="http://schemas.openxmlformats.org/officeDocument/2006/relationships/image" Target="../media/image58.jpeg"/><Relationship Id="rId3" Type="http://schemas.openxmlformats.org/officeDocument/2006/relationships/image" Target="../media/image48.jpeg"/><Relationship Id="rId7" Type="http://schemas.openxmlformats.org/officeDocument/2006/relationships/image" Target="../media/image52.jpeg"/><Relationship Id="rId12" Type="http://schemas.openxmlformats.org/officeDocument/2006/relationships/image" Target="../media/image57.jpeg"/><Relationship Id="rId2" Type="http://schemas.openxmlformats.org/officeDocument/2006/relationships/image" Target="../media/image47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1.jpeg"/><Relationship Id="rId11" Type="http://schemas.openxmlformats.org/officeDocument/2006/relationships/image" Target="../media/image56.jpeg"/><Relationship Id="rId5" Type="http://schemas.openxmlformats.org/officeDocument/2006/relationships/image" Target="../media/image50.jpeg"/><Relationship Id="rId15" Type="http://schemas.openxmlformats.org/officeDocument/2006/relationships/image" Target="../media/image60.jpeg"/><Relationship Id="rId10" Type="http://schemas.openxmlformats.org/officeDocument/2006/relationships/image" Target="../media/image55.jpeg"/><Relationship Id="rId4" Type="http://schemas.openxmlformats.org/officeDocument/2006/relationships/image" Target="../media/image49.jpeg"/><Relationship Id="rId9" Type="http://schemas.openxmlformats.org/officeDocument/2006/relationships/image" Target="../media/image54.jpeg"/><Relationship Id="rId14" Type="http://schemas.openxmlformats.org/officeDocument/2006/relationships/image" Target="../media/image59.jpeg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3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4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bpmquando_thumb.jp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907704" y="3212976"/>
            <a:ext cx="5618124" cy="2520280"/>
          </a:xfrm>
          <a:prstGeom prst="rect">
            <a:avLst/>
          </a:prstGeom>
        </p:spPr>
      </p:pic>
      <p:sp>
        <p:nvSpPr>
          <p:cNvPr id="3" name="Subtitle 2"/>
          <p:cNvSpPr>
            <a:spLocks noGrp="1"/>
          </p:cNvSpPr>
          <p:nvPr>
            <p:ph type="body" idx="1"/>
          </p:nvPr>
        </p:nvSpPr>
        <p:spPr>
          <a:xfrm>
            <a:off x="4716016" y="2564904"/>
            <a:ext cx="6228184" cy="504056"/>
          </a:xfrm>
        </p:spPr>
        <p:txBody>
          <a:bodyPr>
            <a:normAutofit fontScale="25000" lnSpcReduction="20000"/>
          </a:bodyPr>
          <a:lstStyle/>
          <a:p>
            <a:endParaRPr lang="en-GB" dirty="0" smtClean="0"/>
          </a:p>
          <a:p>
            <a:pPr algn="ctr"/>
            <a:r>
              <a:rPr lang="en-GB" sz="8800" b="1" dirty="0" smtClean="0"/>
              <a:t>Zaharah Allah </a:t>
            </a:r>
            <a:r>
              <a:rPr lang="en-GB" sz="8800" b="1" dirty="0" smtClean="0"/>
              <a:t>Bukhsh</a:t>
            </a:r>
            <a:endParaRPr lang="en-GB" sz="8800" b="1" dirty="0" smtClean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31640" y="1556792"/>
            <a:ext cx="7620000" cy="990600"/>
          </a:xfrm>
        </p:spPr>
        <p:txBody>
          <a:bodyPr>
            <a:normAutofit fontScale="90000"/>
          </a:bodyPr>
          <a:lstStyle/>
          <a:p>
            <a:pPr algn="ctr"/>
            <a:r>
              <a:rPr lang="en-GB" sz="3200" dirty="0" smtClean="0">
                <a:solidFill>
                  <a:schemeClr val="bg1"/>
                </a:solidFill>
              </a:rPr>
              <a:t>BPMN Plus: </a:t>
            </a:r>
            <a:br>
              <a:rPr lang="en-GB" sz="3200" dirty="0" smtClean="0">
                <a:solidFill>
                  <a:schemeClr val="bg1"/>
                </a:solidFill>
              </a:rPr>
            </a:br>
            <a:r>
              <a:rPr lang="en-GB" sz="2800" dirty="0" smtClean="0">
                <a:solidFill>
                  <a:schemeClr val="bg1"/>
                </a:solidFill>
              </a:rPr>
              <a:t>A modelling Language for </a:t>
            </a:r>
            <a:r>
              <a:rPr lang="en-GB" sz="2800" dirty="0" smtClean="0">
                <a:solidFill>
                  <a:schemeClr val="bg1"/>
                </a:solidFill>
              </a:rPr>
              <a:t>Unstructured </a:t>
            </a:r>
            <a:r>
              <a:rPr lang="en-GB" sz="2800" dirty="0" smtClean="0">
                <a:solidFill>
                  <a:schemeClr val="bg1"/>
                </a:solidFill>
              </a:rPr>
              <a:t>Business Processes</a:t>
            </a:r>
            <a:endParaRPr lang="en-GB" sz="3200" dirty="0">
              <a:solidFill>
                <a:schemeClr val="bg1"/>
              </a:solidFill>
            </a:endParaRPr>
          </a:p>
        </p:txBody>
      </p:sp>
      <p:pic>
        <p:nvPicPr>
          <p:cNvPr id="5" name="Picture 4" descr="BIZZ.pn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251520" y="6309320"/>
            <a:ext cx="1920516" cy="360040"/>
          </a:xfrm>
          <a:prstGeom prst="rect">
            <a:avLst/>
          </a:prstGeom>
        </p:spPr>
      </p:pic>
      <p:pic>
        <p:nvPicPr>
          <p:cNvPr id="6" name="Picture 5" descr="ut.png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5901222" y="6021288"/>
            <a:ext cx="3242778" cy="620688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Agenda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en-GB" dirty="0" smtClean="0"/>
              <a:t>Research Problem</a:t>
            </a:r>
          </a:p>
          <a:p>
            <a:r>
              <a:rPr lang="en-GB" dirty="0" smtClean="0"/>
              <a:t>Research </a:t>
            </a:r>
            <a:r>
              <a:rPr lang="en-GB" dirty="0" smtClean="0"/>
              <a:t>Question</a:t>
            </a:r>
          </a:p>
          <a:p>
            <a:r>
              <a:rPr lang="en-GB" dirty="0" smtClean="0"/>
              <a:t>Assessment of Process Support Paradigms</a:t>
            </a:r>
          </a:p>
          <a:p>
            <a:r>
              <a:rPr lang="en-GB" dirty="0" smtClean="0"/>
              <a:t>Assessment of Process Modelling Languages</a:t>
            </a:r>
          </a:p>
          <a:p>
            <a:r>
              <a:rPr lang="en-GB" dirty="0" smtClean="0"/>
              <a:t>BPMN Plus : An Extension to BPMN</a:t>
            </a:r>
          </a:p>
          <a:p>
            <a:r>
              <a:rPr lang="en-GB" dirty="0" smtClean="0"/>
              <a:t>Validation of BPMN Plus</a:t>
            </a:r>
          </a:p>
          <a:p>
            <a:r>
              <a:rPr lang="en-GB" dirty="0" smtClean="0"/>
              <a:t>Conclusion</a:t>
            </a:r>
          </a:p>
          <a:p>
            <a:r>
              <a:rPr lang="en-GB" dirty="0" smtClean="0"/>
              <a:t>Future Work</a:t>
            </a:r>
          </a:p>
          <a:p>
            <a:endParaRPr lang="en-GB" dirty="0" smtClean="0"/>
          </a:p>
          <a:p>
            <a:endParaRPr lang="en-GB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Problem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612648" y="1600200"/>
            <a:ext cx="8531352" cy="4495800"/>
          </a:xfrm>
        </p:spPr>
        <p:txBody>
          <a:bodyPr>
            <a:normAutofit fontScale="92500" lnSpcReduction="10000"/>
          </a:bodyPr>
          <a:lstStyle/>
          <a:p>
            <a:r>
              <a:rPr lang="en-GB" dirty="0" smtClean="0"/>
              <a:t>According to AIIM survey, 51% companies indicate that half of their processes are unstructured and unpredictable</a:t>
            </a:r>
          </a:p>
          <a:p>
            <a:endParaRPr lang="en-GB" dirty="0" smtClean="0">
              <a:latin typeface="Tw Cen MT (Body)"/>
            </a:endParaRPr>
          </a:p>
          <a:p>
            <a:r>
              <a:rPr lang="en-GB" dirty="0" smtClean="0"/>
              <a:t>Scattered nature of data (policies, records, etc)</a:t>
            </a:r>
          </a:p>
          <a:p>
            <a:endParaRPr lang="en-GB" dirty="0" smtClean="0"/>
          </a:p>
          <a:p>
            <a:r>
              <a:rPr lang="en-GB" dirty="0" smtClean="0"/>
              <a:t>Collaboration among knowledge workers is time-consuming (emails , phone calls)</a:t>
            </a:r>
          </a:p>
          <a:p>
            <a:endParaRPr lang="en-GB" dirty="0" smtClean="0"/>
          </a:p>
          <a:p>
            <a:r>
              <a:rPr lang="en-GB" dirty="0" smtClean="0"/>
              <a:t>In other words, process model doesn’t show the real business process</a:t>
            </a:r>
          </a:p>
          <a:p>
            <a:endParaRPr lang="en-GB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dirty="0" smtClean="0"/>
              <a:t/>
            </a:r>
            <a:br>
              <a:rPr lang="en-GB" dirty="0" smtClean="0"/>
            </a:br>
            <a:r>
              <a:rPr lang="en-GB" sz="3100" dirty="0" smtClean="0"/>
              <a:t>Structured </a:t>
            </a:r>
            <a:r>
              <a:rPr lang="en-GB" sz="3100" dirty="0" smtClean="0"/>
              <a:t>Business Process</a:t>
            </a:r>
            <a:endParaRPr lang="en-GB" dirty="0"/>
          </a:p>
        </p:txBody>
      </p:sp>
      <p:pic>
        <p:nvPicPr>
          <p:cNvPr id="4" name="Content Placeholder 3" descr="BPMN_define.jpg"/>
          <p:cNvPicPr>
            <a:picLocks noGrp="1" noChangeAspect="1"/>
          </p:cNvPicPr>
          <p:nvPr>
            <p:ph sz="quarter" idx="1"/>
          </p:nvPr>
        </p:nvPicPr>
        <p:blipFill>
          <a:blip r:embed="rId2" cstate="print"/>
          <a:stretch>
            <a:fillRect/>
          </a:stretch>
        </p:blipFill>
        <p:spPr>
          <a:xfrm>
            <a:off x="461229" y="2132856"/>
            <a:ext cx="8682771" cy="3456384"/>
          </a:xfr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971600" y="2276872"/>
            <a:ext cx="7361311" cy="29523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dirty="0" smtClean="0"/>
              <a:t>Problem</a:t>
            </a:r>
            <a:br>
              <a:rPr lang="en-GB" dirty="0" smtClean="0"/>
            </a:br>
            <a:r>
              <a:rPr lang="en-GB" sz="3100" dirty="0" smtClean="0"/>
              <a:t>Structured Business Process</a:t>
            </a:r>
            <a:endParaRPr lang="en-GB" dirty="0"/>
          </a:p>
        </p:txBody>
      </p:sp>
      <p:sp>
        <p:nvSpPr>
          <p:cNvPr id="5" name="TextBox 4"/>
          <p:cNvSpPr txBox="1"/>
          <p:nvPr/>
        </p:nvSpPr>
        <p:spPr>
          <a:xfrm>
            <a:off x="2699792" y="5085184"/>
            <a:ext cx="359669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dirty="0" smtClean="0"/>
              <a:t>Insurance Claim Registration</a:t>
            </a:r>
            <a:endParaRPr lang="en-GB" sz="2400" dirty="0"/>
          </a:p>
        </p:txBody>
      </p:sp>
      <p:sp>
        <p:nvSpPr>
          <p:cNvPr id="6" name="Oval 5"/>
          <p:cNvSpPr/>
          <p:nvPr/>
        </p:nvSpPr>
        <p:spPr>
          <a:xfrm>
            <a:off x="-684584" y="4005064"/>
            <a:ext cx="216024" cy="216024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Pentagon 8"/>
          <p:cNvSpPr/>
          <p:nvPr/>
        </p:nvSpPr>
        <p:spPr>
          <a:xfrm>
            <a:off x="0" y="1628800"/>
            <a:ext cx="1979712" cy="432048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 smtClean="0"/>
              <a:t> </a:t>
            </a:r>
            <a:r>
              <a:rPr lang="en-GB" sz="2200" b="1" dirty="0" smtClean="0"/>
              <a:t>Design-time</a:t>
            </a:r>
            <a:endParaRPr lang="en-GB" sz="2200" b="1" dirty="0"/>
          </a:p>
        </p:txBody>
      </p:sp>
      <p:sp>
        <p:nvSpPr>
          <p:cNvPr id="10" name="Pentagon 9"/>
          <p:cNvSpPr/>
          <p:nvPr/>
        </p:nvSpPr>
        <p:spPr>
          <a:xfrm>
            <a:off x="0" y="1628800"/>
            <a:ext cx="1979712" cy="432048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 smtClean="0"/>
              <a:t> </a:t>
            </a:r>
            <a:r>
              <a:rPr lang="en-GB" sz="2200" b="1" dirty="0" smtClean="0"/>
              <a:t>Run-time</a:t>
            </a:r>
            <a:endParaRPr lang="en-GB" sz="2200" b="1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" presetID="1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63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88889E-6 2.31214E-6 L 0.22448 2.31214E-6 " pathEditMode="relative" rAng="0" ptsTypes="AA">
                                      <p:cBhvr>
                                        <p:cTn id="1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12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63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22448 -3.06358E-6 L 0.37986 -3.06358E-6 " pathEditMode="relative" rAng="0" ptsTypes="AA">
                                      <p:cBhvr>
                                        <p:cTn id="16" dur="2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78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63" presetClass="path" presetSubtype="0" accel="50000" decel="5000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37986 2.77457E-6 L 0.55312 0.01063 " pathEditMode="relative" rAng="0" ptsTypes="AA">
                                      <p:cBhvr>
                                        <p:cTn id="20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87" y="5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63" presetClass="path" presetSubtype="0" accel="50000" decel="50000" fill="hold" grpId="3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55312 0.01063 L 0.73628 0.01572 " pathEditMode="relative" rAng="0" ptsTypes="AA">
                                      <p:cBhvr>
                                        <p:cTn id="24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91" y="3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8" presetClass="emph" presetSubtype="0" fill="hold" grpId="4" nodeType="click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2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63" presetClass="path" presetSubtype="0" accel="50000" decel="50000" fill="hold" grpId="5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73628 0.01572 L 0.90156 0.01572 " pathEditMode="relative" rAng="0" ptsTypes="AA">
                                      <p:cBhvr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83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64" presetClass="path" presetSubtype="0" accel="50000" decel="50000" fill="hold" grpId="6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90156 0.01572 L 0.90156 -0.15214 " pathEditMode="relative" rAng="0" ptsTypes="AA">
                                      <p:cBhvr>
                                        <p:cTn id="3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84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6" grpId="1" animBg="1"/>
      <p:bldP spid="6" grpId="2" animBg="1"/>
      <p:bldP spid="6" grpId="3" animBg="1"/>
      <p:bldP spid="6" grpId="4" animBg="1"/>
      <p:bldP spid="6" grpId="5" animBg="1"/>
      <p:bldP spid="6" grpId="6" animBg="1"/>
      <p:bldP spid="9" grpId="0" animBg="1"/>
      <p:bldP spid="10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0" y="1700808"/>
            <a:ext cx="9144000" cy="496855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029" name="Picture 5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3635896" y="4149080"/>
            <a:ext cx="1038225" cy="600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dirty="0" smtClean="0"/>
              <a:t>Problem</a:t>
            </a:r>
            <a:br>
              <a:rPr lang="en-GB" dirty="0" smtClean="0"/>
            </a:br>
            <a:r>
              <a:rPr lang="en-GB" sz="3100" dirty="0" smtClean="0"/>
              <a:t>Unpredictable Process instances</a:t>
            </a:r>
            <a:endParaRPr lang="en-GB" dirty="0"/>
          </a:p>
        </p:txBody>
      </p:sp>
      <p:sp>
        <p:nvSpPr>
          <p:cNvPr id="5" name="Oval 4"/>
          <p:cNvSpPr/>
          <p:nvPr/>
        </p:nvSpPr>
        <p:spPr>
          <a:xfrm>
            <a:off x="7740352" y="2204864"/>
            <a:ext cx="576064" cy="288032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" name="Oval 5"/>
          <p:cNvSpPr/>
          <p:nvPr/>
        </p:nvSpPr>
        <p:spPr>
          <a:xfrm>
            <a:off x="9828584" y="2708920"/>
            <a:ext cx="216024" cy="216024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" name="Oval 9"/>
          <p:cNvSpPr/>
          <p:nvPr/>
        </p:nvSpPr>
        <p:spPr>
          <a:xfrm>
            <a:off x="6156176" y="3573016"/>
            <a:ext cx="216024" cy="216024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1" name="Oval 10"/>
          <p:cNvSpPr/>
          <p:nvPr/>
        </p:nvSpPr>
        <p:spPr>
          <a:xfrm>
            <a:off x="6156176" y="3501008"/>
            <a:ext cx="216024" cy="216024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1030" name="Picture 6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395536" y="2132856"/>
            <a:ext cx="1038225" cy="600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032" name="Picture 8"/>
          <p:cNvPicPr>
            <a:picLocks noChangeAspect="1" noChangeArrowheads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6732240" y="5517232"/>
            <a:ext cx="1038225" cy="600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6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77778E-7 -3.4104E-6 L -0.15347 0.00532 " pathEditMode="relative" rAng="0" ptsTypes="AA">
                                      <p:cBhvr>
                                        <p:cTn id="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77" y="3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63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15347 0.00532 L -0.31094 -0.00508 " pathEditMode="relative" rAng="0" ptsTypes="AA">
                                      <p:cBhvr>
                                        <p:cTn id="10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79" y="-5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42" presetClass="path" presetSubtype="0" accel="50000" decel="5000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31094 -0.00508 L -0.30312 0.1207 " pathEditMode="relative" rAng="0" ptsTypes="AA">
                                      <p:cBhvr>
                                        <p:cTn id="14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4" y="63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63" presetClass="path" presetSubtype="0" accel="50000" decel="50000" fill="hold" grpId="3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30312 0.1207 L -0.40555 0.1207 " pathEditMode="relative" rAng="0" ptsTypes="AA">
                                      <p:cBhvr>
                                        <p:cTn id="1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51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63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61111E-6 3.14524E-6 L -0.08664 0.02104 " pathEditMode="relative" rAng="0" ptsTypes="AA">
                                      <p:cBhvr>
                                        <p:cTn id="30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43" y="10"/>
                                    </p:animMotion>
                                  </p:childTnLst>
                                </p:cTn>
                              </p:par>
                              <p:par>
                                <p:cTn id="31" presetID="49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61111E-6 1.75763E-7 L -0.18889 0.1154 " pathEditMode="relative" rAng="0" ptsTypes="AA">
                                      <p:cBhvr>
                                        <p:cTn id="32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94" y="58"/>
                                    </p:animMotion>
                                  </p:childTnLst>
                                </p:cTn>
                              </p:par>
                              <p:par>
                                <p:cTn id="33" presetID="56" presetClass="path" presetSubtype="0" accel="50000" decel="50000" fill="hold" grpId="4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40555 0.09965 L -0.49219 0.01572 " pathEditMode="relative" rAng="0" ptsTypes="AA">
                                      <p:cBhvr>
                                        <p:cTn id="34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43" y="-42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9" dur="1000"/>
                                        <p:tgtEl>
                                          <p:spTgt spid="10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63" presetClass="path" presetSubtype="0" accel="50000" decel="50000" fill="hold" grpId="5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49219 0.01572 L -0.61806 0.01572 " pathEditMode="relative" rAng="0" ptsTypes="AA">
                                      <p:cBhvr>
                                        <p:cTn id="43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63" y="0"/>
                                    </p:animMotion>
                                  </p:childTnLst>
                                </p:cTn>
                              </p:par>
                              <p:par>
                                <p:cTn id="44" presetID="63" presetClass="path" presetSubtype="0" accel="50000" decel="5000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8663 0.02104 L -0.20868 0.01573 " pathEditMode="relative" rAng="0" ptsTypes="AA">
                                      <p:cBhvr>
                                        <p:cTn id="45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61" y="-3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63" presetClass="path" presetSubtype="0" accel="50000" decel="50000" fill="hold" grpId="6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61805 0.01573 L -0.7835 0.01573 " pathEditMode="relative" rAng="0" ptsTypes="AA">
                                      <p:cBhvr>
                                        <p:cTn id="4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83" y="0"/>
                                    </p:animMotion>
                                  </p:childTnLst>
                                </p:cTn>
                              </p:par>
                              <p:par>
                                <p:cTn id="50" presetID="63" presetClass="path" presetSubtype="0" accel="50000" decel="50000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20868 0.01573 L -0.37413 0.02613 " pathEditMode="relative" rAng="0" ptsTypes="AA">
                                      <p:cBhvr>
                                        <p:cTn id="51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83" y="5"/>
                                    </p:animMotion>
                                  </p:childTnLst>
                                </p:cTn>
                              </p:par>
                              <p:par>
                                <p:cTn id="52" presetID="56" presetClass="path" presetSubtype="0" accel="50000" decel="5000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25191 0.12581 L -0.5 -0.07863 " pathEditMode="relative" rAng="0" ptsTypes="AA">
                                      <p:cBhvr>
                                        <p:cTn id="5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24" y="-102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63" presetClass="path" presetSubtype="0" accel="50000" decel="50000" fill="hold" grpId="7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7835 0.01572 L -0.90156 0.04741 " pathEditMode="relative" rAng="0" ptsTypes="AA">
                                      <p:cBhvr>
                                        <p:cTn id="5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59" y="16"/>
                                    </p:animMotion>
                                  </p:childTnLst>
                                </p:cTn>
                              </p:par>
                              <p:par>
                                <p:cTn id="58" presetID="63" presetClass="path" presetSubtype="0" accel="50000" decel="50000" fill="hold" grpId="4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37413 0.02613 L -0.5 -0.08927 " pathEditMode="relative" rAng="0" ptsTypes="AA">
                                      <p:cBhvr>
                                        <p:cTn id="59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63" y="-58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3" presetClass="exit" presetSubtype="10" fill="hold" grpId="5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6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3" presetClass="exit" presetSubtype="10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6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63" presetClass="path" presetSubtype="0" accel="50000" decel="50000" fill="hold" grpId="8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90156 0.04741 L -0.98038 0.03677 " pathEditMode="relative" rAng="0" ptsTypes="AA">
                                      <p:cBhvr>
                                        <p:cTn id="7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39" y="-5"/>
                                    </p:animMotion>
                                  </p:childTnLst>
                                </p:cTn>
                              </p:par>
                              <p:par>
                                <p:cTn id="72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4" dur="1000"/>
                                        <p:tgtEl>
                                          <p:spTgt spid="10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49" presetClass="path" presetSubtype="0" accel="50000" decel="50000" fill="hold" grpId="9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98038 0.05782 L -0.29531 0.30967 " pathEditMode="relative" rAng="0" ptsTypes="AA">
                                      <p:cBhvr>
                                        <p:cTn id="7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43" y="126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3" dur="500"/>
                                        <p:tgtEl>
                                          <p:spTgt spid="10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6" grpId="1" animBg="1"/>
      <p:bldP spid="6" grpId="2" animBg="1"/>
      <p:bldP spid="6" grpId="3" animBg="1"/>
      <p:bldP spid="6" grpId="4" animBg="1"/>
      <p:bldP spid="6" grpId="5" animBg="1"/>
      <p:bldP spid="6" grpId="6" animBg="1"/>
      <p:bldP spid="6" grpId="7" animBg="1"/>
      <p:bldP spid="6" grpId="8" animBg="1"/>
      <p:bldP spid="6" grpId="9" animBg="1"/>
      <p:bldP spid="10" grpId="0" animBg="1"/>
      <p:bldP spid="10" grpId="1" animBg="1"/>
      <p:bldP spid="10" grpId="2" animBg="1"/>
      <p:bldP spid="10" grpId="3" animBg="1"/>
      <p:bldP spid="11" grpId="0" animBg="1"/>
      <p:bldP spid="11" grpId="1" animBg="1"/>
      <p:bldP spid="11" grpId="2" animBg="1"/>
      <p:bldP spid="11" grpId="3" animBg="1"/>
      <p:bldP spid="11" grpId="4" animBg="1"/>
      <p:bldP spid="11" grpId="5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Research Question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Rounded Rectangle 3"/>
          <p:cNvSpPr/>
          <p:nvPr/>
        </p:nvSpPr>
        <p:spPr>
          <a:xfrm>
            <a:off x="1187624" y="3284984"/>
            <a:ext cx="7272808" cy="1224136"/>
          </a:xfrm>
          <a:prstGeom prst="roundRect">
            <a:avLst>
              <a:gd name="adj" fmla="val 23965"/>
            </a:avLst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sz="2800" dirty="0" smtClean="0"/>
              <a:t>How can unstructured business processes be modelled and managed in a flexible manner?</a:t>
            </a:r>
            <a:endParaRPr lang="en-GB" sz="28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dirty="0" smtClean="0"/>
              <a:t>Background</a:t>
            </a:r>
            <a:br>
              <a:rPr lang="en-GB" dirty="0" smtClean="0"/>
            </a:br>
            <a:r>
              <a:rPr lang="en-GB" sz="3100" dirty="0" smtClean="0"/>
              <a:t>Business Process Spectrum</a:t>
            </a:r>
            <a:endParaRPr lang="en-GB" dirty="0"/>
          </a:p>
        </p:txBody>
      </p:sp>
      <p:grpSp>
        <p:nvGrpSpPr>
          <p:cNvPr id="28" name="Group 27"/>
          <p:cNvGrpSpPr/>
          <p:nvPr/>
        </p:nvGrpSpPr>
        <p:grpSpPr>
          <a:xfrm>
            <a:off x="2483768" y="2060848"/>
            <a:ext cx="3744416" cy="3672408"/>
            <a:chOff x="3707904" y="1916832"/>
            <a:chExt cx="3744416" cy="3672408"/>
          </a:xfrm>
        </p:grpSpPr>
        <p:sp>
          <p:nvSpPr>
            <p:cNvPr id="19" name="Rounded Rectangle 18"/>
            <p:cNvSpPr/>
            <p:nvPr/>
          </p:nvSpPr>
          <p:spPr>
            <a:xfrm>
              <a:off x="3707904" y="2132856"/>
              <a:ext cx="1512168" cy="792088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r>
                <a:rPr lang="en-GB" sz="2000" b="1" dirty="0" smtClean="0"/>
                <a:t> </a:t>
              </a:r>
              <a:endParaRPr lang="en-GB" dirty="0"/>
            </a:p>
          </p:txBody>
        </p:sp>
        <p:sp>
          <p:nvSpPr>
            <p:cNvPr id="7" name="Rounded Rectangle 6"/>
            <p:cNvSpPr/>
            <p:nvPr/>
          </p:nvSpPr>
          <p:spPr>
            <a:xfrm>
              <a:off x="5148064" y="2132856"/>
              <a:ext cx="2304256" cy="792088"/>
            </a:xfrm>
            <a:prstGeom prst="roundRect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r>
                <a:rPr lang="en-GB" sz="2000" b="1" dirty="0" smtClean="0"/>
                <a:t> Structured</a:t>
              </a:r>
              <a:r>
                <a:rPr lang="en-GB" dirty="0" smtClean="0"/>
                <a:t> </a:t>
              </a:r>
              <a:endParaRPr lang="en-GB" dirty="0"/>
            </a:p>
          </p:txBody>
        </p:sp>
        <p:sp>
          <p:nvSpPr>
            <p:cNvPr id="8" name="Rounded Rectangle 7"/>
            <p:cNvSpPr/>
            <p:nvPr/>
          </p:nvSpPr>
          <p:spPr>
            <a:xfrm>
              <a:off x="3707904" y="2924944"/>
              <a:ext cx="3744416" cy="792088"/>
            </a:xfrm>
            <a:prstGeom prst="roundRect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r>
                <a:rPr lang="en-GB" sz="2000" b="1" dirty="0" smtClean="0"/>
                <a:t>Structured with</a:t>
              </a:r>
            </a:p>
            <a:p>
              <a:pPr algn="r"/>
              <a:r>
                <a:rPr lang="en-GB" sz="2000" b="1" dirty="0" smtClean="0"/>
                <a:t>Ad-hoc Exceptions</a:t>
              </a:r>
              <a:r>
                <a:rPr lang="en-GB" dirty="0" smtClean="0"/>
                <a:t> </a:t>
              </a:r>
              <a:endParaRPr lang="en-GB" dirty="0"/>
            </a:p>
          </p:txBody>
        </p:sp>
        <p:sp>
          <p:nvSpPr>
            <p:cNvPr id="11" name="Rounded Rectangle 10"/>
            <p:cNvSpPr/>
            <p:nvPr/>
          </p:nvSpPr>
          <p:spPr>
            <a:xfrm>
              <a:off x="3707904" y="3717032"/>
              <a:ext cx="3744416" cy="792088"/>
            </a:xfrm>
            <a:prstGeom prst="roundRect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r>
                <a:rPr lang="en-GB" b="1" dirty="0" smtClean="0"/>
                <a:t>Unstructured with</a:t>
              </a:r>
            </a:p>
            <a:p>
              <a:pPr algn="r"/>
              <a:r>
                <a:rPr lang="en-GB" b="1" dirty="0" smtClean="0"/>
                <a:t>Pre-defined fragments</a:t>
              </a:r>
              <a:r>
                <a:rPr lang="en-GB" dirty="0" smtClean="0"/>
                <a:t> </a:t>
              </a:r>
              <a:endParaRPr lang="en-GB" dirty="0"/>
            </a:p>
          </p:txBody>
        </p:sp>
        <p:sp>
          <p:nvSpPr>
            <p:cNvPr id="15" name="Rounded Rectangle 14"/>
            <p:cNvSpPr/>
            <p:nvPr/>
          </p:nvSpPr>
          <p:spPr>
            <a:xfrm>
              <a:off x="3707904" y="4509120"/>
              <a:ext cx="3744416" cy="792088"/>
            </a:xfrm>
            <a:prstGeom prst="roundRect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r>
                <a:rPr lang="en-GB" sz="2000" b="1" dirty="0" smtClean="0"/>
                <a:t>Unstructured</a:t>
              </a:r>
              <a:r>
                <a:rPr lang="en-GB" dirty="0" smtClean="0"/>
                <a:t> </a:t>
              </a:r>
              <a:endParaRPr lang="en-GB" dirty="0"/>
            </a:p>
          </p:txBody>
        </p:sp>
        <p:sp>
          <p:nvSpPr>
            <p:cNvPr id="20" name="Rounded Rectangle 19"/>
            <p:cNvSpPr/>
            <p:nvPr/>
          </p:nvSpPr>
          <p:spPr>
            <a:xfrm>
              <a:off x="3707904" y="2924944"/>
              <a:ext cx="1440160" cy="792088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r>
                <a:rPr lang="en-GB" sz="2000" b="1" dirty="0" smtClean="0"/>
                <a:t> </a:t>
              </a:r>
              <a:endParaRPr lang="en-GB" dirty="0"/>
            </a:p>
          </p:txBody>
        </p:sp>
        <p:sp>
          <p:nvSpPr>
            <p:cNvPr id="21" name="Rounded Rectangle 20"/>
            <p:cNvSpPr/>
            <p:nvPr/>
          </p:nvSpPr>
          <p:spPr>
            <a:xfrm>
              <a:off x="3707904" y="3717032"/>
              <a:ext cx="1440160" cy="792088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r>
                <a:rPr lang="en-GB" sz="2000" b="1" dirty="0" smtClean="0"/>
                <a:t> </a:t>
              </a:r>
              <a:endParaRPr lang="en-GB" dirty="0"/>
            </a:p>
          </p:txBody>
        </p:sp>
        <p:sp>
          <p:nvSpPr>
            <p:cNvPr id="22" name="Rounded Rectangle 21"/>
            <p:cNvSpPr/>
            <p:nvPr/>
          </p:nvSpPr>
          <p:spPr>
            <a:xfrm>
              <a:off x="3707904" y="4509120"/>
              <a:ext cx="1440160" cy="792088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r>
                <a:rPr lang="en-GB" sz="2000" b="1" dirty="0" smtClean="0"/>
                <a:t> </a:t>
              </a:r>
              <a:endParaRPr lang="en-GB" dirty="0"/>
            </a:p>
          </p:txBody>
        </p:sp>
        <p:sp>
          <p:nvSpPr>
            <p:cNvPr id="17" name="Up-Down Arrow 16"/>
            <p:cNvSpPr/>
            <p:nvPr/>
          </p:nvSpPr>
          <p:spPr>
            <a:xfrm>
              <a:off x="4932040" y="1916832"/>
              <a:ext cx="360040" cy="3672408"/>
            </a:xfrm>
            <a:prstGeom prst="upDownArrow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pic>
          <p:nvPicPr>
            <p:cNvPr id="2050" name="Picture 2"/>
            <p:cNvPicPr>
              <a:picLocks noChangeAspect="1" noChangeArrowheads="1"/>
            </p:cNvPicPr>
            <p:nvPr/>
          </p:nvPicPr>
          <p:blipFill>
            <a:blip r:embed="rId3" cstate="print"/>
            <a:srcRect/>
            <a:stretch>
              <a:fillRect/>
            </a:stretch>
          </p:blipFill>
          <p:spPr bwMode="auto">
            <a:xfrm>
              <a:off x="3851920" y="2276872"/>
              <a:ext cx="1143000" cy="54292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2051" name="Picture 3"/>
            <p:cNvPicPr>
              <a:picLocks noChangeAspect="1" noChangeArrowheads="1"/>
            </p:cNvPicPr>
            <p:nvPr/>
          </p:nvPicPr>
          <p:blipFill>
            <a:blip r:embed="rId4" cstate="print"/>
            <a:srcRect/>
            <a:stretch>
              <a:fillRect/>
            </a:stretch>
          </p:blipFill>
          <p:spPr bwMode="auto">
            <a:xfrm>
              <a:off x="3779912" y="2996952"/>
              <a:ext cx="1104900" cy="6762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2053" name="Picture 5"/>
            <p:cNvPicPr>
              <a:picLocks noChangeAspect="1" noChangeArrowheads="1"/>
            </p:cNvPicPr>
            <p:nvPr/>
          </p:nvPicPr>
          <p:blipFill>
            <a:blip r:embed="rId5" cstate="print"/>
            <a:srcRect/>
            <a:stretch>
              <a:fillRect/>
            </a:stretch>
          </p:blipFill>
          <p:spPr bwMode="auto">
            <a:xfrm>
              <a:off x="3779912" y="3789040"/>
              <a:ext cx="1133475" cy="63703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2054" name="Picture 6"/>
            <p:cNvPicPr>
              <a:picLocks noChangeAspect="1" noChangeArrowheads="1"/>
            </p:cNvPicPr>
            <p:nvPr/>
          </p:nvPicPr>
          <p:blipFill>
            <a:blip r:embed="rId6" cstate="print"/>
            <a:srcRect/>
            <a:stretch>
              <a:fillRect/>
            </a:stretch>
          </p:blipFill>
          <p:spPr bwMode="auto">
            <a:xfrm>
              <a:off x="4067944" y="4581128"/>
              <a:ext cx="676275" cy="6096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</p:grpSp>
      <p:sp>
        <p:nvSpPr>
          <p:cNvPr id="29" name="Pentagon 28"/>
          <p:cNvSpPr/>
          <p:nvPr/>
        </p:nvSpPr>
        <p:spPr>
          <a:xfrm flipH="1">
            <a:off x="1331640" y="6309320"/>
            <a:ext cx="7128792" cy="360040"/>
          </a:xfrm>
          <a:prstGeom prst="homePlat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600" dirty="0" smtClean="0"/>
              <a:t>What are the differences between structured and unstructured business processes?</a:t>
            </a:r>
            <a:endParaRPr lang="en-GB" sz="1600" dirty="0"/>
          </a:p>
        </p:txBody>
      </p:sp>
      <p:grpSp>
        <p:nvGrpSpPr>
          <p:cNvPr id="25" name="Group 24"/>
          <p:cNvGrpSpPr/>
          <p:nvPr/>
        </p:nvGrpSpPr>
        <p:grpSpPr>
          <a:xfrm>
            <a:off x="8303705" y="6209928"/>
            <a:ext cx="840295" cy="648072"/>
            <a:chOff x="-72008" y="1700808"/>
            <a:chExt cx="840295" cy="648072"/>
          </a:xfrm>
        </p:grpSpPr>
        <p:sp>
          <p:nvSpPr>
            <p:cNvPr id="26" name="Oval 25"/>
            <p:cNvSpPr/>
            <p:nvPr/>
          </p:nvSpPr>
          <p:spPr>
            <a:xfrm>
              <a:off x="0" y="1700808"/>
              <a:ext cx="683568" cy="648072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2000" dirty="0"/>
            </a:p>
          </p:txBody>
        </p:sp>
        <p:sp>
          <p:nvSpPr>
            <p:cNvPr id="27" name="TextBox 26"/>
            <p:cNvSpPr txBox="1"/>
            <p:nvPr/>
          </p:nvSpPr>
          <p:spPr>
            <a:xfrm>
              <a:off x="-72008" y="1772816"/>
              <a:ext cx="840295" cy="52322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>
              <a:spAutoFit/>
            </a:bodyPr>
            <a:lstStyle/>
            <a:p>
              <a:r>
                <a:rPr lang="en-GB" sz="2800" dirty="0" smtClean="0"/>
                <a:t>RQ1</a:t>
              </a:r>
              <a:endParaRPr lang="en-GB" sz="2800" dirty="0"/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dirty="0" smtClean="0"/>
              <a:t>Background</a:t>
            </a:r>
            <a:br>
              <a:rPr lang="en-GB" dirty="0" smtClean="0"/>
            </a:br>
            <a:r>
              <a:rPr lang="en-GB" sz="3100" dirty="0" smtClean="0"/>
              <a:t>Business Process Spectrum</a:t>
            </a:r>
            <a:endParaRPr lang="en-GB" dirty="0"/>
          </a:p>
        </p:txBody>
      </p:sp>
      <p:pic>
        <p:nvPicPr>
          <p:cNvPr id="5" name="Content Placeholder 3" descr="Structured.jpg"/>
          <p:cNvPicPr>
            <a:picLocks noGrp="1" noChangeAspect="1"/>
          </p:cNvPicPr>
          <p:nvPr>
            <p:ph sz="quarter" idx="1"/>
          </p:nvPr>
        </p:nvPicPr>
        <p:blipFill>
          <a:blip r:embed="rId3" cstate="print"/>
          <a:stretch>
            <a:fillRect/>
          </a:stretch>
        </p:blipFill>
        <p:spPr>
          <a:xfrm>
            <a:off x="3419872" y="2564904"/>
            <a:ext cx="3410745" cy="1368152"/>
          </a:xfrm>
        </p:spPr>
      </p:pic>
      <p:sp>
        <p:nvSpPr>
          <p:cNvPr id="7" name="Content Placeholder 2"/>
          <p:cNvSpPr txBox="1">
            <a:spLocks/>
          </p:cNvSpPr>
          <p:nvPr/>
        </p:nvSpPr>
        <p:spPr>
          <a:xfrm>
            <a:off x="683568" y="5445224"/>
            <a:ext cx="8153400" cy="1108720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marL="320040" marR="0" lvl="0" indent="-320040" algn="l" defTabSz="914400" rtl="0" eaLnBrk="1" fontAlgn="auto" latinLnBrk="0" hangingPunct="1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chemeClr val="accent2"/>
              </a:buClr>
              <a:buSzPct val="60000"/>
              <a:tabLst/>
              <a:defRPr/>
            </a:pPr>
            <a:r>
              <a:rPr kumimoji="0" lang="en-GB" sz="2900" b="0" i="1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uLnTx/>
                <a:uFillTx/>
                <a:latin typeface="+mn-lt"/>
                <a:ea typeface="+mn-ea"/>
                <a:cs typeface="+mn-cs"/>
              </a:rPr>
              <a:t>Examples</a:t>
            </a:r>
            <a:r>
              <a:rPr lang="en-GB" sz="2900" i="1" dirty="0" smtClean="0"/>
              <a:t> : Regulatory Processes e.g. customer registration, order processing, salary payments </a:t>
            </a:r>
            <a:endParaRPr kumimoji="0" lang="en-GB" sz="2900" b="0" i="1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uLnTx/>
              <a:uFillTx/>
              <a:latin typeface="+mn-lt"/>
              <a:ea typeface="+mn-ea"/>
              <a:cs typeface="+mn-cs"/>
            </a:endParaRPr>
          </a:p>
        </p:txBody>
      </p:sp>
      <p:grpSp>
        <p:nvGrpSpPr>
          <p:cNvPr id="8" name="Group 7"/>
          <p:cNvGrpSpPr/>
          <p:nvPr/>
        </p:nvGrpSpPr>
        <p:grpSpPr>
          <a:xfrm>
            <a:off x="251520" y="2420888"/>
            <a:ext cx="2915816" cy="2736304"/>
            <a:chOff x="3707904" y="1916832"/>
            <a:chExt cx="3744416" cy="3672408"/>
          </a:xfrm>
        </p:grpSpPr>
        <p:sp>
          <p:nvSpPr>
            <p:cNvPr id="9" name="Rounded Rectangle 8"/>
            <p:cNvSpPr/>
            <p:nvPr/>
          </p:nvSpPr>
          <p:spPr>
            <a:xfrm>
              <a:off x="3707904" y="2132856"/>
              <a:ext cx="1512168" cy="792088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r>
                <a:rPr lang="en-GB" sz="2000" b="1" dirty="0" smtClean="0"/>
                <a:t> </a:t>
              </a:r>
              <a:endParaRPr lang="en-GB" dirty="0"/>
            </a:p>
          </p:txBody>
        </p:sp>
        <p:sp>
          <p:nvSpPr>
            <p:cNvPr id="10" name="Rounded Rectangle 9"/>
            <p:cNvSpPr/>
            <p:nvPr/>
          </p:nvSpPr>
          <p:spPr>
            <a:xfrm>
              <a:off x="5148064" y="2132856"/>
              <a:ext cx="2304256" cy="792088"/>
            </a:xfrm>
            <a:prstGeom prst="round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r>
                <a:rPr lang="en-GB" sz="2000" b="1" dirty="0" smtClean="0"/>
                <a:t> Structured</a:t>
              </a:r>
              <a:r>
                <a:rPr lang="en-GB" dirty="0" smtClean="0"/>
                <a:t> </a:t>
              </a:r>
              <a:endParaRPr lang="en-GB" dirty="0"/>
            </a:p>
          </p:txBody>
        </p:sp>
        <p:sp>
          <p:nvSpPr>
            <p:cNvPr id="11" name="Rounded Rectangle 10"/>
            <p:cNvSpPr/>
            <p:nvPr/>
          </p:nvSpPr>
          <p:spPr>
            <a:xfrm>
              <a:off x="3707904" y="2924944"/>
              <a:ext cx="3744416" cy="792088"/>
            </a:xfrm>
            <a:prstGeom prst="roundRect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r>
                <a:rPr lang="en-GB" sz="1600" b="1" dirty="0" smtClean="0"/>
                <a:t>Structured with</a:t>
              </a:r>
            </a:p>
            <a:p>
              <a:pPr algn="r"/>
              <a:r>
                <a:rPr lang="en-GB" sz="1600" b="1" dirty="0" smtClean="0"/>
                <a:t>Ad-hoc Exceptions</a:t>
              </a:r>
              <a:r>
                <a:rPr lang="en-GB" sz="1600" dirty="0" smtClean="0"/>
                <a:t> </a:t>
              </a:r>
              <a:endParaRPr lang="en-GB" sz="1600" dirty="0"/>
            </a:p>
          </p:txBody>
        </p:sp>
        <p:sp>
          <p:nvSpPr>
            <p:cNvPr id="12" name="Rounded Rectangle 11"/>
            <p:cNvSpPr/>
            <p:nvPr/>
          </p:nvSpPr>
          <p:spPr>
            <a:xfrm>
              <a:off x="3707904" y="3717032"/>
              <a:ext cx="3744416" cy="792088"/>
            </a:xfrm>
            <a:prstGeom prst="round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r>
                <a:rPr lang="en-GB" sz="1400" b="1" dirty="0" smtClean="0"/>
                <a:t>Unstructured with</a:t>
              </a:r>
            </a:p>
            <a:p>
              <a:pPr algn="r"/>
              <a:r>
                <a:rPr lang="en-GB" sz="1400" b="1" dirty="0" smtClean="0"/>
                <a:t>Pre-defined fragments</a:t>
              </a:r>
              <a:r>
                <a:rPr lang="en-GB" sz="1400" dirty="0" smtClean="0"/>
                <a:t> </a:t>
              </a:r>
              <a:endParaRPr lang="en-GB" sz="1400" dirty="0"/>
            </a:p>
          </p:txBody>
        </p:sp>
        <p:sp>
          <p:nvSpPr>
            <p:cNvPr id="13" name="Rounded Rectangle 12"/>
            <p:cNvSpPr/>
            <p:nvPr/>
          </p:nvSpPr>
          <p:spPr>
            <a:xfrm>
              <a:off x="3707904" y="4509120"/>
              <a:ext cx="3744416" cy="792088"/>
            </a:xfrm>
            <a:prstGeom prst="roundRect">
              <a:avLst/>
            </a:prstGeom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r>
                <a:rPr lang="en-GB" sz="2000" b="1" dirty="0" smtClean="0"/>
                <a:t>Unstructured</a:t>
              </a:r>
              <a:r>
                <a:rPr lang="en-GB" dirty="0" smtClean="0"/>
                <a:t> </a:t>
              </a:r>
              <a:endParaRPr lang="en-GB" dirty="0"/>
            </a:p>
          </p:txBody>
        </p:sp>
        <p:sp>
          <p:nvSpPr>
            <p:cNvPr id="14" name="Rounded Rectangle 13"/>
            <p:cNvSpPr/>
            <p:nvPr/>
          </p:nvSpPr>
          <p:spPr>
            <a:xfrm>
              <a:off x="3707904" y="2924944"/>
              <a:ext cx="1440160" cy="792088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r>
                <a:rPr lang="en-GB" sz="2000" b="1" dirty="0" smtClean="0"/>
                <a:t> </a:t>
              </a:r>
              <a:endParaRPr lang="en-GB" dirty="0"/>
            </a:p>
          </p:txBody>
        </p:sp>
        <p:sp>
          <p:nvSpPr>
            <p:cNvPr id="15" name="Rounded Rectangle 14"/>
            <p:cNvSpPr/>
            <p:nvPr/>
          </p:nvSpPr>
          <p:spPr>
            <a:xfrm>
              <a:off x="3707904" y="3717032"/>
              <a:ext cx="1440160" cy="792088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r>
                <a:rPr lang="en-GB" sz="2000" b="1" dirty="0" smtClean="0"/>
                <a:t> </a:t>
              </a:r>
              <a:endParaRPr lang="en-GB" dirty="0"/>
            </a:p>
          </p:txBody>
        </p:sp>
        <p:sp>
          <p:nvSpPr>
            <p:cNvPr id="16" name="Rounded Rectangle 15"/>
            <p:cNvSpPr/>
            <p:nvPr/>
          </p:nvSpPr>
          <p:spPr>
            <a:xfrm>
              <a:off x="3707904" y="4509120"/>
              <a:ext cx="1440160" cy="792088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r>
                <a:rPr lang="en-GB" sz="2000" b="1" dirty="0" smtClean="0"/>
                <a:t> </a:t>
              </a:r>
              <a:endParaRPr lang="en-GB" dirty="0"/>
            </a:p>
          </p:txBody>
        </p:sp>
        <p:sp>
          <p:nvSpPr>
            <p:cNvPr id="17" name="Up-Down Arrow 16"/>
            <p:cNvSpPr/>
            <p:nvPr/>
          </p:nvSpPr>
          <p:spPr>
            <a:xfrm>
              <a:off x="4910025" y="1916832"/>
              <a:ext cx="360040" cy="3672408"/>
            </a:xfrm>
            <a:prstGeom prst="upDownArrow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pic>
          <p:nvPicPr>
            <p:cNvPr id="18" name="Picture 2"/>
            <p:cNvPicPr>
              <a:picLocks noChangeAspect="1" noChangeArrowheads="1"/>
            </p:cNvPicPr>
            <p:nvPr/>
          </p:nvPicPr>
          <p:blipFill>
            <a:blip r:embed="rId4" cstate="print"/>
            <a:srcRect/>
            <a:stretch>
              <a:fillRect/>
            </a:stretch>
          </p:blipFill>
          <p:spPr bwMode="auto">
            <a:xfrm>
              <a:off x="3851920" y="2276872"/>
              <a:ext cx="1143000" cy="54292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19" name="Picture 3"/>
            <p:cNvPicPr>
              <a:picLocks noChangeAspect="1" noChangeArrowheads="1"/>
            </p:cNvPicPr>
            <p:nvPr/>
          </p:nvPicPr>
          <p:blipFill>
            <a:blip r:embed="rId5" cstate="print"/>
            <a:srcRect/>
            <a:stretch>
              <a:fillRect/>
            </a:stretch>
          </p:blipFill>
          <p:spPr bwMode="auto">
            <a:xfrm>
              <a:off x="3779912" y="2996952"/>
              <a:ext cx="1104900" cy="6762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20" name="Picture 5"/>
            <p:cNvPicPr>
              <a:picLocks noChangeAspect="1" noChangeArrowheads="1"/>
            </p:cNvPicPr>
            <p:nvPr/>
          </p:nvPicPr>
          <p:blipFill>
            <a:blip r:embed="rId6" cstate="print"/>
            <a:srcRect/>
            <a:stretch>
              <a:fillRect/>
            </a:stretch>
          </p:blipFill>
          <p:spPr bwMode="auto">
            <a:xfrm>
              <a:off x="3779912" y="3789040"/>
              <a:ext cx="1133475" cy="63703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21" name="Picture 6"/>
            <p:cNvPicPr>
              <a:picLocks noChangeAspect="1" noChangeArrowheads="1"/>
            </p:cNvPicPr>
            <p:nvPr/>
          </p:nvPicPr>
          <p:blipFill>
            <a:blip r:embed="rId7" cstate="print"/>
            <a:srcRect/>
            <a:stretch>
              <a:fillRect/>
            </a:stretch>
          </p:blipFill>
          <p:spPr bwMode="auto">
            <a:xfrm>
              <a:off x="4067944" y="4581128"/>
              <a:ext cx="676275" cy="6096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</p:grpSp>
      <p:sp>
        <p:nvSpPr>
          <p:cNvPr id="4" name="Rounded Rectangle 3"/>
          <p:cNvSpPr/>
          <p:nvPr/>
        </p:nvSpPr>
        <p:spPr>
          <a:xfrm>
            <a:off x="1403648" y="2564904"/>
            <a:ext cx="1728192" cy="576064"/>
          </a:xfrm>
          <a:prstGeom prst="round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22" name="Picture 3"/>
          <p:cNvPicPr>
            <a:picLocks noChangeAspect="1" noChangeArrowheads="1"/>
          </p:cNvPicPr>
          <p:nvPr/>
        </p:nvPicPr>
        <p:blipFill>
          <a:blip r:embed="rId8" cstate="print"/>
          <a:srcRect/>
          <a:stretch>
            <a:fillRect/>
          </a:stretch>
        </p:blipFill>
        <p:spPr bwMode="auto">
          <a:xfrm>
            <a:off x="3419872" y="2564904"/>
            <a:ext cx="3384376" cy="20841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4" name="Content Placeholder 2"/>
          <p:cNvSpPr txBox="1">
            <a:spLocks/>
          </p:cNvSpPr>
          <p:nvPr/>
        </p:nvSpPr>
        <p:spPr>
          <a:xfrm>
            <a:off x="611560" y="5445224"/>
            <a:ext cx="8153400" cy="1108720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marL="320040" marR="0" lvl="0" indent="-320040" algn="l" defTabSz="914400" rtl="0" eaLnBrk="1" fontAlgn="auto" latinLnBrk="0" hangingPunct="1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chemeClr val="accent2"/>
              </a:buClr>
              <a:buSzPct val="60000"/>
              <a:tabLst/>
              <a:defRPr/>
            </a:pPr>
            <a:r>
              <a:rPr kumimoji="0" lang="en-GB" sz="2900" b="0" i="1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uLnTx/>
                <a:uFillTx/>
                <a:latin typeface="+mn-lt"/>
                <a:ea typeface="+mn-ea"/>
                <a:cs typeface="+mn-cs"/>
              </a:rPr>
              <a:t>Examples</a:t>
            </a:r>
            <a:r>
              <a:rPr lang="en-GB" sz="2900" i="1" dirty="0" smtClean="0"/>
              <a:t> : Financial back-office transaction, order lost </a:t>
            </a:r>
            <a:endParaRPr kumimoji="0" lang="en-GB" sz="2900" b="0" i="1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uLnTx/>
              <a:uFillTx/>
              <a:latin typeface="+mn-lt"/>
              <a:ea typeface="+mn-ea"/>
              <a:cs typeface="+mn-cs"/>
            </a:endParaRPr>
          </a:p>
        </p:txBody>
      </p:sp>
      <p:grpSp>
        <p:nvGrpSpPr>
          <p:cNvPr id="27" name="Group 26"/>
          <p:cNvGrpSpPr/>
          <p:nvPr/>
        </p:nvGrpSpPr>
        <p:grpSpPr>
          <a:xfrm>
            <a:off x="8303705" y="6209928"/>
            <a:ext cx="840295" cy="648072"/>
            <a:chOff x="-72008" y="1700808"/>
            <a:chExt cx="840295" cy="648072"/>
          </a:xfrm>
        </p:grpSpPr>
        <p:sp>
          <p:nvSpPr>
            <p:cNvPr id="28" name="Oval 27"/>
            <p:cNvSpPr/>
            <p:nvPr/>
          </p:nvSpPr>
          <p:spPr>
            <a:xfrm>
              <a:off x="0" y="1700808"/>
              <a:ext cx="683568" cy="648072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2000" dirty="0"/>
            </a:p>
          </p:txBody>
        </p:sp>
        <p:sp>
          <p:nvSpPr>
            <p:cNvPr id="29" name="TextBox 28"/>
            <p:cNvSpPr txBox="1"/>
            <p:nvPr/>
          </p:nvSpPr>
          <p:spPr>
            <a:xfrm>
              <a:off x="-72008" y="1772816"/>
              <a:ext cx="840295" cy="52322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>
              <a:spAutoFit/>
            </a:bodyPr>
            <a:lstStyle/>
            <a:p>
              <a:r>
                <a:rPr lang="en-GB" sz="2800" dirty="0" smtClean="0"/>
                <a:t>RQ1</a:t>
              </a:r>
              <a:endParaRPr lang="en-GB" sz="2800" dirty="0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77778E-7 -1.32948E-6 L 0.00399 0.08393 " pathEditMode="relative" rAng="0" ptsTypes="AA">
                                      <p:cBhvr>
                                        <p:cTn id="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" y="42"/>
                                    </p:animMotion>
                                  </p:childTnLst>
                                </p:cTn>
                              </p:par>
                              <p:par>
                                <p:cTn id="10" presetID="2" presetClass="exit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1" dur="500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4" grpId="0" animBg="1"/>
      <p:bldP spid="24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dirty="0" smtClean="0"/>
              <a:t>Background</a:t>
            </a:r>
            <a:br>
              <a:rPr lang="en-GB" dirty="0" smtClean="0"/>
            </a:br>
            <a:r>
              <a:rPr lang="en-GB" sz="3100" dirty="0" smtClean="0"/>
              <a:t>Business Process Spectrum</a:t>
            </a:r>
            <a:endParaRPr lang="en-GB" dirty="0"/>
          </a:p>
        </p:txBody>
      </p:sp>
      <p:sp>
        <p:nvSpPr>
          <p:cNvPr id="7" name="Content Placeholder 2"/>
          <p:cNvSpPr txBox="1">
            <a:spLocks/>
          </p:cNvSpPr>
          <p:nvPr/>
        </p:nvSpPr>
        <p:spPr>
          <a:xfrm>
            <a:off x="1187624" y="5517232"/>
            <a:ext cx="7956376" cy="1108720"/>
          </a:xfrm>
          <a:prstGeom prst="rect">
            <a:avLst/>
          </a:prstGeom>
        </p:spPr>
        <p:txBody>
          <a:bodyPr vert="horz">
            <a:normAutofit fontScale="92500"/>
          </a:bodyPr>
          <a:lstStyle/>
          <a:p>
            <a:pPr marL="320040" marR="0" lvl="0" indent="-320040" algn="l" defTabSz="914400" rtl="0" eaLnBrk="1" fontAlgn="auto" latinLnBrk="0" hangingPunct="1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chemeClr val="accent2"/>
              </a:buClr>
              <a:buSzPct val="60000"/>
              <a:tabLst/>
              <a:defRPr/>
            </a:pPr>
            <a:r>
              <a:rPr kumimoji="0" lang="en-GB" sz="2900" b="0" i="1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uLnTx/>
                <a:uFillTx/>
                <a:latin typeface="+mn-lt"/>
                <a:ea typeface="+mn-ea"/>
                <a:cs typeface="+mn-cs"/>
              </a:rPr>
              <a:t>Examples</a:t>
            </a:r>
            <a:r>
              <a:rPr lang="en-GB" sz="2900" i="1" dirty="0" smtClean="0"/>
              <a:t> : Insurance Claim handling, Dispute Handling, </a:t>
            </a:r>
          </a:p>
          <a:p>
            <a:pPr marL="320040" marR="0" lvl="0" indent="-320040" algn="l" defTabSz="914400" rtl="0" eaLnBrk="1" fontAlgn="auto" latinLnBrk="0" hangingPunct="1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chemeClr val="accent2"/>
              </a:buClr>
              <a:buSzPct val="60000"/>
              <a:tabLst/>
              <a:defRPr/>
            </a:pPr>
            <a:r>
              <a:rPr kumimoji="0" lang="en-GB" sz="2900" b="0" i="1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uLnTx/>
                <a:uFillTx/>
                <a:latin typeface="+mn-lt"/>
                <a:ea typeface="+mn-ea"/>
                <a:cs typeface="+mn-cs"/>
              </a:rPr>
              <a:t>Mortgage</a:t>
            </a:r>
            <a:r>
              <a:rPr kumimoji="0" lang="en-GB" sz="2900" b="0" i="1" u="none" strike="noStrike" kern="1200" cap="none" spc="0" normalizeH="0" noProof="0" dirty="0" smtClean="0">
                <a:ln>
                  <a:noFill/>
                </a:ln>
                <a:solidFill>
                  <a:schemeClr val="tx1"/>
                </a:solidFill>
                <a:uLnTx/>
                <a:uFillTx/>
                <a:latin typeface="+mn-lt"/>
                <a:ea typeface="+mn-ea"/>
                <a:cs typeface="+mn-cs"/>
              </a:rPr>
              <a:t> Claim, Investigation</a:t>
            </a:r>
            <a:endParaRPr kumimoji="0" lang="en-GB" sz="2900" b="0" i="1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uLnTx/>
              <a:uFillTx/>
              <a:latin typeface="+mn-lt"/>
              <a:ea typeface="+mn-ea"/>
              <a:cs typeface="+mn-cs"/>
            </a:endParaRPr>
          </a:p>
        </p:txBody>
      </p:sp>
      <p:grpSp>
        <p:nvGrpSpPr>
          <p:cNvPr id="3" name="Group 7"/>
          <p:cNvGrpSpPr/>
          <p:nvPr/>
        </p:nvGrpSpPr>
        <p:grpSpPr>
          <a:xfrm>
            <a:off x="251520" y="2420888"/>
            <a:ext cx="2915816" cy="2736304"/>
            <a:chOff x="3707904" y="1916832"/>
            <a:chExt cx="3744416" cy="3672408"/>
          </a:xfrm>
        </p:grpSpPr>
        <p:sp>
          <p:nvSpPr>
            <p:cNvPr id="9" name="Rounded Rectangle 8"/>
            <p:cNvSpPr/>
            <p:nvPr/>
          </p:nvSpPr>
          <p:spPr>
            <a:xfrm>
              <a:off x="3707904" y="2132856"/>
              <a:ext cx="1512168" cy="792088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r>
                <a:rPr lang="en-GB" sz="2000" b="1" dirty="0" smtClean="0"/>
                <a:t> </a:t>
              </a:r>
              <a:endParaRPr lang="en-GB" dirty="0"/>
            </a:p>
          </p:txBody>
        </p:sp>
        <p:sp>
          <p:nvSpPr>
            <p:cNvPr id="10" name="Rounded Rectangle 9"/>
            <p:cNvSpPr/>
            <p:nvPr/>
          </p:nvSpPr>
          <p:spPr>
            <a:xfrm>
              <a:off x="5148064" y="2132856"/>
              <a:ext cx="2304256" cy="792088"/>
            </a:xfrm>
            <a:prstGeom prst="round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r>
                <a:rPr lang="en-GB" sz="2000" b="1" dirty="0" smtClean="0"/>
                <a:t> Structured</a:t>
              </a:r>
              <a:r>
                <a:rPr lang="en-GB" dirty="0" smtClean="0"/>
                <a:t> </a:t>
              </a:r>
              <a:endParaRPr lang="en-GB" dirty="0"/>
            </a:p>
          </p:txBody>
        </p:sp>
        <p:sp>
          <p:nvSpPr>
            <p:cNvPr id="11" name="Rounded Rectangle 10"/>
            <p:cNvSpPr/>
            <p:nvPr/>
          </p:nvSpPr>
          <p:spPr>
            <a:xfrm>
              <a:off x="3707904" y="2924944"/>
              <a:ext cx="3744416" cy="792088"/>
            </a:xfrm>
            <a:prstGeom prst="roundRect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r>
                <a:rPr lang="en-GB" sz="1600" b="1" dirty="0" smtClean="0"/>
                <a:t>Structured with</a:t>
              </a:r>
            </a:p>
            <a:p>
              <a:pPr algn="r"/>
              <a:r>
                <a:rPr lang="en-GB" sz="1600" b="1" dirty="0" smtClean="0"/>
                <a:t>Ad-hoc Exceptions</a:t>
              </a:r>
              <a:r>
                <a:rPr lang="en-GB" sz="1600" dirty="0" smtClean="0"/>
                <a:t> </a:t>
              </a:r>
              <a:endParaRPr lang="en-GB" sz="1600" dirty="0"/>
            </a:p>
          </p:txBody>
        </p:sp>
        <p:sp>
          <p:nvSpPr>
            <p:cNvPr id="12" name="Rounded Rectangle 11"/>
            <p:cNvSpPr/>
            <p:nvPr/>
          </p:nvSpPr>
          <p:spPr>
            <a:xfrm>
              <a:off x="3707904" y="3717032"/>
              <a:ext cx="3744416" cy="792088"/>
            </a:xfrm>
            <a:prstGeom prst="round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r>
                <a:rPr lang="en-GB" sz="1400" b="1" dirty="0" smtClean="0"/>
                <a:t>Unstructured with</a:t>
              </a:r>
            </a:p>
            <a:p>
              <a:pPr algn="r"/>
              <a:r>
                <a:rPr lang="en-GB" sz="1400" b="1" dirty="0" smtClean="0"/>
                <a:t>Pre-defined fragments</a:t>
              </a:r>
              <a:r>
                <a:rPr lang="en-GB" sz="1400" dirty="0" smtClean="0"/>
                <a:t> </a:t>
              </a:r>
              <a:endParaRPr lang="en-GB" sz="1400" dirty="0"/>
            </a:p>
          </p:txBody>
        </p:sp>
        <p:sp>
          <p:nvSpPr>
            <p:cNvPr id="13" name="Rounded Rectangle 12"/>
            <p:cNvSpPr/>
            <p:nvPr/>
          </p:nvSpPr>
          <p:spPr>
            <a:xfrm>
              <a:off x="3707904" y="4509120"/>
              <a:ext cx="3744416" cy="792088"/>
            </a:xfrm>
            <a:prstGeom prst="roundRect">
              <a:avLst/>
            </a:prstGeom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r>
                <a:rPr lang="en-GB" sz="2000" b="1" dirty="0" smtClean="0"/>
                <a:t>Unstructured</a:t>
              </a:r>
              <a:r>
                <a:rPr lang="en-GB" dirty="0" smtClean="0"/>
                <a:t> </a:t>
              </a:r>
              <a:endParaRPr lang="en-GB" dirty="0"/>
            </a:p>
          </p:txBody>
        </p:sp>
        <p:sp>
          <p:nvSpPr>
            <p:cNvPr id="14" name="Rounded Rectangle 13"/>
            <p:cNvSpPr/>
            <p:nvPr/>
          </p:nvSpPr>
          <p:spPr>
            <a:xfrm>
              <a:off x="3707904" y="2924944"/>
              <a:ext cx="1440160" cy="792088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r>
                <a:rPr lang="en-GB" sz="2000" b="1" dirty="0" smtClean="0"/>
                <a:t> </a:t>
              </a:r>
              <a:endParaRPr lang="en-GB" dirty="0"/>
            </a:p>
          </p:txBody>
        </p:sp>
        <p:sp>
          <p:nvSpPr>
            <p:cNvPr id="15" name="Rounded Rectangle 14"/>
            <p:cNvSpPr/>
            <p:nvPr/>
          </p:nvSpPr>
          <p:spPr>
            <a:xfrm>
              <a:off x="3707904" y="3717032"/>
              <a:ext cx="1440160" cy="792088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r>
                <a:rPr lang="en-GB" sz="2000" b="1" dirty="0" smtClean="0"/>
                <a:t> </a:t>
              </a:r>
              <a:endParaRPr lang="en-GB" dirty="0"/>
            </a:p>
          </p:txBody>
        </p:sp>
        <p:sp>
          <p:nvSpPr>
            <p:cNvPr id="16" name="Rounded Rectangle 15"/>
            <p:cNvSpPr/>
            <p:nvPr/>
          </p:nvSpPr>
          <p:spPr>
            <a:xfrm>
              <a:off x="3707904" y="4509120"/>
              <a:ext cx="1440160" cy="792088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r>
                <a:rPr lang="en-GB" sz="2000" b="1" dirty="0" smtClean="0"/>
                <a:t> </a:t>
              </a:r>
              <a:endParaRPr lang="en-GB" dirty="0"/>
            </a:p>
          </p:txBody>
        </p:sp>
        <p:sp>
          <p:nvSpPr>
            <p:cNvPr id="17" name="Up-Down Arrow 16"/>
            <p:cNvSpPr/>
            <p:nvPr/>
          </p:nvSpPr>
          <p:spPr>
            <a:xfrm>
              <a:off x="4910025" y="1916832"/>
              <a:ext cx="360040" cy="3672408"/>
            </a:xfrm>
            <a:prstGeom prst="upDownArrow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pic>
          <p:nvPicPr>
            <p:cNvPr id="18" name="Picture 2"/>
            <p:cNvPicPr>
              <a:picLocks noChangeAspect="1" noChangeArrowheads="1"/>
            </p:cNvPicPr>
            <p:nvPr/>
          </p:nvPicPr>
          <p:blipFill>
            <a:blip r:embed="rId3" cstate="print"/>
            <a:srcRect/>
            <a:stretch>
              <a:fillRect/>
            </a:stretch>
          </p:blipFill>
          <p:spPr bwMode="auto">
            <a:xfrm>
              <a:off x="3851920" y="2276872"/>
              <a:ext cx="1143000" cy="54292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19" name="Picture 3"/>
            <p:cNvPicPr>
              <a:picLocks noChangeAspect="1" noChangeArrowheads="1"/>
            </p:cNvPicPr>
            <p:nvPr/>
          </p:nvPicPr>
          <p:blipFill>
            <a:blip r:embed="rId4" cstate="print"/>
            <a:srcRect/>
            <a:stretch>
              <a:fillRect/>
            </a:stretch>
          </p:blipFill>
          <p:spPr bwMode="auto">
            <a:xfrm>
              <a:off x="3779912" y="2996952"/>
              <a:ext cx="1104900" cy="6762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20" name="Picture 5"/>
            <p:cNvPicPr>
              <a:picLocks noChangeAspect="1" noChangeArrowheads="1"/>
            </p:cNvPicPr>
            <p:nvPr/>
          </p:nvPicPr>
          <p:blipFill>
            <a:blip r:embed="rId5" cstate="print"/>
            <a:srcRect/>
            <a:stretch>
              <a:fillRect/>
            </a:stretch>
          </p:blipFill>
          <p:spPr bwMode="auto">
            <a:xfrm>
              <a:off x="3779912" y="3789040"/>
              <a:ext cx="1133475" cy="63703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21" name="Picture 6"/>
            <p:cNvPicPr>
              <a:picLocks noChangeAspect="1" noChangeArrowheads="1"/>
            </p:cNvPicPr>
            <p:nvPr/>
          </p:nvPicPr>
          <p:blipFill>
            <a:blip r:embed="rId6" cstate="print"/>
            <a:srcRect/>
            <a:stretch>
              <a:fillRect/>
            </a:stretch>
          </p:blipFill>
          <p:spPr bwMode="auto">
            <a:xfrm>
              <a:off x="4067944" y="4581128"/>
              <a:ext cx="676275" cy="6096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</p:grpSp>
      <p:sp>
        <p:nvSpPr>
          <p:cNvPr id="4" name="Rounded Rectangle 3"/>
          <p:cNvSpPr/>
          <p:nvPr/>
        </p:nvSpPr>
        <p:spPr>
          <a:xfrm>
            <a:off x="1403648" y="4365104"/>
            <a:ext cx="1728192" cy="576064"/>
          </a:xfrm>
          <a:prstGeom prst="round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25" name="Picture 2"/>
          <p:cNvPicPr>
            <a:picLocks noChangeAspect="1" noChangeArrowheads="1"/>
          </p:cNvPicPr>
          <p:nvPr/>
        </p:nvPicPr>
        <p:blipFill>
          <a:blip r:embed="rId7" cstate="print"/>
          <a:srcRect/>
          <a:stretch>
            <a:fillRect/>
          </a:stretch>
        </p:blipFill>
        <p:spPr bwMode="auto">
          <a:xfrm>
            <a:off x="4572000" y="2492896"/>
            <a:ext cx="3024336" cy="117897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6" name="Picture 2"/>
          <p:cNvPicPr>
            <a:picLocks noChangeAspect="1" noChangeArrowheads="1"/>
          </p:cNvPicPr>
          <p:nvPr/>
        </p:nvPicPr>
        <p:blipFill>
          <a:blip r:embed="rId8" cstate="print"/>
          <a:srcRect/>
          <a:stretch>
            <a:fillRect/>
          </a:stretch>
        </p:blipFill>
        <p:spPr bwMode="auto">
          <a:xfrm>
            <a:off x="4572000" y="2492896"/>
            <a:ext cx="3024336" cy="299763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pSp>
        <p:nvGrpSpPr>
          <p:cNvPr id="27" name="Group 26"/>
          <p:cNvGrpSpPr/>
          <p:nvPr/>
        </p:nvGrpSpPr>
        <p:grpSpPr>
          <a:xfrm>
            <a:off x="8303705" y="6209928"/>
            <a:ext cx="840295" cy="648072"/>
            <a:chOff x="-72008" y="1700808"/>
            <a:chExt cx="840295" cy="648072"/>
          </a:xfrm>
        </p:grpSpPr>
        <p:sp>
          <p:nvSpPr>
            <p:cNvPr id="28" name="Oval 27"/>
            <p:cNvSpPr/>
            <p:nvPr/>
          </p:nvSpPr>
          <p:spPr>
            <a:xfrm>
              <a:off x="0" y="1700808"/>
              <a:ext cx="683568" cy="648072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2000" dirty="0"/>
            </a:p>
          </p:txBody>
        </p:sp>
        <p:sp>
          <p:nvSpPr>
            <p:cNvPr id="29" name="TextBox 28"/>
            <p:cNvSpPr txBox="1"/>
            <p:nvPr/>
          </p:nvSpPr>
          <p:spPr>
            <a:xfrm>
              <a:off x="-72008" y="1772816"/>
              <a:ext cx="840295" cy="52322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>
              <a:spAutoFit/>
            </a:bodyPr>
            <a:lstStyle/>
            <a:p>
              <a:r>
                <a:rPr lang="en-GB" sz="2800" dirty="0" smtClean="0"/>
                <a:t>RQ1</a:t>
              </a:r>
              <a:endParaRPr lang="en-GB" sz="2800" dirty="0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33333E-6 2.13873E-6 L 0.00017 -0.08393 " pathEditMode="relative" rAng="0" ptsTypes="AA">
                                      <p:cBhvr>
                                        <p:cTn id="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42"/>
                                    </p:animMotion>
                                  </p:childTnLst>
                                </p:cTn>
                              </p:par>
                              <p:par>
                                <p:cTn id="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dirty="0" smtClean="0"/>
              <a:t>Management of Business Process</a:t>
            </a:r>
            <a:endParaRPr lang="en-GB" dirty="0"/>
          </a:p>
        </p:txBody>
      </p:sp>
      <p:sp>
        <p:nvSpPr>
          <p:cNvPr id="51" name="Content Placeholder 50"/>
          <p:cNvSpPr>
            <a:spLocks noGrp="1"/>
          </p:cNvSpPr>
          <p:nvPr>
            <p:ph sz="quarter" idx="1"/>
          </p:nvPr>
        </p:nvSpPr>
        <p:spPr>
          <a:xfrm>
            <a:off x="683568" y="1772816"/>
            <a:ext cx="8153400" cy="2520280"/>
          </a:xfrm>
        </p:spPr>
        <p:txBody>
          <a:bodyPr>
            <a:normAutofit/>
          </a:bodyPr>
          <a:lstStyle/>
          <a:p>
            <a:r>
              <a:rPr lang="en-GB" dirty="0" smtClean="0"/>
              <a:t>Business Process Management</a:t>
            </a:r>
          </a:p>
          <a:p>
            <a:pPr lvl="1"/>
            <a:r>
              <a:rPr lang="en-GB" sz="2000" dirty="0" smtClean="0"/>
              <a:t>Design, model, execute, maintain and optimize the business process</a:t>
            </a:r>
          </a:p>
          <a:p>
            <a:r>
              <a:rPr lang="en-GB" dirty="0" smtClean="0"/>
              <a:t>Case Management</a:t>
            </a:r>
          </a:p>
          <a:p>
            <a:pPr lvl="1"/>
            <a:r>
              <a:rPr lang="en-GB" sz="2000" dirty="0" smtClean="0"/>
              <a:t>Facilitate in process related data management, decision making, and process task management</a:t>
            </a:r>
            <a:endParaRPr lang="en-GB" sz="2000" dirty="0"/>
          </a:p>
        </p:txBody>
      </p:sp>
      <p:sp>
        <p:nvSpPr>
          <p:cNvPr id="48" name="Rounded Rectangle 47"/>
          <p:cNvSpPr/>
          <p:nvPr/>
        </p:nvSpPr>
        <p:spPr>
          <a:xfrm>
            <a:off x="1259632" y="4509120"/>
            <a:ext cx="6552728" cy="1512168"/>
          </a:xfrm>
          <a:prstGeom prst="roundRect">
            <a:avLst>
              <a:gd name="adj" fmla="val 23965"/>
            </a:avLst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800" dirty="0" smtClean="0"/>
              <a:t>Which Process Support Paradigm is suitable for managing unstructured business process? </a:t>
            </a:r>
            <a:endParaRPr lang="en-GB" sz="2000" dirty="0"/>
          </a:p>
        </p:txBody>
      </p:sp>
      <p:sp>
        <p:nvSpPr>
          <p:cNvPr id="11" name="Pentagon 10"/>
          <p:cNvSpPr/>
          <p:nvPr/>
        </p:nvSpPr>
        <p:spPr>
          <a:xfrm flipH="1">
            <a:off x="1331640" y="6309320"/>
            <a:ext cx="7128792" cy="360040"/>
          </a:xfrm>
          <a:prstGeom prst="homePlat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dirty="0" smtClean="0"/>
              <a:t>What are the differences between BPM and CM in dealing with unstructured business processes?</a:t>
            </a:r>
            <a:endParaRPr lang="en-GB" sz="1400" dirty="0"/>
          </a:p>
        </p:txBody>
      </p:sp>
      <p:grpSp>
        <p:nvGrpSpPr>
          <p:cNvPr id="8" name="Group 7"/>
          <p:cNvGrpSpPr/>
          <p:nvPr/>
        </p:nvGrpSpPr>
        <p:grpSpPr>
          <a:xfrm>
            <a:off x="8303705" y="6209928"/>
            <a:ext cx="840295" cy="648072"/>
            <a:chOff x="-72008" y="1700808"/>
            <a:chExt cx="840295" cy="648072"/>
          </a:xfrm>
        </p:grpSpPr>
        <p:sp>
          <p:nvSpPr>
            <p:cNvPr id="9" name="Oval 8"/>
            <p:cNvSpPr/>
            <p:nvPr/>
          </p:nvSpPr>
          <p:spPr>
            <a:xfrm>
              <a:off x="0" y="1700808"/>
              <a:ext cx="683568" cy="648072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2000" dirty="0"/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-72008" y="1772816"/>
              <a:ext cx="840295" cy="52322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>
              <a:spAutoFit/>
            </a:bodyPr>
            <a:lstStyle/>
            <a:p>
              <a:r>
                <a:rPr lang="en-GB" sz="2800" dirty="0" smtClean="0"/>
                <a:t>RQ2</a:t>
              </a:r>
              <a:endParaRPr lang="en-GB" sz="2800" dirty="0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8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dirty="0" smtClean="0"/>
              <a:t>Management of Business Process</a:t>
            </a:r>
            <a:br>
              <a:rPr lang="en-GB" dirty="0" smtClean="0"/>
            </a:br>
            <a:r>
              <a:rPr lang="en-GB" sz="3100" dirty="0" smtClean="0"/>
              <a:t>An Experiment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612648" y="1600200"/>
            <a:ext cx="8153400" cy="4997152"/>
          </a:xfrm>
        </p:spPr>
        <p:txBody>
          <a:bodyPr>
            <a:normAutofit/>
          </a:bodyPr>
          <a:lstStyle/>
          <a:p>
            <a:r>
              <a:rPr lang="en-GB" dirty="0" smtClean="0"/>
              <a:t>Object of Study: Insurance Claim Process</a:t>
            </a:r>
          </a:p>
          <a:p>
            <a:r>
              <a:rPr lang="en-GB" dirty="0" smtClean="0"/>
              <a:t>Two software tools</a:t>
            </a:r>
          </a:p>
          <a:p>
            <a:pPr lvl="1"/>
            <a:r>
              <a:rPr lang="en-GB" dirty="0" err="1" smtClean="0"/>
              <a:t>Bizagi</a:t>
            </a:r>
            <a:r>
              <a:rPr lang="en-GB" dirty="0" smtClean="0"/>
              <a:t> 		</a:t>
            </a:r>
          </a:p>
          <a:p>
            <a:pPr lvl="1"/>
            <a:r>
              <a:rPr lang="en-GB" dirty="0" smtClean="0"/>
              <a:t>Cognoscenti</a:t>
            </a:r>
          </a:p>
          <a:p>
            <a:r>
              <a:rPr lang="en-GB" dirty="0" smtClean="0"/>
              <a:t>Implemented the Insurance claim process with both software tools </a:t>
            </a:r>
          </a:p>
          <a:p>
            <a:pPr lvl="1"/>
            <a:r>
              <a:rPr lang="en-GB" dirty="0" smtClean="0"/>
              <a:t>Process modelling</a:t>
            </a:r>
          </a:p>
          <a:p>
            <a:pPr lvl="1"/>
            <a:r>
              <a:rPr lang="en-GB" dirty="0" smtClean="0"/>
              <a:t>Data management</a:t>
            </a:r>
          </a:p>
          <a:p>
            <a:pPr lvl="1"/>
            <a:r>
              <a:rPr lang="en-GB" dirty="0" smtClean="0"/>
              <a:t>Business Roles definition</a:t>
            </a:r>
          </a:p>
          <a:p>
            <a:pPr lvl="1"/>
            <a:r>
              <a:rPr lang="en-GB" dirty="0" smtClean="0"/>
              <a:t>Setup Effort…</a:t>
            </a:r>
          </a:p>
          <a:p>
            <a:pPr lvl="1"/>
            <a:endParaRPr lang="en-GB" dirty="0" smtClean="0"/>
          </a:p>
        </p:txBody>
      </p:sp>
      <p:grpSp>
        <p:nvGrpSpPr>
          <p:cNvPr id="4" name="Group 3"/>
          <p:cNvGrpSpPr/>
          <p:nvPr/>
        </p:nvGrpSpPr>
        <p:grpSpPr>
          <a:xfrm>
            <a:off x="8303705" y="6209928"/>
            <a:ext cx="840295" cy="648072"/>
            <a:chOff x="-72008" y="1700808"/>
            <a:chExt cx="840295" cy="648072"/>
          </a:xfrm>
        </p:grpSpPr>
        <p:sp>
          <p:nvSpPr>
            <p:cNvPr id="5" name="Oval 4"/>
            <p:cNvSpPr/>
            <p:nvPr/>
          </p:nvSpPr>
          <p:spPr>
            <a:xfrm>
              <a:off x="0" y="1700808"/>
              <a:ext cx="683568" cy="648072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2000" dirty="0"/>
            </a:p>
          </p:txBody>
        </p:sp>
        <p:sp>
          <p:nvSpPr>
            <p:cNvPr id="6" name="TextBox 5"/>
            <p:cNvSpPr txBox="1"/>
            <p:nvPr/>
          </p:nvSpPr>
          <p:spPr>
            <a:xfrm>
              <a:off x="-72008" y="1772816"/>
              <a:ext cx="840295" cy="52322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>
              <a:spAutoFit/>
            </a:bodyPr>
            <a:lstStyle/>
            <a:p>
              <a:r>
                <a:rPr lang="en-GB" sz="2800" dirty="0" smtClean="0"/>
                <a:t>RQ2</a:t>
              </a:r>
              <a:endParaRPr lang="en-GB" sz="2800" dirty="0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dirty="0" smtClean="0"/>
              <a:t>Business Process Management </a:t>
            </a:r>
            <a:br>
              <a:rPr lang="en-GB" dirty="0" smtClean="0"/>
            </a:br>
            <a:r>
              <a:rPr lang="en-GB" sz="3100" dirty="0" smtClean="0"/>
              <a:t>Implementation process with </a:t>
            </a:r>
            <a:r>
              <a:rPr lang="en-GB" sz="3100" dirty="0" err="1" smtClean="0"/>
              <a:t>Bizagi</a:t>
            </a:r>
            <a:endParaRPr lang="en-GB" dirty="0"/>
          </a:p>
        </p:txBody>
      </p:sp>
      <p:sp>
        <p:nvSpPr>
          <p:cNvPr id="4" name="TextBox 3"/>
          <p:cNvSpPr txBox="1"/>
          <p:nvPr/>
        </p:nvSpPr>
        <p:spPr>
          <a:xfrm>
            <a:off x="0" y="3717032"/>
            <a:ext cx="1742786" cy="707886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en-GB" sz="2000" b="1" dirty="0" smtClean="0"/>
              <a:t>Insurance</a:t>
            </a:r>
          </a:p>
          <a:p>
            <a:pPr algn="ctr"/>
            <a:r>
              <a:rPr lang="en-GB" sz="2000" b="1" dirty="0" smtClean="0"/>
              <a:t> Claim Process</a:t>
            </a:r>
            <a:endParaRPr lang="en-GB" sz="2000" b="1" dirty="0"/>
          </a:p>
        </p:txBody>
      </p:sp>
      <p:sp>
        <p:nvSpPr>
          <p:cNvPr id="5" name="Rounded Rectangle 4"/>
          <p:cNvSpPr/>
          <p:nvPr/>
        </p:nvSpPr>
        <p:spPr>
          <a:xfrm>
            <a:off x="1907704" y="2348880"/>
            <a:ext cx="6984776" cy="1512168"/>
          </a:xfrm>
          <a:prstGeom prst="roundRect">
            <a:avLst/>
          </a:prstGeom>
          <a:solidFill>
            <a:schemeClr val="accent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" name="Rounded Rectangle 6"/>
          <p:cNvSpPr/>
          <p:nvPr/>
        </p:nvSpPr>
        <p:spPr>
          <a:xfrm>
            <a:off x="1979712" y="4941168"/>
            <a:ext cx="6840760" cy="1440160"/>
          </a:xfrm>
          <a:prstGeom prst="roundRect">
            <a:avLst/>
          </a:prstGeom>
          <a:solidFill>
            <a:schemeClr val="accent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" name="TextBox 7"/>
          <p:cNvSpPr txBox="1"/>
          <p:nvPr/>
        </p:nvSpPr>
        <p:spPr>
          <a:xfrm>
            <a:off x="2195736" y="1916832"/>
            <a:ext cx="137249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000" dirty="0" smtClean="0"/>
              <a:t>Design-time</a:t>
            </a:r>
            <a:endParaRPr lang="en-GB" sz="2000" dirty="0"/>
          </a:p>
        </p:txBody>
      </p:sp>
      <p:sp>
        <p:nvSpPr>
          <p:cNvPr id="9" name="TextBox 8"/>
          <p:cNvSpPr txBox="1"/>
          <p:nvPr/>
        </p:nvSpPr>
        <p:spPr>
          <a:xfrm>
            <a:off x="2195736" y="4509120"/>
            <a:ext cx="104708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000" dirty="0" smtClean="0"/>
              <a:t>Run-time</a:t>
            </a:r>
            <a:endParaRPr lang="en-GB" sz="2000" dirty="0"/>
          </a:p>
        </p:txBody>
      </p:sp>
      <p:sp>
        <p:nvSpPr>
          <p:cNvPr id="20" name="Rounded Rectangle 19"/>
          <p:cNvSpPr/>
          <p:nvPr/>
        </p:nvSpPr>
        <p:spPr>
          <a:xfrm>
            <a:off x="7596336" y="2708920"/>
            <a:ext cx="1224136" cy="720080"/>
          </a:xfrm>
          <a:prstGeom prst="round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 smtClean="0"/>
              <a:t>Performer</a:t>
            </a:r>
          </a:p>
          <a:p>
            <a:pPr algn="ctr"/>
            <a:r>
              <a:rPr lang="en-GB" dirty="0" smtClean="0"/>
              <a:t>Definition</a:t>
            </a:r>
            <a:endParaRPr lang="en-GB" dirty="0"/>
          </a:p>
        </p:txBody>
      </p:sp>
      <p:cxnSp>
        <p:nvCxnSpPr>
          <p:cNvPr id="24" name="Shape 23"/>
          <p:cNvCxnSpPr/>
          <p:nvPr/>
        </p:nvCxnSpPr>
        <p:spPr>
          <a:xfrm rot="5400000" flipH="1" flipV="1">
            <a:off x="931772" y="2813109"/>
            <a:ext cx="864096" cy="1087767"/>
          </a:xfrm>
          <a:prstGeom prst="bentConnector2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2051720" y="5229200"/>
            <a:ext cx="2664296" cy="720080"/>
          </a:xfrm>
          <a:prstGeom prst="round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 smtClean="0"/>
              <a:t>Execution on work portal</a:t>
            </a:r>
            <a:endParaRPr lang="en-GB" dirty="0"/>
          </a:p>
        </p:txBody>
      </p:sp>
      <p:cxnSp>
        <p:nvCxnSpPr>
          <p:cNvPr id="32" name="Straight Arrow Connector 31"/>
          <p:cNvCxnSpPr>
            <a:stCxn id="5" idx="2"/>
            <a:endCxn id="7" idx="0"/>
          </p:cNvCxnSpPr>
          <p:nvPr/>
        </p:nvCxnSpPr>
        <p:spPr>
          <a:xfrm>
            <a:off x="5400092" y="3861048"/>
            <a:ext cx="0" cy="1080120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hape 40"/>
          <p:cNvCxnSpPr>
            <a:endCxn id="17" idx="0"/>
          </p:cNvCxnSpPr>
          <p:nvPr/>
        </p:nvCxnSpPr>
        <p:spPr>
          <a:xfrm flipV="1">
            <a:off x="2555776" y="2708920"/>
            <a:ext cx="1404156" cy="216024"/>
          </a:xfrm>
          <a:prstGeom prst="bentConnector4">
            <a:avLst>
              <a:gd name="adj1" fmla="val 28205"/>
              <a:gd name="adj2" fmla="val 205822"/>
            </a:avLst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Elbow Connector 60"/>
          <p:cNvCxnSpPr>
            <a:endCxn id="18" idx="0"/>
          </p:cNvCxnSpPr>
          <p:nvPr/>
        </p:nvCxnSpPr>
        <p:spPr>
          <a:xfrm flipV="1">
            <a:off x="4427984" y="2708920"/>
            <a:ext cx="972108" cy="72008"/>
          </a:xfrm>
          <a:prstGeom prst="bentConnector4">
            <a:avLst>
              <a:gd name="adj1" fmla="val 15"/>
              <a:gd name="adj2" fmla="val 417465"/>
            </a:avLst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3347864" y="2708920"/>
            <a:ext cx="1224136" cy="720080"/>
          </a:xfrm>
          <a:prstGeom prst="round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 smtClean="0"/>
              <a:t>Data</a:t>
            </a:r>
          </a:p>
          <a:p>
            <a:pPr algn="ctr"/>
            <a:r>
              <a:rPr lang="en-GB" dirty="0" smtClean="0"/>
              <a:t>modelling</a:t>
            </a:r>
            <a:endParaRPr lang="en-GB" dirty="0"/>
          </a:p>
        </p:txBody>
      </p:sp>
      <p:cxnSp>
        <p:nvCxnSpPr>
          <p:cNvPr id="67" name="Elbow Connector 60"/>
          <p:cNvCxnSpPr/>
          <p:nvPr/>
        </p:nvCxnSpPr>
        <p:spPr>
          <a:xfrm flipV="1">
            <a:off x="5796136" y="2708920"/>
            <a:ext cx="972108" cy="72008"/>
          </a:xfrm>
          <a:prstGeom prst="bentConnector4">
            <a:avLst>
              <a:gd name="adj1" fmla="val 15"/>
              <a:gd name="adj2" fmla="val 417465"/>
            </a:avLst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4788024" y="2708920"/>
            <a:ext cx="1224136" cy="720080"/>
          </a:xfrm>
          <a:prstGeom prst="round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 smtClean="0"/>
              <a:t>Form Design</a:t>
            </a:r>
            <a:endParaRPr lang="en-GB" dirty="0"/>
          </a:p>
        </p:txBody>
      </p:sp>
      <p:cxnSp>
        <p:nvCxnSpPr>
          <p:cNvPr id="68" name="Elbow Connector 60"/>
          <p:cNvCxnSpPr/>
          <p:nvPr/>
        </p:nvCxnSpPr>
        <p:spPr>
          <a:xfrm flipV="1">
            <a:off x="7236296" y="2708920"/>
            <a:ext cx="972108" cy="72008"/>
          </a:xfrm>
          <a:prstGeom prst="bentConnector4">
            <a:avLst>
              <a:gd name="adj1" fmla="val 15"/>
              <a:gd name="adj2" fmla="val 417465"/>
            </a:avLst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6228184" y="2708920"/>
            <a:ext cx="1224136" cy="720080"/>
          </a:xfrm>
          <a:prstGeom prst="round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 smtClean="0"/>
              <a:t>Business Rule Definition</a:t>
            </a:r>
            <a:endParaRPr lang="en-GB" dirty="0"/>
          </a:p>
        </p:txBody>
      </p:sp>
      <p:sp>
        <p:nvSpPr>
          <p:cNvPr id="10" name="Rounded Rectangle 9"/>
          <p:cNvSpPr/>
          <p:nvPr/>
        </p:nvSpPr>
        <p:spPr>
          <a:xfrm>
            <a:off x="2051720" y="2708920"/>
            <a:ext cx="1224136" cy="720080"/>
          </a:xfrm>
          <a:prstGeom prst="round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 smtClean="0"/>
              <a:t>Process modelling</a:t>
            </a:r>
            <a:endParaRPr lang="en-GB" dirty="0"/>
          </a:p>
        </p:txBody>
      </p:sp>
      <p:pic>
        <p:nvPicPr>
          <p:cNvPr id="69" name="Picture 68" descr="Bizagi_BPM_Suite_logo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44970" y="1518145"/>
            <a:ext cx="1926814" cy="936104"/>
          </a:xfrm>
          <a:prstGeom prst="rect">
            <a:avLst/>
          </a:prstGeom>
        </p:spPr>
      </p:pic>
      <p:grpSp>
        <p:nvGrpSpPr>
          <p:cNvPr id="73" name="Group 72"/>
          <p:cNvGrpSpPr/>
          <p:nvPr/>
        </p:nvGrpSpPr>
        <p:grpSpPr>
          <a:xfrm>
            <a:off x="8303705" y="6209928"/>
            <a:ext cx="840295" cy="648072"/>
            <a:chOff x="-72008" y="1700808"/>
            <a:chExt cx="840295" cy="648072"/>
          </a:xfrm>
        </p:grpSpPr>
        <p:sp>
          <p:nvSpPr>
            <p:cNvPr id="74" name="Oval 73"/>
            <p:cNvSpPr/>
            <p:nvPr/>
          </p:nvSpPr>
          <p:spPr>
            <a:xfrm>
              <a:off x="0" y="1700808"/>
              <a:ext cx="683568" cy="648072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2000" dirty="0"/>
            </a:p>
          </p:txBody>
        </p:sp>
        <p:sp>
          <p:nvSpPr>
            <p:cNvPr id="75" name="TextBox 74"/>
            <p:cNvSpPr txBox="1"/>
            <p:nvPr/>
          </p:nvSpPr>
          <p:spPr>
            <a:xfrm>
              <a:off x="-72008" y="1772816"/>
              <a:ext cx="840295" cy="52322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>
              <a:spAutoFit/>
            </a:bodyPr>
            <a:lstStyle/>
            <a:p>
              <a:r>
                <a:rPr lang="en-GB" sz="2800" dirty="0" smtClean="0"/>
                <a:t>RQ2</a:t>
              </a:r>
              <a:endParaRPr lang="en-GB" sz="2800" dirty="0"/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dirty="0" smtClean="0"/>
              <a:t>Case Management</a:t>
            </a:r>
            <a:br>
              <a:rPr lang="en-GB" dirty="0" smtClean="0"/>
            </a:br>
            <a:r>
              <a:rPr lang="en-GB" sz="3100" dirty="0" smtClean="0"/>
              <a:t> Implementation process with </a:t>
            </a:r>
            <a:r>
              <a:rPr lang="en-GB" sz="3100" dirty="0" err="1" smtClean="0"/>
              <a:t>Congnoscenti</a:t>
            </a:r>
            <a:endParaRPr lang="en-GB" dirty="0"/>
          </a:p>
        </p:txBody>
      </p:sp>
      <p:sp>
        <p:nvSpPr>
          <p:cNvPr id="4" name="TextBox 3"/>
          <p:cNvSpPr txBox="1"/>
          <p:nvPr/>
        </p:nvSpPr>
        <p:spPr>
          <a:xfrm>
            <a:off x="0" y="4005064"/>
            <a:ext cx="1742786" cy="707886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en-GB" sz="2000" b="1" dirty="0" smtClean="0"/>
              <a:t>Insurance</a:t>
            </a:r>
          </a:p>
          <a:p>
            <a:pPr algn="ctr"/>
            <a:r>
              <a:rPr lang="en-GB" sz="2000" b="1" dirty="0" smtClean="0"/>
              <a:t> Claim Process</a:t>
            </a:r>
            <a:endParaRPr lang="en-GB" sz="2000" b="1" dirty="0"/>
          </a:p>
        </p:txBody>
      </p:sp>
      <p:sp>
        <p:nvSpPr>
          <p:cNvPr id="5" name="Rounded Rectangle 4"/>
          <p:cNvSpPr/>
          <p:nvPr/>
        </p:nvSpPr>
        <p:spPr>
          <a:xfrm>
            <a:off x="1835696" y="2564904"/>
            <a:ext cx="7128792" cy="1512168"/>
          </a:xfrm>
          <a:prstGeom prst="roundRect">
            <a:avLst/>
          </a:prstGeom>
          <a:solidFill>
            <a:schemeClr val="accent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" name="Rounded Rectangle 6"/>
          <p:cNvSpPr/>
          <p:nvPr/>
        </p:nvSpPr>
        <p:spPr>
          <a:xfrm>
            <a:off x="1835696" y="5157192"/>
            <a:ext cx="7056784" cy="1440160"/>
          </a:xfrm>
          <a:prstGeom prst="roundRect">
            <a:avLst/>
          </a:prstGeom>
          <a:solidFill>
            <a:schemeClr val="accent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" name="TextBox 7"/>
          <p:cNvSpPr txBox="1"/>
          <p:nvPr/>
        </p:nvSpPr>
        <p:spPr>
          <a:xfrm>
            <a:off x="2123728" y="2132856"/>
            <a:ext cx="137249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000" dirty="0" smtClean="0"/>
              <a:t>Design-time</a:t>
            </a:r>
            <a:endParaRPr lang="en-GB" sz="2000" dirty="0"/>
          </a:p>
        </p:txBody>
      </p:sp>
      <p:sp>
        <p:nvSpPr>
          <p:cNvPr id="9" name="TextBox 8"/>
          <p:cNvSpPr txBox="1"/>
          <p:nvPr/>
        </p:nvSpPr>
        <p:spPr>
          <a:xfrm>
            <a:off x="2267744" y="4725144"/>
            <a:ext cx="104708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000" dirty="0" smtClean="0"/>
              <a:t>Run-time</a:t>
            </a:r>
            <a:endParaRPr lang="en-GB" sz="2000" dirty="0"/>
          </a:p>
        </p:txBody>
      </p:sp>
      <p:cxnSp>
        <p:nvCxnSpPr>
          <p:cNvPr id="24" name="Shape 23"/>
          <p:cNvCxnSpPr/>
          <p:nvPr/>
        </p:nvCxnSpPr>
        <p:spPr>
          <a:xfrm rot="5400000" flipH="1" flipV="1">
            <a:off x="931773" y="3101140"/>
            <a:ext cx="864096" cy="943753"/>
          </a:xfrm>
          <a:prstGeom prst="bentConnector2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/>
          <p:cNvCxnSpPr>
            <a:stCxn id="5" idx="2"/>
            <a:endCxn id="7" idx="0"/>
          </p:cNvCxnSpPr>
          <p:nvPr/>
        </p:nvCxnSpPr>
        <p:spPr>
          <a:xfrm flipH="1">
            <a:off x="5364088" y="4077072"/>
            <a:ext cx="36004" cy="1080120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2123728" y="2924944"/>
            <a:ext cx="1224136" cy="720080"/>
          </a:xfrm>
          <a:prstGeom prst="round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 smtClean="0"/>
              <a:t>Case modelling</a:t>
            </a:r>
            <a:endParaRPr lang="en-GB" dirty="0"/>
          </a:p>
        </p:txBody>
      </p:sp>
      <p:grpSp>
        <p:nvGrpSpPr>
          <p:cNvPr id="21" name="Group 42"/>
          <p:cNvGrpSpPr/>
          <p:nvPr/>
        </p:nvGrpSpPr>
        <p:grpSpPr>
          <a:xfrm>
            <a:off x="1907704" y="5445224"/>
            <a:ext cx="6912768" cy="720080"/>
            <a:chOff x="2051720" y="5877272"/>
            <a:chExt cx="6912768" cy="720080"/>
          </a:xfrm>
        </p:grpSpPr>
        <p:sp>
          <p:nvSpPr>
            <p:cNvPr id="22" name="Rounded Rectangle 21"/>
            <p:cNvSpPr/>
            <p:nvPr/>
          </p:nvSpPr>
          <p:spPr>
            <a:xfrm>
              <a:off x="6156176" y="5877272"/>
              <a:ext cx="1224136" cy="720080"/>
            </a:xfrm>
            <a:prstGeom prst="round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 smtClean="0"/>
                <a:t>Case Folder</a:t>
              </a:r>
              <a:endParaRPr lang="en-GB" dirty="0"/>
            </a:p>
          </p:txBody>
        </p:sp>
        <p:sp>
          <p:nvSpPr>
            <p:cNvPr id="23" name="Rounded Rectangle 22"/>
            <p:cNvSpPr/>
            <p:nvPr/>
          </p:nvSpPr>
          <p:spPr>
            <a:xfrm>
              <a:off x="2051720" y="5877272"/>
              <a:ext cx="1224136" cy="720080"/>
            </a:xfrm>
            <a:prstGeom prst="roundRect">
              <a:avLst/>
            </a:prstGeom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 smtClean="0"/>
                <a:t>Case Template</a:t>
              </a:r>
              <a:endParaRPr lang="en-GB" dirty="0"/>
            </a:p>
          </p:txBody>
        </p:sp>
        <p:sp>
          <p:nvSpPr>
            <p:cNvPr id="25" name="Rounded Rectangle 24"/>
            <p:cNvSpPr/>
            <p:nvPr/>
          </p:nvSpPr>
          <p:spPr>
            <a:xfrm>
              <a:off x="3419872" y="5877272"/>
              <a:ext cx="1224136" cy="720080"/>
            </a:xfrm>
            <a:prstGeom prst="round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 smtClean="0"/>
                <a:t>User Profiles</a:t>
              </a:r>
              <a:endParaRPr lang="en-GB" dirty="0"/>
            </a:p>
          </p:txBody>
        </p:sp>
        <p:sp>
          <p:nvSpPr>
            <p:cNvPr id="26" name="Rounded Rectangle 25"/>
            <p:cNvSpPr/>
            <p:nvPr/>
          </p:nvSpPr>
          <p:spPr>
            <a:xfrm>
              <a:off x="4716016" y="5877272"/>
              <a:ext cx="1368152" cy="720080"/>
            </a:xfrm>
            <a:prstGeom prst="roundRect">
              <a:avLst/>
            </a:prstGeom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 smtClean="0"/>
                <a:t>Task assignment</a:t>
              </a:r>
              <a:endParaRPr lang="en-GB" dirty="0"/>
            </a:p>
          </p:txBody>
        </p:sp>
        <p:sp>
          <p:nvSpPr>
            <p:cNvPr id="28" name="Rounded Rectangle 27"/>
            <p:cNvSpPr/>
            <p:nvPr/>
          </p:nvSpPr>
          <p:spPr>
            <a:xfrm>
              <a:off x="7452320" y="5877272"/>
              <a:ext cx="1512168" cy="720080"/>
            </a:xfrm>
            <a:prstGeom prst="roundRect">
              <a:avLst/>
            </a:prstGeom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 smtClean="0"/>
                <a:t>Document Management</a:t>
              </a:r>
              <a:endParaRPr lang="en-GB" dirty="0"/>
            </a:p>
          </p:txBody>
        </p:sp>
      </p:grpSp>
      <p:sp>
        <p:nvSpPr>
          <p:cNvPr id="34" name="TextBox 33"/>
          <p:cNvSpPr txBox="1"/>
          <p:nvPr/>
        </p:nvSpPr>
        <p:spPr>
          <a:xfrm>
            <a:off x="0" y="1772816"/>
            <a:ext cx="204414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800" dirty="0" err="1" smtClean="0">
                <a:solidFill>
                  <a:srgbClr val="C00000"/>
                </a:solidFill>
              </a:rPr>
              <a:t>Congnoscenti</a:t>
            </a:r>
            <a:endParaRPr lang="en-GB" sz="2800" dirty="0">
              <a:solidFill>
                <a:srgbClr val="C00000"/>
              </a:solidFill>
            </a:endParaRPr>
          </a:p>
        </p:txBody>
      </p:sp>
      <p:grpSp>
        <p:nvGrpSpPr>
          <p:cNvPr id="38" name="Group 37"/>
          <p:cNvGrpSpPr/>
          <p:nvPr/>
        </p:nvGrpSpPr>
        <p:grpSpPr>
          <a:xfrm>
            <a:off x="8303705" y="6209928"/>
            <a:ext cx="840295" cy="648072"/>
            <a:chOff x="-72008" y="1700808"/>
            <a:chExt cx="840295" cy="648072"/>
          </a:xfrm>
        </p:grpSpPr>
        <p:sp>
          <p:nvSpPr>
            <p:cNvPr id="39" name="Oval 38"/>
            <p:cNvSpPr/>
            <p:nvPr/>
          </p:nvSpPr>
          <p:spPr>
            <a:xfrm>
              <a:off x="0" y="1700808"/>
              <a:ext cx="683568" cy="648072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2000" dirty="0"/>
            </a:p>
          </p:txBody>
        </p:sp>
        <p:sp>
          <p:nvSpPr>
            <p:cNvPr id="40" name="TextBox 39"/>
            <p:cNvSpPr txBox="1"/>
            <p:nvPr/>
          </p:nvSpPr>
          <p:spPr>
            <a:xfrm>
              <a:off x="-72008" y="1772816"/>
              <a:ext cx="840295" cy="52322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>
              <a:spAutoFit/>
            </a:bodyPr>
            <a:lstStyle/>
            <a:p>
              <a:r>
                <a:rPr lang="en-GB" sz="2800" dirty="0" smtClean="0"/>
                <a:t>RQ2</a:t>
              </a:r>
              <a:endParaRPr lang="en-GB" sz="2800" dirty="0"/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dirty="0" smtClean="0"/>
              <a:t>Management of Business Process</a:t>
            </a:r>
            <a:br>
              <a:rPr lang="en-GB" dirty="0" smtClean="0"/>
            </a:br>
            <a:r>
              <a:rPr lang="en-GB" sz="3100" dirty="0" smtClean="0"/>
              <a:t>Experiment Result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en-GB" sz="2400" dirty="0" smtClean="0"/>
              <a:t>BPM highly rely on design-time defined process model</a:t>
            </a:r>
          </a:p>
          <a:p>
            <a:endParaRPr lang="en-GB" sz="2400" dirty="0" smtClean="0"/>
          </a:p>
          <a:p>
            <a:r>
              <a:rPr lang="en-GB" sz="2400" dirty="0" smtClean="0"/>
              <a:t>CM is too open ended which can lead to inefficient processing of business process</a:t>
            </a:r>
          </a:p>
          <a:p>
            <a:endParaRPr lang="en-GB" sz="2400" dirty="0" smtClean="0"/>
          </a:p>
          <a:p>
            <a:r>
              <a:rPr lang="en-GB" sz="2400" dirty="0" smtClean="0"/>
              <a:t> BPM automated the business operations while CM digitalize it</a:t>
            </a:r>
          </a:p>
        </p:txBody>
      </p:sp>
      <p:grpSp>
        <p:nvGrpSpPr>
          <p:cNvPr id="7" name="Group 6"/>
          <p:cNvGrpSpPr/>
          <p:nvPr/>
        </p:nvGrpSpPr>
        <p:grpSpPr>
          <a:xfrm>
            <a:off x="8303705" y="6209928"/>
            <a:ext cx="840295" cy="648072"/>
            <a:chOff x="-72008" y="1700808"/>
            <a:chExt cx="840295" cy="648072"/>
          </a:xfrm>
        </p:grpSpPr>
        <p:sp>
          <p:nvSpPr>
            <p:cNvPr id="8" name="Oval 7"/>
            <p:cNvSpPr/>
            <p:nvPr/>
          </p:nvSpPr>
          <p:spPr>
            <a:xfrm>
              <a:off x="0" y="1700808"/>
              <a:ext cx="683568" cy="648072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2000" dirty="0"/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-72008" y="1772816"/>
              <a:ext cx="840295" cy="52322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>
              <a:spAutoFit/>
            </a:bodyPr>
            <a:lstStyle/>
            <a:p>
              <a:r>
                <a:rPr lang="en-GB" sz="2800" dirty="0" smtClean="0"/>
                <a:t>RQ2</a:t>
              </a:r>
              <a:endParaRPr lang="en-GB" sz="2800" dirty="0"/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dirty="0" smtClean="0"/>
              <a:t>Modelling of Business Process</a:t>
            </a:r>
            <a:br>
              <a:rPr lang="en-GB" dirty="0" smtClean="0"/>
            </a:br>
            <a:r>
              <a:rPr lang="en-GB" sz="2700" dirty="0" smtClean="0"/>
              <a:t>Assessment</a:t>
            </a:r>
            <a:endParaRPr lang="en-GB" sz="2700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612648" y="1600200"/>
            <a:ext cx="8279832" cy="4997152"/>
          </a:xfrm>
        </p:spPr>
        <p:txBody>
          <a:bodyPr>
            <a:normAutofit/>
          </a:bodyPr>
          <a:lstStyle/>
          <a:p>
            <a:r>
              <a:rPr lang="en-GB" sz="2400" dirty="0" smtClean="0"/>
              <a:t>Process Management Suites rely on process models for their business process automation and execution</a:t>
            </a:r>
          </a:p>
          <a:p>
            <a:r>
              <a:rPr lang="en-GB" sz="2400" dirty="0" smtClean="0"/>
              <a:t>Process Models are used as a communication tool among business people</a:t>
            </a:r>
          </a:p>
          <a:p>
            <a:r>
              <a:rPr lang="en-GB" sz="2400" dirty="0" smtClean="0"/>
              <a:t>Assess </a:t>
            </a:r>
            <a:r>
              <a:rPr lang="en-GB" sz="2400" dirty="0" smtClean="0"/>
              <a:t>the capabilities of modelling languages with the help of </a:t>
            </a:r>
            <a:r>
              <a:rPr lang="en-GB" sz="2400" dirty="0" smtClean="0"/>
              <a:t> </a:t>
            </a:r>
            <a:r>
              <a:rPr lang="en-GB" sz="2400" dirty="0" smtClean="0"/>
              <a:t>unstructured business </a:t>
            </a:r>
            <a:r>
              <a:rPr lang="en-GB" sz="2400" dirty="0" smtClean="0"/>
              <a:t>process</a:t>
            </a:r>
          </a:p>
          <a:p>
            <a:pPr lvl="1"/>
            <a:r>
              <a:rPr lang="en-GB" sz="2100" dirty="0" smtClean="0"/>
              <a:t>Business </a:t>
            </a:r>
            <a:r>
              <a:rPr lang="en-GB" sz="2100" dirty="0" smtClean="0"/>
              <a:t>Process Model and Notation (BPMN) </a:t>
            </a:r>
            <a:endParaRPr lang="en-GB" sz="2100" dirty="0" smtClean="0"/>
          </a:p>
          <a:p>
            <a:pPr lvl="1"/>
            <a:r>
              <a:rPr lang="en-GB" sz="2100" dirty="0" smtClean="0"/>
              <a:t>Case </a:t>
            </a:r>
            <a:r>
              <a:rPr lang="en-GB" sz="2100" dirty="0" smtClean="0"/>
              <a:t>Management Model and Notation (CMMN</a:t>
            </a:r>
            <a:r>
              <a:rPr lang="en-GB" sz="2100" dirty="0" smtClean="0"/>
              <a:t>)</a:t>
            </a:r>
            <a:endParaRPr lang="en-GB" sz="2100" dirty="0" smtClean="0"/>
          </a:p>
          <a:p>
            <a:endParaRPr lang="en-GB" sz="2400" dirty="0" smtClean="0"/>
          </a:p>
          <a:p>
            <a:endParaRPr lang="en-GB" dirty="0" smtClean="0"/>
          </a:p>
        </p:txBody>
      </p:sp>
      <p:sp>
        <p:nvSpPr>
          <p:cNvPr id="7" name="Pentagon 6"/>
          <p:cNvSpPr/>
          <p:nvPr/>
        </p:nvSpPr>
        <p:spPr>
          <a:xfrm flipH="1">
            <a:off x="2555776" y="6309320"/>
            <a:ext cx="5904656" cy="360040"/>
          </a:xfrm>
          <a:prstGeom prst="homePlat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dirty="0" smtClean="0"/>
              <a:t>What are the capabilities of existing modelling notations to deal with </a:t>
            </a:r>
          </a:p>
          <a:p>
            <a:pPr algn="ctr"/>
            <a:r>
              <a:rPr lang="en-GB" sz="1400" dirty="0" smtClean="0"/>
              <a:t>unstructured business processes?</a:t>
            </a:r>
            <a:endParaRPr lang="en-GB" sz="1400" dirty="0"/>
          </a:p>
        </p:txBody>
      </p:sp>
      <p:grpSp>
        <p:nvGrpSpPr>
          <p:cNvPr id="4" name="Group 3"/>
          <p:cNvGrpSpPr/>
          <p:nvPr/>
        </p:nvGrpSpPr>
        <p:grpSpPr>
          <a:xfrm>
            <a:off x="8303705" y="6209928"/>
            <a:ext cx="840295" cy="648072"/>
            <a:chOff x="-72008" y="1700808"/>
            <a:chExt cx="840295" cy="648072"/>
          </a:xfrm>
        </p:grpSpPr>
        <p:sp>
          <p:nvSpPr>
            <p:cNvPr id="5" name="Oval 4"/>
            <p:cNvSpPr/>
            <p:nvPr/>
          </p:nvSpPr>
          <p:spPr>
            <a:xfrm>
              <a:off x="0" y="1700808"/>
              <a:ext cx="683568" cy="648072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2000" dirty="0"/>
            </a:p>
          </p:txBody>
        </p:sp>
        <p:sp>
          <p:nvSpPr>
            <p:cNvPr id="6" name="TextBox 5"/>
            <p:cNvSpPr txBox="1"/>
            <p:nvPr/>
          </p:nvSpPr>
          <p:spPr>
            <a:xfrm>
              <a:off x="-72008" y="1772816"/>
              <a:ext cx="840295" cy="52322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>
              <a:spAutoFit/>
            </a:bodyPr>
            <a:lstStyle/>
            <a:p>
              <a:r>
                <a:rPr lang="en-GB" sz="2800" dirty="0" smtClean="0"/>
                <a:t>RQ3</a:t>
              </a:r>
              <a:endParaRPr lang="en-GB" sz="2800" dirty="0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dirty="0" smtClean="0"/>
              <a:t>Modelling of Business Process</a:t>
            </a:r>
            <a:br>
              <a:rPr lang="en-GB" dirty="0" smtClean="0"/>
            </a:br>
            <a:r>
              <a:rPr lang="en-GB" sz="3100" dirty="0" smtClean="0"/>
              <a:t>Unstructured Process Modelling</a:t>
            </a:r>
            <a:endParaRPr lang="en-GB" sz="3100" dirty="0"/>
          </a:p>
        </p:txBody>
      </p:sp>
      <p:sp>
        <p:nvSpPr>
          <p:cNvPr id="5" name="Content Placeholder 4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endParaRPr lang="en-GB"/>
          </a:p>
        </p:txBody>
      </p:sp>
      <p:pic>
        <p:nvPicPr>
          <p:cNvPr id="6" name="Picture 2" descr="E:\14-15Study Material\Project\Master thesis_Final\Figures\CMMN_define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67544" y="1844824"/>
            <a:ext cx="7764607" cy="4032448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dirty="0" smtClean="0"/>
              <a:t>Business Process Model and Notation</a:t>
            </a:r>
            <a:br>
              <a:rPr lang="en-GB" dirty="0" smtClean="0"/>
            </a:br>
            <a:r>
              <a:rPr lang="en-GB" sz="3100" dirty="0" smtClean="0"/>
              <a:t>Introduction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GB" dirty="0" smtClean="0"/>
              <a:t>BPMN Basic</a:t>
            </a:r>
          </a:p>
          <a:p>
            <a:endParaRPr lang="en-GB" dirty="0" smtClean="0"/>
          </a:p>
          <a:p>
            <a:endParaRPr lang="en-GB" dirty="0" smtClean="0"/>
          </a:p>
          <a:p>
            <a:endParaRPr lang="en-GB" dirty="0" smtClean="0"/>
          </a:p>
        </p:txBody>
      </p:sp>
      <p:grpSp>
        <p:nvGrpSpPr>
          <p:cNvPr id="20" name="Group 19"/>
          <p:cNvGrpSpPr/>
          <p:nvPr/>
        </p:nvGrpSpPr>
        <p:grpSpPr>
          <a:xfrm>
            <a:off x="683568" y="2204864"/>
            <a:ext cx="7564733" cy="1315308"/>
            <a:chOff x="683567" y="2348880"/>
            <a:chExt cx="7564733" cy="1315308"/>
          </a:xfrm>
        </p:grpSpPr>
        <p:cxnSp>
          <p:nvCxnSpPr>
            <p:cNvPr id="7" name="Straight Arrow Connector 6"/>
            <p:cNvCxnSpPr/>
            <p:nvPr/>
          </p:nvCxnSpPr>
          <p:spPr>
            <a:xfrm>
              <a:off x="4283968" y="2708920"/>
              <a:ext cx="864096" cy="0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" name="TextBox 7"/>
            <p:cNvSpPr txBox="1"/>
            <p:nvPr/>
          </p:nvSpPr>
          <p:spPr>
            <a:xfrm>
              <a:off x="4211960" y="3068960"/>
              <a:ext cx="918841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sz="1400" dirty="0" smtClean="0"/>
                <a:t>Sequence </a:t>
              </a:r>
            </a:p>
            <a:p>
              <a:r>
                <a:rPr lang="en-GB" sz="1400" dirty="0" smtClean="0"/>
                <a:t>Flow</a:t>
              </a:r>
              <a:endParaRPr lang="en-GB" sz="1400" dirty="0"/>
            </a:p>
          </p:txBody>
        </p:sp>
        <p:cxnSp>
          <p:nvCxnSpPr>
            <p:cNvPr id="9" name="Straight Arrow Connector 8"/>
            <p:cNvCxnSpPr/>
            <p:nvPr/>
          </p:nvCxnSpPr>
          <p:spPr>
            <a:xfrm>
              <a:off x="5364088" y="2708920"/>
              <a:ext cx="864096" cy="0"/>
            </a:xfrm>
            <a:prstGeom prst="straightConnector1">
              <a:avLst/>
            </a:prstGeom>
            <a:ln w="25400">
              <a:solidFill>
                <a:schemeClr val="tx1"/>
              </a:solidFill>
              <a:prstDash val="sysDot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TextBox 9"/>
            <p:cNvSpPr txBox="1"/>
            <p:nvPr/>
          </p:nvSpPr>
          <p:spPr>
            <a:xfrm>
              <a:off x="5220072" y="3212976"/>
              <a:ext cx="966931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sz="1400" dirty="0" smtClean="0"/>
                <a:t>Association</a:t>
              </a:r>
              <a:endParaRPr lang="en-GB" sz="1400" dirty="0"/>
            </a:p>
          </p:txBody>
        </p:sp>
        <p:pic>
          <p:nvPicPr>
            <p:cNvPr id="13" name="Picture 12" descr="lanes_BPMN.jpg"/>
            <p:cNvPicPr>
              <a:picLocks noChangeAspect="1"/>
            </p:cNvPicPr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516216" y="2348880"/>
              <a:ext cx="1732084" cy="720080"/>
            </a:xfrm>
            <a:prstGeom prst="rect">
              <a:avLst/>
            </a:prstGeom>
          </p:spPr>
        </p:pic>
        <p:pic>
          <p:nvPicPr>
            <p:cNvPr id="4100" name="Picture 4"/>
            <p:cNvPicPr>
              <a:picLocks noChangeAspect="1" noChangeArrowheads="1"/>
            </p:cNvPicPr>
            <p:nvPr/>
          </p:nvPicPr>
          <p:blipFill>
            <a:blip r:embed="rId4" cstate="print"/>
            <a:srcRect/>
            <a:stretch>
              <a:fillRect/>
            </a:stretch>
          </p:blipFill>
          <p:spPr bwMode="auto">
            <a:xfrm>
              <a:off x="683567" y="2420888"/>
              <a:ext cx="3384377" cy="71515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</p:pic>
        <p:sp>
          <p:nvSpPr>
            <p:cNvPr id="15" name="TextBox 14"/>
            <p:cNvSpPr txBox="1"/>
            <p:nvPr/>
          </p:nvSpPr>
          <p:spPr>
            <a:xfrm>
              <a:off x="3491880" y="3140968"/>
              <a:ext cx="668773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sz="1400" dirty="0" smtClean="0"/>
                <a:t>Data </a:t>
              </a:r>
            </a:p>
            <a:p>
              <a:r>
                <a:rPr lang="en-GB" sz="1400" dirty="0" smtClean="0"/>
                <a:t>Object</a:t>
              </a:r>
              <a:endParaRPr lang="en-GB" sz="1400" dirty="0"/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2627784" y="3212976"/>
              <a:ext cx="854786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sz="1400" dirty="0" smtClean="0"/>
                <a:t>Gateway</a:t>
              </a:r>
              <a:endParaRPr lang="en-GB" sz="1400" dirty="0"/>
            </a:p>
          </p:txBody>
        </p:sp>
        <p:sp>
          <p:nvSpPr>
            <p:cNvPr id="17" name="TextBox 16"/>
            <p:cNvSpPr txBox="1"/>
            <p:nvPr/>
          </p:nvSpPr>
          <p:spPr>
            <a:xfrm>
              <a:off x="1547664" y="3212976"/>
              <a:ext cx="707245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sz="1400" dirty="0" smtClean="0"/>
                <a:t>Activity</a:t>
              </a:r>
              <a:endParaRPr lang="en-GB" sz="1400" dirty="0"/>
            </a:p>
          </p:txBody>
        </p:sp>
        <p:sp>
          <p:nvSpPr>
            <p:cNvPr id="18" name="TextBox 17"/>
            <p:cNvSpPr txBox="1"/>
            <p:nvPr/>
          </p:nvSpPr>
          <p:spPr>
            <a:xfrm>
              <a:off x="683568" y="3212976"/>
              <a:ext cx="554575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sz="1400" dirty="0" smtClean="0"/>
                <a:t>Event</a:t>
              </a:r>
              <a:endParaRPr lang="en-GB" sz="1400" dirty="0"/>
            </a:p>
          </p:txBody>
        </p:sp>
        <p:sp>
          <p:nvSpPr>
            <p:cNvPr id="19" name="TextBox 18"/>
            <p:cNvSpPr txBox="1"/>
            <p:nvPr/>
          </p:nvSpPr>
          <p:spPr>
            <a:xfrm>
              <a:off x="6588224" y="3212976"/>
              <a:ext cx="1296144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1400" dirty="0" smtClean="0"/>
                <a:t>Lanes and Pool</a:t>
              </a:r>
              <a:endParaRPr lang="en-GB" sz="1400" dirty="0"/>
            </a:p>
          </p:txBody>
        </p:sp>
      </p:grpSp>
      <p:pic>
        <p:nvPicPr>
          <p:cNvPr id="4101" name="Picture 5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1619672" y="5157192"/>
            <a:ext cx="2232248" cy="96141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4102" name="Picture 6"/>
          <p:cNvPicPr>
            <a:picLocks noChangeAspect="1" noChangeArrowheads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4355976" y="5229200"/>
            <a:ext cx="3257550" cy="7905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24" name="Content Placeholder 2"/>
          <p:cNvSpPr txBox="1">
            <a:spLocks/>
          </p:cNvSpPr>
          <p:nvPr/>
        </p:nvSpPr>
        <p:spPr>
          <a:xfrm>
            <a:off x="765048" y="3573016"/>
            <a:ext cx="8153400" cy="2675384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marL="320040" marR="0" lvl="0" indent="-320040" algn="l" defTabSz="914400" rtl="0" eaLnBrk="1" fontAlgn="auto" latinLnBrk="0" hangingPunct="1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chemeClr val="accent2"/>
              </a:buClr>
              <a:buSzPct val="60000"/>
              <a:buFont typeface="Wingdings"/>
              <a:buChar char=""/>
              <a:tabLst/>
              <a:defRPr/>
            </a:pPr>
            <a:r>
              <a:rPr kumimoji="0" lang="en-GB" sz="29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BPMN Extended</a:t>
            </a:r>
          </a:p>
          <a:p>
            <a:pPr marL="640080" marR="0" lvl="1" indent="-274320" algn="l" defTabSz="914400" rtl="0" eaLnBrk="1" fontAlgn="auto" latinLnBrk="0" hangingPunct="1">
              <a:lnSpc>
                <a:spcPct val="100000"/>
              </a:lnSpc>
              <a:spcBef>
                <a:spcPts val="550"/>
              </a:spcBef>
              <a:spcAft>
                <a:spcPts val="0"/>
              </a:spcAft>
              <a:buClr>
                <a:schemeClr val="accent1"/>
              </a:buClr>
              <a:buSzPct val="70000"/>
              <a:buFont typeface="Wingdings 2"/>
              <a:buChar char=""/>
              <a:tabLst/>
              <a:defRPr/>
            </a:pPr>
            <a:r>
              <a:rPr kumimoji="0" lang="en-GB" sz="26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Many complex modelling constructs </a:t>
            </a:r>
          </a:p>
          <a:p>
            <a:pPr marL="914400" marR="0" lvl="2" indent="-228600" algn="l" defTabSz="914400" rtl="0" eaLnBrk="1" fontAlgn="auto" latinLnBrk="0" hangingPunct="1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ct val="75000"/>
              <a:buFont typeface="Wingdings"/>
              <a:buChar char=""/>
              <a:tabLst/>
              <a:defRPr/>
            </a:pPr>
            <a:r>
              <a:rPr kumimoji="0" lang="en-GB" sz="23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For example</a:t>
            </a:r>
            <a:endParaRPr kumimoji="0" lang="en-GB" sz="23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grpSp>
        <p:nvGrpSpPr>
          <p:cNvPr id="25" name="Group 24"/>
          <p:cNvGrpSpPr/>
          <p:nvPr/>
        </p:nvGrpSpPr>
        <p:grpSpPr>
          <a:xfrm>
            <a:off x="8303705" y="6209928"/>
            <a:ext cx="840295" cy="648072"/>
            <a:chOff x="-72008" y="1700808"/>
            <a:chExt cx="840295" cy="648072"/>
          </a:xfrm>
        </p:grpSpPr>
        <p:sp>
          <p:nvSpPr>
            <p:cNvPr id="26" name="Oval 25"/>
            <p:cNvSpPr/>
            <p:nvPr/>
          </p:nvSpPr>
          <p:spPr>
            <a:xfrm>
              <a:off x="0" y="1700808"/>
              <a:ext cx="683568" cy="648072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2000" dirty="0"/>
            </a:p>
          </p:txBody>
        </p:sp>
        <p:sp>
          <p:nvSpPr>
            <p:cNvPr id="27" name="TextBox 26"/>
            <p:cNvSpPr txBox="1"/>
            <p:nvPr/>
          </p:nvSpPr>
          <p:spPr>
            <a:xfrm>
              <a:off x="-72008" y="1772816"/>
              <a:ext cx="840295" cy="52322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>
              <a:spAutoFit/>
            </a:bodyPr>
            <a:lstStyle/>
            <a:p>
              <a:r>
                <a:rPr lang="en-GB" sz="2800" dirty="0" smtClean="0"/>
                <a:t>RQ3</a:t>
              </a:r>
              <a:endParaRPr lang="en-GB" sz="2800" dirty="0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0" dur="500"/>
                                        <p:tgtEl>
                                          <p:spTgt spid="41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3" dur="500"/>
                                        <p:tgtEl>
                                          <p:spTgt spid="41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8303705" y="6209928"/>
            <a:ext cx="840295" cy="648072"/>
            <a:chOff x="-72008" y="1700808"/>
            <a:chExt cx="840295" cy="648072"/>
          </a:xfrm>
        </p:grpSpPr>
        <p:sp>
          <p:nvSpPr>
            <p:cNvPr id="10" name="Oval 9"/>
            <p:cNvSpPr/>
            <p:nvPr/>
          </p:nvSpPr>
          <p:spPr>
            <a:xfrm>
              <a:off x="0" y="1700808"/>
              <a:ext cx="683568" cy="648072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2000" dirty="0"/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-72008" y="1772816"/>
              <a:ext cx="840295" cy="52322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>
              <a:spAutoFit/>
            </a:bodyPr>
            <a:lstStyle/>
            <a:p>
              <a:r>
                <a:rPr lang="en-GB" sz="2800" dirty="0" smtClean="0"/>
                <a:t>RQ3</a:t>
              </a:r>
              <a:endParaRPr lang="en-GB" sz="2800" dirty="0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dirty="0" smtClean="0"/>
              <a:t>Unstructured Business Process</a:t>
            </a:r>
            <a:br>
              <a:rPr lang="en-GB" dirty="0" smtClean="0"/>
            </a:br>
            <a:r>
              <a:rPr lang="en-GB" sz="3100" dirty="0" smtClean="0"/>
              <a:t>Example</a:t>
            </a:r>
            <a:endParaRPr lang="en-GB" dirty="0"/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sz="quarter" idx="1"/>
          </p:nvPr>
        </p:nvGraphicFramePr>
        <p:xfrm>
          <a:off x="612775" y="1600200"/>
          <a:ext cx="8153400" cy="44958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7" cstate="print"/>
          <a:srcRect/>
          <a:stretch>
            <a:fillRect/>
          </a:stretch>
        </p:blipFill>
        <p:spPr bwMode="auto">
          <a:xfrm>
            <a:off x="539552" y="1700808"/>
            <a:ext cx="4805511" cy="430440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6" dur="1000" fill="hold"/>
                                        <p:tgtEl>
                                          <p:spTgt spid="4"/>
                                        </p:tgtEl>
                                      </p:cBhvr>
                                      <p:by x="50000" y="50000"/>
                                    </p:animScale>
                                  </p:childTnLst>
                                </p:cTn>
                              </p:par>
                              <p:par>
                                <p:cTn id="7" presetID="49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3437 0.11723 L 0.28646 0.24301 " pathEditMode="relative" rAng="0" ptsTypes="AA">
                                      <p:cBhvr>
                                        <p:cTn id="8" dur="2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26" y="63"/>
                                    </p:animMotion>
                                  </p:childTnLst>
                                </p:cTn>
                              </p:par>
                              <p:par>
                                <p:cTn id="9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4" grpId="0">
        <p:bldAsOne/>
      </p:bldGraphic>
      <p:bldGraphic spid="4" grpId="1">
        <p:bldAsOne/>
      </p:bldGraphic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0"/>
            <a:ext cx="7596336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2400" dirty="0" smtClean="0">
                <a:solidFill>
                  <a:schemeClr val="tx2"/>
                </a:solidFill>
              </a:rPr>
              <a:t>Modelling Unstructured Business process with BPMN Basic</a:t>
            </a:r>
            <a:endParaRPr lang="en-GB" sz="2400" dirty="0">
              <a:solidFill>
                <a:schemeClr val="tx2"/>
              </a:solidFill>
            </a:endParaRPr>
          </a:p>
        </p:txBody>
      </p:sp>
      <p:sp>
        <p:nvSpPr>
          <p:cNvPr id="10" name="Pentagon 9"/>
          <p:cNvSpPr/>
          <p:nvPr/>
        </p:nvSpPr>
        <p:spPr>
          <a:xfrm>
            <a:off x="-1764704" y="1124744"/>
            <a:ext cx="1547664" cy="576064"/>
          </a:xfrm>
          <a:prstGeom prst="homePlat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 smtClean="0"/>
              <a:t> Pre-define Resources</a:t>
            </a:r>
            <a:endParaRPr lang="en-GB" dirty="0"/>
          </a:p>
        </p:txBody>
      </p:sp>
      <p:sp>
        <p:nvSpPr>
          <p:cNvPr id="11" name="Pentagon 10"/>
          <p:cNvSpPr/>
          <p:nvPr/>
        </p:nvSpPr>
        <p:spPr>
          <a:xfrm>
            <a:off x="-1764704" y="1844824"/>
            <a:ext cx="1547664" cy="576064"/>
          </a:xfrm>
          <a:prstGeom prst="homePlat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 smtClean="0"/>
              <a:t>Limited Alternatives</a:t>
            </a:r>
            <a:endParaRPr lang="en-GB" dirty="0"/>
          </a:p>
        </p:txBody>
      </p:sp>
      <p:sp>
        <p:nvSpPr>
          <p:cNvPr id="12" name="Pentagon 11"/>
          <p:cNvSpPr/>
          <p:nvPr/>
        </p:nvSpPr>
        <p:spPr>
          <a:xfrm>
            <a:off x="-1764704" y="2564904"/>
            <a:ext cx="1547664" cy="576064"/>
          </a:xfrm>
          <a:prstGeom prst="homePlat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 smtClean="0"/>
              <a:t>Task Ordering</a:t>
            </a:r>
            <a:endParaRPr lang="en-GB" dirty="0"/>
          </a:p>
        </p:txBody>
      </p:sp>
      <p:sp>
        <p:nvSpPr>
          <p:cNvPr id="13" name="Pentagon 12"/>
          <p:cNvSpPr/>
          <p:nvPr/>
        </p:nvSpPr>
        <p:spPr>
          <a:xfrm>
            <a:off x="-1764704" y="3284984"/>
            <a:ext cx="1547664" cy="576064"/>
          </a:xfrm>
          <a:prstGeom prst="homePlat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 smtClean="0"/>
              <a:t> Task Dependency</a:t>
            </a:r>
            <a:endParaRPr lang="en-GB" dirty="0"/>
          </a:p>
        </p:txBody>
      </p:sp>
      <p:sp>
        <p:nvSpPr>
          <p:cNvPr id="14" name="Pentagon 13"/>
          <p:cNvSpPr/>
          <p:nvPr/>
        </p:nvSpPr>
        <p:spPr>
          <a:xfrm>
            <a:off x="-1764704" y="4005064"/>
            <a:ext cx="1547664" cy="576064"/>
          </a:xfrm>
          <a:prstGeom prst="homePlat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 smtClean="0"/>
              <a:t>Unavailable </a:t>
            </a:r>
            <a:r>
              <a:rPr lang="en-GB" sz="1600" dirty="0" smtClean="0"/>
              <a:t>Optional Task</a:t>
            </a:r>
            <a:endParaRPr lang="en-GB" sz="1600" dirty="0"/>
          </a:p>
        </p:txBody>
      </p:sp>
      <p:sp>
        <p:nvSpPr>
          <p:cNvPr id="15" name="Pentagon 14"/>
          <p:cNvSpPr/>
          <p:nvPr/>
        </p:nvSpPr>
        <p:spPr>
          <a:xfrm>
            <a:off x="-1764704" y="4725144"/>
            <a:ext cx="1547664" cy="576064"/>
          </a:xfrm>
          <a:prstGeom prst="homePlat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 smtClean="0"/>
              <a:t>Limited View on Data</a:t>
            </a:r>
            <a:endParaRPr lang="en-GB" sz="1600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660404" y="620688"/>
            <a:ext cx="7483596" cy="59455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3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33333E-6 -3.46821E-7 L 0.18316 -3.46821E-7 " pathEditMode="relative" rAng="0" ptsTypes="AA">
                                      <p:cBhvr>
                                        <p:cTn id="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92" y="0"/>
                                    </p:animMotion>
                                  </p:childTnLst>
                                </p:cTn>
                              </p:par>
                              <p:par>
                                <p:cTn id="7" presetID="63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33333E-6 -2.31214E-7 L 0.18316 0.00023 " pathEditMode="relative" rAng="0" ptsTypes="AA">
                                      <p:cBhvr>
                                        <p:cTn id="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92" y="0"/>
                                    </p:animMotion>
                                  </p:childTnLst>
                                </p:cTn>
                              </p:par>
                              <p:par>
                                <p:cTn id="9" presetID="63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33333E-6 -1.32948E-6 L 0.17517 -1.32948E-6 " pathEditMode="relative" rAng="0" ptsTypes="AA">
                                      <p:cBhvr>
                                        <p:cTn id="1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88" y="0"/>
                                    </p:animMotion>
                                  </p:childTnLst>
                                </p:cTn>
                              </p:par>
                              <p:par>
                                <p:cTn id="11" presetID="63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33333E-6 -1.21387E-6 L 0.18316 0.00023 " pathEditMode="relative" rAng="0" ptsTypes="AA">
                                      <p:cBhvr>
                                        <p:cTn id="1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92" y="0"/>
                                    </p:animMotion>
                                  </p:childTnLst>
                                </p:cTn>
                              </p:par>
                              <p:par>
                                <p:cTn id="13" presetID="63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33333E-6 -2.31214E-6 L 0.19097 -2.31214E-6 " pathEditMode="relative" rAng="0" ptsTypes="AA">
                                      <p:cBhvr>
                                        <p:cTn id="1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95" y="0"/>
                                    </p:animMotion>
                                  </p:childTnLst>
                                </p:cTn>
                              </p:par>
                              <p:par>
                                <p:cTn id="15" presetID="63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33333E-6 -2.31214E-6 L 0.19097 -2.31214E-6 " pathEditMode="relative" rAng="0" ptsTypes="AA">
                                      <p:cBhvr>
                                        <p:cTn id="1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95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979712" y="437961"/>
            <a:ext cx="7164288" cy="642003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4" name="Rectangle 3"/>
          <p:cNvSpPr/>
          <p:nvPr/>
        </p:nvSpPr>
        <p:spPr>
          <a:xfrm>
            <a:off x="0" y="0"/>
            <a:ext cx="774035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2400" dirty="0" smtClean="0">
                <a:solidFill>
                  <a:schemeClr val="tx2"/>
                </a:solidFill>
              </a:rPr>
              <a:t>Modelling Unstructured Business process with BPMN Extended</a:t>
            </a:r>
            <a:endParaRPr lang="en-GB" sz="2400" dirty="0">
              <a:solidFill>
                <a:schemeClr val="tx2"/>
              </a:solidFill>
            </a:endParaRPr>
          </a:p>
        </p:txBody>
      </p:sp>
      <p:sp>
        <p:nvSpPr>
          <p:cNvPr id="5" name="Pentagon 4"/>
          <p:cNvSpPr/>
          <p:nvPr/>
        </p:nvSpPr>
        <p:spPr>
          <a:xfrm>
            <a:off x="-1764704" y="2132856"/>
            <a:ext cx="1764704" cy="504056"/>
          </a:xfrm>
          <a:prstGeom prst="homePlat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 smtClean="0"/>
              <a:t> Reduced Task ordering</a:t>
            </a:r>
            <a:endParaRPr lang="en-GB" dirty="0"/>
          </a:p>
        </p:txBody>
      </p:sp>
      <p:sp>
        <p:nvSpPr>
          <p:cNvPr id="6" name="Pentagon 5"/>
          <p:cNvSpPr/>
          <p:nvPr/>
        </p:nvSpPr>
        <p:spPr>
          <a:xfrm>
            <a:off x="-1764704" y="3284984"/>
            <a:ext cx="1764704" cy="504056"/>
          </a:xfrm>
          <a:prstGeom prst="homePlat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 smtClean="0"/>
              <a:t> Available Alternatives</a:t>
            </a:r>
            <a:endParaRPr lang="en-GB" dirty="0"/>
          </a:p>
        </p:txBody>
      </p:sp>
      <p:sp>
        <p:nvSpPr>
          <p:cNvPr id="7" name="Pentagon 6"/>
          <p:cNvSpPr/>
          <p:nvPr/>
        </p:nvSpPr>
        <p:spPr>
          <a:xfrm>
            <a:off x="-1764704" y="2708920"/>
            <a:ext cx="1764704" cy="504056"/>
          </a:xfrm>
          <a:prstGeom prst="homePlat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 smtClean="0"/>
              <a:t> Available Optional Task</a:t>
            </a:r>
            <a:endParaRPr lang="en-GB" dirty="0"/>
          </a:p>
        </p:txBody>
      </p:sp>
      <p:sp>
        <p:nvSpPr>
          <p:cNvPr id="8" name="Rounded Rectangular Callout 7"/>
          <p:cNvSpPr/>
          <p:nvPr/>
        </p:nvSpPr>
        <p:spPr>
          <a:xfrm>
            <a:off x="0" y="5733256"/>
            <a:ext cx="3672408" cy="936104"/>
          </a:xfrm>
          <a:prstGeom prst="wedgeRoundRectCallout">
            <a:avLst>
              <a:gd name="adj1" fmla="val -20833"/>
              <a:gd name="adj2" fmla="val 42839"/>
              <a:gd name="adj3" fmla="val 16667"/>
            </a:avLst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dirty="0" smtClean="0"/>
              <a:t>Complex process model with low expressibility</a:t>
            </a:r>
          </a:p>
        </p:txBody>
      </p:sp>
      <p:sp>
        <p:nvSpPr>
          <p:cNvPr id="9" name="Pentagon 8"/>
          <p:cNvSpPr/>
          <p:nvPr/>
        </p:nvSpPr>
        <p:spPr>
          <a:xfrm>
            <a:off x="-1764704" y="3861048"/>
            <a:ext cx="1764704" cy="504056"/>
          </a:xfrm>
          <a:prstGeom prst="homePlat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 smtClean="0"/>
              <a:t> Reduced Task Dependency</a:t>
            </a:r>
            <a:endParaRPr lang="en-GB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3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33333E-6 -3.46821E-7 L 0.18316 -3.46821E-7 " pathEditMode="relative" rAng="0" ptsTypes="AA">
                                      <p:cBhvr>
                                        <p:cTn id="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92" y="0"/>
                                    </p:animMotion>
                                  </p:childTnLst>
                                </p:cTn>
                              </p:par>
                              <p:par>
                                <p:cTn id="7" presetID="63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33333E-6 -3.46821E-7 L 0.18316 -3.46821E-7 " pathEditMode="relative" rAng="0" ptsTypes="AA">
                                      <p:cBhvr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92" y="0"/>
                                    </p:animMotion>
                                  </p:childTnLst>
                                </p:cTn>
                              </p:par>
                              <p:par>
                                <p:cTn id="9" presetID="63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33333E-6 -3.46821E-7 L 0.18316 -3.46821E-7 " pathEditMode="relative" rAng="0" ptsTypes="AA">
                                      <p:cBhvr>
                                        <p:cTn id="1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92" y="0"/>
                                    </p:animMotion>
                                  </p:childTnLst>
                                </p:cTn>
                              </p:par>
                              <p:par>
                                <p:cTn id="11" presetID="63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33333E-6 -3.46821E-7 L 0.18316 -3.46821E-7 " pathEditMode="relative" rAng="0" ptsTypes="AA">
                                      <p:cBhvr>
                                        <p:cTn id="12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92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8" grpId="0" animBg="1"/>
      <p:bldP spid="9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CMMN.jp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1241376"/>
            <a:ext cx="8172400" cy="5616624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0"/>
            <a:ext cx="8820472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3200" dirty="0" smtClean="0">
                <a:solidFill>
                  <a:schemeClr val="tx2"/>
                </a:solidFill>
              </a:rPr>
              <a:t>Modelling Unstructured Business process with CMMN</a:t>
            </a:r>
            <a:endParaRPr lang="en-GB" sz="3200" dirty="0">
              <a:solidFill>
                <a:schemeClr val="tx2"/>
              </a:solidFill>
            </a:endParaRPr>
          </a:p>
        </p:txBody>
      </p:sp>
      <p:sp>
        <p:nvSpPr>
          <p:cNvPr id="5" name="Pentagon 4"/>
          <p:cNvSpPr/>
          <p:nvPr/>
        </p:nvSpPr>
        <p:spPr>
          <a:xfrm flipH="1">
            <a:off x="9144000" y="836712"/>
            <a:ext cx="1944216" cy="504056"/>
          </a:xfrm>
          <a:prstGeom prst="homePlat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 smtClean="0"/>
              <a:t> No Sequential Flow</a:t>
            </a:r>
            <a:endParaRPr lang="en-GB" dirty="0"/>
          </a:p>
        </p:txBody>
      </p:sp>
      <p:sp>
        <p:nvSpPr>
          <p:cNvPr id="6" name="Pentagon 5"/>
          <p:cNvSpPr/>
          <p:nvPr/>
        </p:nvSpPr>
        <p:spPr>
          <a:xfrm flipH="1">
            <a:off x="9144000" y="1484784"/>
            <a:ext cx="1944216" cy="504056"/>
          </a:xfrm>
          <a:prstGeom prst="homePlat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 smtClean="0"/>
              <a:t> Undefined Resource Role</a:t>
            </a:r>
            <a:endParaRPr lang="en-GB" dirty="0"/>
          </a:p>
        </p:txBody>
      </p:sp>
      <p:sp>
        <p:nvSpPr>
          <p:cNvPr id="7" name="Pentagon 6"/>
          <p:cNvSpPr/>
          <p:nvPr/>
        </p:nvSpPr>
        <p:spPr>
          <a:xfrm flipH="1">
            <a:off x="9144000" y="2132856"/>
            <a:ext cx="1944216" cy="504056"/>
          </a:xfrm>
          <a:prstGeom prst="homePlat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 smtClean="0"/>
              <a:t> Optional Task</a:t>
            </a:r>
            <a:endParaRPr lang="en-GB" dirty="0"/>
          </a:p>
        </p:txBody>
      </p:sp>
      <p:sp>
        <p:nvSpPr>
          <p:cNvPr id="8" name="Pentagon 7"/>
          <p:cNvSpPr/>
          <p:nvPr/>
        </p:nvSpPr>
        <p:spPr>
          <a:xfrm flipH="1">
            <a:off x="9144000" y="2708920"/>
            <a:ext cx="1944216" cy="504056"/>
          </a:xfrm>
          <a:prstGeom prst="homePlat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 smtClean="0"/>
              <a:t> Required Task</a:t>
            </a:r>
            <a:endParaRPr lang="en-GB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3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7083 0.01064 L -0.2125 0.00532 " pathEditMode="relative" rAng="0" ptsTypes="AA">
                                      <p:cBhvr>
                                        <p:cTn id="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71" y="-3"/>
                                    </p:animMotion>
                                  </p:childTnLst>
                                </p:cTn>
                              </p:par>
                              <p:par>
                                <p:cTn id="7" presetID="63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7083 2.02312E-6 L -0.2125 -0.00532 " pathEditMode="relative" rAng="0" ptsTypes="AA">
                                      <p:cBhvr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71" y="-3"/>
                                    </p:animMotion>
                                  </p:childTnLst>
                                </p:cTn>
                              </p:par>
                              <p:par>
                                <p:cTn id="9" presetID="63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7083 -0.0104 L -0.2125 -0.01572 " pathEditMode="relative" rAng="0" ptsTypes="AA">
                                      <p:cBhvr>
                                        <p:cTn id="1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71" y="-3"/>
                                    </p:animMotion>
                                  </p:childTnLst>
                                </p:cTn>
                              </p:par>
                              <p:par>
                                <p:cTn id="11" presetID="63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7083 -0.0104 L -0.2125 -0.01572 " pathEditMode="relative" rAng="0" ptsTypes="AA">
                                      <p:cBhvr>
                                        <p:cTn id="1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71" y="-3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8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273050"/>
            <a:ext cx="8863136" cy="869950"/>
          </a:xfrm>
        </p:spPr>
        <p:txBody>
          <a:bodyPr>
            <a:normAutofit fontScale="90000"/>
          </a:bodyPr>
          <a:lstStyle/>
          <a:p>
            <a:r>
              <a:rPr lang="en-GB" dirty="0" smtClean="0"/>
              <a:t>Modelling Unstructured Business Process</a:t>
            </a:r>
            <a:br>
              <a:rPr lang="en-GB" dirty="0" smtClean="0"/>
            </a:br>
            <a:r>
              <a:rPr lang="en-GB" sz="3100" dirty="0" smtClean="0"/>
              <a:t>Advantages</a:t>
            </a:r>
            <a:endParaRPr lang="en-GB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r>
              <a:rPr lang="en-GB" dirty="0" smtClean="0"/>
              <a:t>BPMN	</a:t>
            </a:r>
            <a:endParaRPr lang="en-GB" dirty="0"/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/>
        <p:txBody>
          <a:bodyPr>
            <a:normAutofit/>
          </a:bodyPr>
          <a:lstStyle/>
          <a:p>
            <a:pPr marL="274320" lvl="0" indent="-274320">
              <a:spcBef>
                <a:spcPts val="600"/>
              </a:spcBef>
              <a:buClr>
                <a:schemeClr val="accent1"/>
              </a:buClr>
              <a:buSzPct val="70000"/>
              <a:buFont typeface="Wingdings"/>
              <a:buChar char=""/>
              <a:defRPr/>
            </a:pPr>
            <a:r>
              <a:rPr lang="en-GB" sz="2400" dirty="0" smtClean="0"/>
              <a:t>Sequential flow of BPMN make a model  easy to read.</a:t>
            </a:r>
          </a:p>
          <a:p>
            <a:pPr marL="274320" lvl="0" indent="-274320">
              <a:spcBef>
                <a:spcPts val="600"/>
              </a:spcBef>
              <a:buClr>
                <a:schemeClr val="accent1"/>
              </a:buClr>
              <a:buSzPct val="70000"/>
              <a:buFont typeface="Wingdings"/>
              <a:buChar char=""/>
              <a:defRPr/>
            </a:pPr>
            <a:r>
              <a:rPr lang="en-GB" sz="2400" dirty="0" smtClean="0"/>
              <a:t>User roles are visible through Lanes.</a:t>
            </a:r>
          </a:p>
          <a:p>
            <a:pPr marL="274320" lvl="0" indent="-274320">
              <a:spcBef>
                <a:spcPts val="600"/>
              </a:spcBef>
              <a:buClr>
                <a:schemeClr val="accent1"/>
              </a:buClr>
              <a:buSzPct val="70000"/>
              <a:buFont typeface="Wingdings"/>
              <a:buChar char=""/>
              <a:defRPr/>
            </a:pPr>
            <a:r>
              <a:rPr lang="en-GB" sz="2400" dirty="0" smtClean="0"/>
              <a:t>With ad-hoc sub process, the unstructured process can be represented.</a:t>
            </a:r>
          </a:p>
          <a:p>
            <a:endParaRPr lang="en-GB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GB" dirty="0" smtClean="0"/>
              <a:t>CMMN</a:t>
            </a:r>
            <a:endParaRPr lang="en-GB" dirty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/>
        <p:txBody>
          <a:bodyPr>
            <a:normAutofit/>
          </a:bodyPr>
          <a:lstStyle/>
          <a:p>
            <a:pPr marL="274320" lvl="0" indent="-274320">
              <a:spcBef>
                <a:spcPts val="600"/>
              </a:spcBef>
              <a:buClr>
                <a:schemeClr val="accent1"/>
              </a:buClr>
              <a:buSzPct val="70000"/>
              <a:buFont typeface="Wingdings"/>
              <a:buChar char=""/>
            </a:pPr>
            <a:r>
              <a:rPr lang="en-GB" sz="2400" dirty="0" smtClean="0"/>
              <a:t>The notations of required and optional is very expressive in CMMN.</a:t>
            </a:r>
          </a:p>
          <a:p>
            <a:pPr marL="274320" indent="-274320">
              <a:spcBef>
                <a:spcPts val="600"/>
              </a:spcBef>
              <a:buClr>
                <a:schemeClr val="accent1"/>
              </a:buClr>
              <a:buSzPct val="70000"/>
              <a:buFont typeface="Wingdings"/>
              <a:buChar char=""/>
            </a:pPr>
            <a:r>
              <a:rPr lang="en-GB" sz="2400" dirty="0" smtClean="0"/>
              <a:t>Milestones provide overall and quick overview of process</a:t>
            </a:r>
          </a:p>
          <a:p>
            <a:pPr marL="274320" lvl="0" indent="-274320">
              <a:spcBef>
                <a:spcPts val="600"/>
              </a:spcBef>
              <a:buClr>
                <a:schemeClr val="accent1"/>
              </a:buClr>
              <a:buSzPct val="70000"/>
              <a:buFont typeface="Wingdings"/>
              <a:buChar char=""/>
            </a:pPr>
            <a:r>
              <a:rPr lang="en-GB" sz="2400" dirty="0" smtClean="0"/>
              <a:t>CMMN define case execution semantics. </a:t>
            </a:r>
          </a:p>
          <a:p>
            <a:endParaRPr lang="en-GB" dirty="0"/>
          </a:p>
        </p:txBody>
      </p:sp>
      <p:grpSp>
        <p:nvGrpSpPr>
          <p:cNvPr id="7" name="Group 6"/>
          <p:cNvGrpSpPr/>
          <p:nvPr/>
        </p:nvGrpSpPr>
        <p:grpSpPr>
          <a:xfrm>
            <a:off x="8303705" y="6209928"/>
            <a:ext cx="840295" cy="648072"/>
            <a:chOff x="-72008" y="1700808"/>
            <a:chExt cx="840295" cy="648072"/>
          </a:xfrm>
        </p:grpSpPr>
        <p:sp>
          <p:nvSpPr>
            <p:cNvPr id="8" name="Oval 7"/>
            <p:cNvSpPr/>
            <p:nvPr/>
          </p:nvSpPr>
          <p:spPr>
            <a:xfrm>
              <a:off x="0" y="1700808"/>
              <a:ext cx="683568" cy="648072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2000" dirty="0"/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-72008" y="1772816"/>
              <a:ext cx="840295" cy="52322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>
              <a:spAutoFit/>
            </a:bodyPr>
            <a:lstStyle/>
            <a:p>
              <a:r>
                <a:rPr lang="en-GB" sz="2800" dirty="0" smtClean="0"/>
                <a:t>RQ3</a:t>
              </a:r>
              <a:endParaRPr lang="en-GB" sz="2800" dirty="0"/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273050"/>
            <a:ext cx="8863136" cy="869950"/>
          </a:xfrm>
        </p:spPr>
        <p:txBody>
          <a:bodyPr>
            <a:normAutofit fontScale="90000"/>
          </a:bodyPr>
          <a:lstStyle/>
          <a:p>
            <a:r>
              <a:rPr lang="en-GB" dirty="0" smtClean="0"/>
              <a:t>Modelling Unstructured Business Process</a:t>
            </a:r>
            <a:br>
              <a:rPr lang="en-GB" dirty="0" smtClean="0"/>
            </a:br>
            <a:r>
              <a:rPr lang="en-GB" sz="3100" dirty="0" smtClean="0"/>
              <a:t>Disadvantages</a:t>
            </a:r>
            <a:endParaRPr lang="en-GB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r>
              <a:rPr lang="en-GB" dirty="0" smtClean="0"/>
              <a:t>BPMN	</a:t>
            </a:r>
            <a:endParaRPr lang="en-GB" dirty="0"/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/>
        <p:txBody>
          <a:bodyPr>
            <a:normAutofit/>
          </a:bodyPr>
          <a:lstStyle/>
          <a:p>
            <a:pPr marL="274320" lvl="0" indent="-274320" fontAlgn="t">
              <a:spcBef>
                <a:spcPts val="600"/>
              </a:spcBef>
              <a:buClr>
                <a:schemeClr val="accent1"/>
              </a:buClr>
              <a:buSzPct val="70000"/>
              <a:buFont typeface="Courier New" pitchFamily="49" charset="0"/>
              <a:buChar char="o"/>
              <a:defRPr/>
            </a:pPr>
            <a:r>
              <a:rPr lang="en-GB" sz="2400" dirty="0" smtClean="0"/>
              <a:t>Notation of ad-hoc process is not very expressive</a:t>
            </a:r>
          </a:p>
          <a:p>
            <a:pPr marL="274320" lvl="0" indent="-274320" fontAlgn="t">
              <a:spcBef>
                <a:spcPts val="600"/>
              </a:spcBef>
              <a:buClr>
                <a:schemeClr val="accent1"/>
              </a:buClr>
              <a:buSzPct val="70000"/>
              <a:buFont typeface="Courier New" pitchFamily="49" charset="0"/>
              <a:buChar char="o"/>
              <a:defRPr/>
            </a:pPr>
            <a:r>
              <a:rPr lang="en-GB" sz="2400" dirty="0" smtClean="0"/>
              <a:t>Low (no) support for ad-hoc process execution</a:t>
            </a:r>
          </a:p>
          <a:p>
            <a:endParaRPr lang="en-GB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GB" dirty="0" smtClean="0"/>
              <a:t>CMMN</a:t>
            </a:r>
            <a:endParaRPr lang="en-GB" dirty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/>
        <p:txBody>
          <a:bodyPr>
            <a:normAutofit/>
          </a:bodyPr>
          <a:lstStyle/>
          <a:p>
            <a:pPr marL="274320" indent="-274320" fontAlgn="t">
              <a:spcBef>
                <a:spcPts val="600"/>
              </a:spcBef>
              <a:buClr>
                <a:schemeClr val="accent1"/>
              </a:buClr>
              <a:buSzPct val="70000"/>
              <a:buFont typeface="Courier New" pitchFamily="49" charset="0"/>
              <a:buChar char="o"/>
            </a:pPr>
            <a:r>
              <a:rPr lang="en-GB" sz="2400" dirty="0" smtClean="0"/>
              <a:t>Unavailability of sequence flow hinders the process model readability</a:t>
            </a:r>
          </a:p>
          <a:p>
            <a:pPr marL="274320" indent="-274320" fontAlgn="t">
              <a:spcBef>
                <a:spcPts val="600"/>
              </a:spcBef>
              <a:buClr>
                <a:schemeClr val="accent1"/>
              </a:buClr>
              <a:buSzPct val="70000"/>
              <a:buFont typeface="Courier New" pitchFamily="49" charset="0"/>
              <a:buChar char="o"/>
            </a:pPr>
            <a:r>
              <a:rPr lang="en-GB" sz="2400" dirty="0" smtClean="0"/>
              <a:t>No notation to model user roles and data flow</a:t>
            </a:r>
          </a:p>
          <a:p>
            <a:endParaRPr lang="en-GB" dirty="0"/>
          </a:p>
        </p:txBody>
      </p:sp>
      <p:grpSp>
        <p:nvGrpSpPr>
          <p:cNvPr id="7" name="Group 6"/>
          <p:cNvGrpSpPr/>
          <p:nvPr/>
        </p:nvGrpSpPr>
        <p:grpSpPr>
          <a:xfrm>
            <a:off x="8303705" y="6209928"/>
            <a:ext cx="840295" cy="648072"/>
            <a:chOff x="-72008" y="1700808"/>
            <a:chExt cx="840295" cy="648072"/>
          </a:xfrm>
        </p:grpSpPr>
        <p:sp>
          <p:nvSpPr>
            <p:cNvPr id="8" name="Oval 7"/>
            <p:cNvSpPr/>
            <p:nvPr/>
          </p:nvSpPr>
          <p:spPr>
            <a:xfrm>
              <a:off x="0" y="1700808"/>
              <a:ext cx="683568" cy="648072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2000" dirty="0"/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-72008" y="1772816"/>
              <a:ext cx="840295" cy="52322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>
              <a:spAutoFit/>
            </a:bodyPr>
            <a:lstStyle/>
            <a:p>
              <a:r>
                <a:rPr lang="en-GB" sz="2800" dirty="0" smtClean="0"/>
                <a:t>RQ3</a:t>
              </a:r>
              <a:endParaRPr lang="en-GB" sz="2800" dirty="0"/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Pentagon 47"/>
          <p:cNvSpPr/>
          <p:nvPr/>
        </p:nvSpPr>
        <p:spPr>
          <a:xfrm flipH="1">
            <a:off x="4355976" y="6309320"/>
            <a:ext cx="4104456" cy="360040"/>
          </a:xfrm>
          <a:prstGeom prst="homePlat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dirty="0" smtClean="0"/>
              <a:t>How to model an unstructured business process while providing run-time flexibility?</a:t>
            </a:r>
            <a:endParaRPr lang="en-GB" sz="1400" dirty="0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0" y="228600"/>
            <a:ext cx="9144000" cy="990600"/>
          </a:xfrm>
        </p:spPr>
        <p:txBody>
          <a:bodyPr>
            <a:normAutofit/>
          </a:bodyPr>
          <a:lstStyle/>
          <a:p>
            <a:r>
              <a:rPr lang="en-GB" sz="2800" dirty="0" smtClean="0"/>
              <a:t>Representational Requirement for Unstructured Business Process</a:t>
            </a:r>
            <a:endParaRPr lang="en-GB" sz="2800" dirty="0"/>
          </a:p>
        </p:txBody>
      </p:sp>
      <p:graphicFrame>
        <p:nvGraphicFramePr>
          <p:cNvPr id="13" name="Diagram 12"/>
          <p:cNvGraphicFramePr/>
          <p:nvPr/>
        </p:nvGraphicFramePr>
        <p:xfrm>
          <a:off x="0" y="1556792"/>
          <a:ext cx="7056784" cy="504056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pSp>
        <p:nvGrpSpPr>
          <p:cNvPr id="23" name="Group 22"/>
          <p:cNvGrpSpPr/>
          <p:nvPr/>
        </p:nvGrpSpPr>
        <p:grpSpPr>
          <a:xfrm>
            <a:off x="9144000" y="1196752"/>
            <a:ext cx="3600400" cy="2304256"/>
            <a:chOff x="827584" y="2996952"/>
            <a:chExt cx="3888432" cy="2448272"/>
          </a:xfrm>
        </p:grpSpPr>
        <p:sp>
          <p:nvSpPr>
            <p:cNvPr id="24" name="Rounded Rectangle 23"/>
            <p:cNvSpPr/>
            <p:nvPr/>
          </p:nvSpPr>
          <p:spPr>
            <a:xfrm>
              <a:off x="827584" y="2996952"/>
              <a:ext cx="3888432" cy="288032"/>
            </a:xfrm>
            <a:prstGeom prst="round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 smtClean="0"/>
                <a:t> Ordered and Unordered Activities</a:t>
              </a:r>
              <a:endParaRPr lang="en-GB" dirty="0"/>
            </a:p>
          </p:txBody>
        </p:sp>
        <p:sp>
          <p:nvSpPr>
            <p:cNvPr id="25" name="Rounded Rectangle 24"/>
            <p:cNvSpPr/>
            <p:nvPr/>
          </p:nvSpPr>
          <p:spPr>
            <a:xfrm>
              <a:off x="827584" y="3356992"/>
              <a:ext cx="3888432" cy="288032"/>
            </a:xfrm>
            <a:prstGeom prst="round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 smtClean="0"/>
                <a:t>Optional and Required Activities</a:t>
              </a:r>
              <a:endParaRPr lang="en-GB" dirty="0"/>
            </a:p>
          </p:txBody>
        </p:sp>
        <p:sp>
          <p:nvSpPr>
            <p:cNvPr id="26" name="Rounded Rectangle 25"/>
            <p:cNvSpPr/>
            <p:nvPr/>
          </p:nvSpPr>
          <p:spPr>
            <a:xfrm>
              <a:off x="827584" y="3717032"/>
              <a:ext cx="3888432" cy="288032"/>
            </a:xfrm>
            <a:prstGeom prst="round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 smtClean="0"/>
                <a:t> Re-execute and Undo Activities</a:t>
              </a:r>
              <a:endParaRPr lang="en-GB" dirty="0"/>
            </a:p>
          </p:txBody>
        </p:sp>
        <p:sp>
          <p:nvSpPr>
            <p:cNvPr id="27" name="Rounded Rectangle 26"/>
            <p:cNvSpPr/>
            <p:nvPr/>
          </p:nvSpPr>
          <p:spPr>
            <a:xfrm>
              <a:off x="827584" y="4077072"/>
              <a:ext cx="3888432" cy="288032"/>
            </a:xfrm>
            <a:prstGeom prst="round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 smtClean="0"/>
                <a:t>Varying Levels of Granularity</a:t>
              </a:r>
              <a:endParaRPr lang="en-GB" dirty="0"/>
            </a:p>
          </p:txBody>
        </p:sp>
        <p:sp>
          <p:nvSpPr>
            <p:cNvPr id="28" name="Rounded Rectangle 27"/>
            <p:cNvSpPr/>
            <p:nvPr/>
          </p:nvSpPr>
          <p:spPr>
            <a:xfrm>
              <a:off x="827584" y="4437112"/>
              <a:ext cx="3888432" cy="288032"/>
            </a:xfrm>
            <a:prstGeom prst="round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 smtClean="0"/>
                <a:t>Collaboration Among Activities</a:t>
              </a:r>
              <a:endParaRPr lang="en-GB" dirty="0"/>
            </a:p>
          </p:txBody>
        </p:sp>
        <p:sp>
          <p:nvSpPr>
            <p:cNvPr id="29" name="Rounded Rectangle 28"/>
            <p:cNvSpPr/>
            <p:nvPr/>
          </p:nvSpPr>
          <p:spPr>
            <a:xfrm>
              <a:off x="827584" y="4797152"/>
              <a:ext cx="3888432" cy="288032"/>
            </a:xfrm>
            <a:prstGeom prst="round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 smtClean="0"/>
                <a:t> Process and Data Alignment</a:t>
              </a:r>
              <a:endParaRPr lang="en-GB" dirty="0"/>
            </a:p>
          </p:txBody>
        </p:sp>
        <p:sp>
          <p:nvSpPr>
            <p:cNvPr id="30" name="Rounded Rectangle 29"/>
            <p:cNvSpPr/>
            <p:nvPr/>
          </p:nvSpPr>
          <p:spPr>
            <a:xfrm>
              <a:off x="827584" y="5157192"/>
              <a:ext cx="3888432" cy="288032"/>
            </a:xfrm>
            <a:prstGeom prst="round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 smtClean="0"/>
                <a:t>Process/Activity Call</a:t>
              </a:r>
              <a:endParaRPr lang="en-GB" dirty="0"/>
            </a:p>
          </p:txBody>
        </p:sp>
      </p:grpSp>
      <p:grpSp>
        <p:nvGrpSpPr>
          <p:cNvPr id="31" name="Group 30"/>
          <p:cNvGrpSpPr/>
          <p:nvPr/>
        </p:nvGrpSpPr>
        <p:grpSpPr>
          <a:xfrm>
            <a:off x="9144000" y="4653136"/>
            <a:ext cx="2520281" cy="1008112"/>
            <a:chOff x="5652120" y="2564904"/>
            <a:chExt cx="2520281" cy="1008112"/>
          </a:xfrm>
        </p:grpSpPr>
        <p:sp>
          <p:nvSpPr>
            <p:cNvPr id="32" name="Rounded Rectangle 31"/>
            <p:cNvSpPr/>
            <p:nvPr/>
          </p:nvSpPr>
          <p:spPr>
            <a:xfrm>
              <a:off x="5652120" y="2564904"/>
              <a:ext cx="2483768" cy="288032"/>
            </a:xfrm>
            <a:prstGeom prst="round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 smtClean="0"/>
                <a:t> Data Representation</a:t>
              </a:r>
              <a:endParaRPr lang="en-GB" dirty="0"/>
            </a:p>
          </p:txBody>
        </p:sp>
        <p:sp>
          <p:nvSpPr>
            <p:cNvPr id="33" name="Rounded Rectangle 32"/>
            <p:cNvSpPr/>
            <p:nvPr/>
          </p:nvSpPr>
          <p:spPr>
            <a:xfrm>
              <a:off x="5652121" y="2924944"/>
              <a:ext cx="2520280" cy="288032"/>
            </a:xfrm>
            <a:prstGeom prst="round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 smtClean="0"/>
                <a:t>Data Versioning</a:t>
              </a:r>
              <a:endParaRPr lang="en-GB" dirty="0"/>
            </a:p>
          </p:txBody>
        </p:sp>
        <p:sp>
          <p:nvSpPr>
            <p:cNvPr id="34" name="Rounded Rectangle 33"/>
            <p:cNvSpPr/>
            <p:nvPr/>
          </p:nvSpPr>
          <p:spPr>
            <a:xfrm>
              <a:off x="5652121" y="3284984"/>
              <a:ext cx="2520280" cy="288032"/>
            </a:xfrm>
            <a:prstGeom prst="round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 smtClean="0"/>
                <a:t> Data Authorization</a:t>
              </a:r>
              <a:endParaRPr lang="en-GB" dirty="0"/>
            </a:p>
          </p:txBody>
        </p:sp>
      </p:grpSp>
      <p:sp>
        <p:nvSpPr>
          <p:cNvPr id="35" name="Rounded Rectangle 34"/>
          <p:cNvSpPr/>
          <p:nvPr/>
        </p:nvSpPr>
        <p:spPr>
          <a:xfrm>
            <a:off x="-2767626" y="5445224"/>
            <a:ext cx="2767626" cy="288032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 smtClean="0"/>
              <a:t> Goals Definition</a:t>
            </a:r>
            <a:endParaRPr lang="en-GB" dirty="0"/>
          </a:p>
        </p:txBody>
      </p:sp>
      <p:sp>
        <p:nvSpPr>
          <p:cNvPr id="36" name="Rounded Rectangle 35"/>
          <p:cNvSpPr/>
          <p:nvPr/>
        </p:nvSpPr>
        <p:spPr>
          <a:xfrm>
            <a:off x="-2767626" y="6165304"/>
            <a:ext cx="2767626" cy="288032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 smtClean="0"/>
              <a:t>Business Rules Definition</a:t>
            </a:r>
            <a:endParaRPr lang="en-GB" dirty="0"/>
          </a:p>
        </p:txBody>
      </p:sp>
      <p:grpSp>
        <p:nvGrpSpPr>
          <p:cNvPr id="37" name="Group 36"/>
          <p:cNvGrpSpPr/>
          <p:nvPr/>
        </p:nvGrpSpPr>
        <p:grpSpPr>
          <a:xfrm>
            <a:off x="-2736304" y="2708920"/>
            <a:ext cx="2736304" cy="1287673"/>
            <a:chOff x="1760808" y="2996952"/>
            <a:chExt cx="2955208" cy="1368154"/>
          </a:xfrm>
        </p:grpSpPr>
        <p:sp>
          <p:nvSpPr>
            <p:cNvPr id="38" name="Rounded Rectangle 37"/>
            <p:cNvSpPr/>
            <p:nvPr/>
          </p:nvSpPr>
          <p:spPr>
            <a:xfrm>
              <a:off x="1760808" y="2996952"/>
              <a:ext cx="2955208" cy="306034"/>
            </a:xfrm>
            <a:prstGeom prst="round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 smtClean="0"/>
                <a:t> Role Assignment</a:t>
              </a:r>
              <a:endParaRPr lang="en-GB" dirty="0"/>
            </a:p>
          </p:txBody>
        </p:sp>
        <p:sp>
          <p:nvSpPr>
            <p:cNvPr id="39" name="Rounded Rectangle 38"/>
            <p:cNvSpPr/>
            <p:nvPr/>
          </p:nvSpPr>
          <p:spPr>
            <a:xfrm>
              <a:off x="1760808" y="3379497"/>
              <a:ext cx="2955208" cy="265530"/>
            </a:xfrm>
            <a:prstGeom prst="round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 smtClean="0"/>
                <a:t>Capture Decisions</a:t>
              </a:r>
              <a:endParaRPr lang="en-GB" dirty="0"/>
            </a:p>
          </p:txBody>
        </p:sp>
        <p:sp>
          <p:nvSpPr>
            <p:cNvPr id="40" name="Rounded Rectangle 39"/>
            <p:cNvSpPr/>
            <p:nvPr/>
          </p:nvSpPr>
          <p:spPr>
            <a:xfrm>
              <a:off x="1760808" y="3685530"/>
              <a:ext cx="2955208" cy="306034"/>
            </a:xfrm>
            <a:prstGeom prst="round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 smtClean="0"/>
                <a:t>Capture Social Network</a:t>
              </a:r>
              <a:endParaRPr lang="en-GB" dirty="0"/>
            </a:p>
          </p:txBody>
        </p:sp>
        <p:sp>
          <p:nvSpPr>
            <p:cNvPr id="41" name="Rounded Rectangle 40"/>
            <p:cNvSpPr/>
            <p:nvPr/>
          </p:nvSpPr>
          <p:spPr>
            <a:xfrm>
              <a:off x="1760808" y="4068072"/>
              <a:ext cx="2955208" cy="297034"/>
            </a:xfrm>
            <a:prstGeom prst="round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 smtClean="0"/>
                <a:t>Dynamic Task Assignment</a:t>
              </a:r>
              <a:endParaRPr lang="en-GB" dirty="0"/>
            </a:p>
          </p:txBody>
        </p:sp>
      </p:grpSp>
      <p:grpSp>
        <p:nvGrpSpPr>
          <p:cNvPr id="42" name="Group 41"/>
          <p:cNvGrpSpPr/>
          <p:nvPr/>
        </p:nvGrpSpPr>
        <p:grpSpPr>
          <a:xfrm>
            <a:off x="-2808311" y="1484784"/>
            <a:ext cx="2808311" cy="648072"/>
            <a:chOff x="5652120" y="2564904"/>
            <a:chExt cx="2520280" cy="648072"/>
          </a:xfrm>
        </p:grpSpPr>
        <p:sp>
          <p:nvSpPr>
            <p:cNvPr id="43" name="Rounded Rectangle 42"/>
            <p:cNvSpPr/>
            <p:nvPr/>
          </p:nvSpPr>
          <p:spPr>
            <a:xfrm>
              <a:off x="5652120" y="2564904"/>
              <a:ext cx="2483768" cy="288032"/>
            </a:xfrm>
            <a:prstGeom prst="round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 smtClean="0"/>
                <a:t> Capture Real-time Events</a:t>
              </a:r>
              <a:endParaRPr lang="en-GB" dirty="0"/>
            </a:p>
          </p:txBody>
        </p:sp>
        <p:sp>
          <p:nvSpPr>
            <p:cNvPr id="44" name="Rounded Rectangle 43"/>
            <p:cNvSpPr/>
            <p:nvPr/>
          </p:nvSpPr>
          <p:spPr>
            <a:xfrm>
              <a:off x="5652120" y="2924944"/>
              <a:ext cx="2520280" cy="288032"/>
            </a:xfrm>
            <a:prstGeom prst="round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 smtClean="0"/>
                <a:t>Capture Conditions</a:t>
              </a:r>
              <a:endParaRPr lang="en-GB" dirty="0"/>
            </a:p>
          </p:txBody>
        </p:sp>
      </p:grpSp>
      <p:grpSp>
        <p:nvGrpSpPr>
          <p:cNvPr id="45" name="Group 44"/>
          <p:cNvGrpSpPr/>
          <p:nvPr/>
        </p:nvGrpSpPr>
        <p:grpSpPr>
          <a:xfrm>
            <a:off x="8303705" y="6209928"/>
            <a:ext cx="840295" cy="648072"/>
            <a:chOff x="-72008" y="1700808"/>
            <a:chExt cx="840295" cy="648072"/>
          </a:xfrm>
        </p:grpSpPr>
        <p:sp>
          <p:nvSpPr>
            <p:cNvPr id="46" name="Oval 45"/>
            <p:cNvSpPr/>
            <p:nvPr/>
          </p:nvSpPr>
          <p:spPr>
            <a:xfrm>
              <a:off x="0" y="1700808"/>
              <a:ext cx="683568" cy="648072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2000" dirty="0"/>
            </a:p>
          </p:txBody>
        </p:sp>
        <p:sp>
          <p:nvSpPr>
            <p:cNvPr id="47" name="TextBox 46"/>
            <p:cNvSpPr txBox="1"/>
            <p:nvPr/>
          </p:nvSpPr>
          <p:spPr>
            <a:xfrm>
              <a:off x="-72008" y="1772816"/>
              <a:ext cx="840295" cy="52322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>
              <a:spAutoFit/>
            </a:bodyPr>
            <a:lstStyle/>
            <a:p>
              <a:r>
                <a:rPr lang="en-GB" sz="2800" dirty="0" smtClean="0"/>
                <a:t>RQ4</a:t>
              </a:r>
              <a:endParaRPr lang="en-GB" sz="2800" dirty="0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5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5E-6 4.68208E-6 L -0.37396 0.00023 " pathEditMode="relative" rAng="0" ptsTypes="AA">
                                      <p:cBhvr>
                                        <p:cTn id="6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87" y="0"/>
                                    </p:animMotion>
                                  </p:childTnLst>
                                </p:cTn>
                              </p:par>
                              <p:par>
                                <p:cTn id="7" presetID="35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77778E-6 -2.65896E-6 L -0.35434 0.00023 " pathEditMode="relative" rAng="0" ptsTypes="AA">
                                      <p:cBhvr>
                                        <p:cTn id="8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77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3" presetClass="exit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12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2" presetClass="exit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5" dur="1000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" presetID="63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 L 0.25 0  E" pathEditMode="relative" ptsTypes="">
                                      <p:cBhvr>
                                        <p:cTn id="19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0" presetID="3" presetClass="exit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21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63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72222E-6 -3.93064E-6 L 0.56459 -3.93064E-6 " pathEditMode="relative" rAng="0" ptsTypes="AA">
                                      <p:cBhvr>
                                        <p:cTn id="26" dur="1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82" y="0"/>
                                    </p:animMotion>
                                  </p:childTnLst>
                                </p:cTn>
                              </p:par>
                              <p:par>
                                <p:cTn id="27" presetID="63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72222E-6 -2.83237E-6 L 0.39132 0.00023 " pathEditMode="relative" rAng="0" ptsTypes="AA">
                                      <p:cBhvr>
                                        <p:cTn id="28" dur="1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96" y="0"/>
                                    </p:animMotion>
                                  </p:childTnLst>
                                </p:cTn>
                              </p:par>
                              <p:par>
                                <p:cTn id="29" presetID="63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77778E-6 -3.69942E-6 L 0.37396 0.0007 " pathEditMode="relative" rAng="0" ptsTypes="AA">
                                      <p:cBhvr>
                                        <p:cTn id="30" dur="1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87" y="0"/>
                                    </p:animMotion>
                                  </p:childTnLst>
                                </p:cTn>
                              </p:par>
                              <p:par>
                                <p:cTn id="31" presetID="63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22222E-6 -2.60116E-6 L 0.57465 -0.00508 " pathEditMode="relative" rAng="0" ptsTypes="AA">
                                      <p:cBhvr>
                                        <p:cTn id="32" dur="10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87" y="-3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8" grpId="0" animBg="1"/>
      <p:bldGraphic spid="13" grpId="0">
        <p:bldAsOne/>
      </p:bldGraphic>
      <p:bldP spid="35" grpId="0" animBg="1"/>
      <p:bldP spid="36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dirty="0" smtClean="0"/>
              <a:t>BPMN Plus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179512" y="1628800"/>
            <a:ext cx="4824536" cy="4937760"/>
          </a:xfrm>
        </p:spPr>
        <p:txBody>
          <a:bodyPr>
            <a:normAutofit/>
          </a:bodyPr>
          <a:lstStyle/>
          <a:p>
            <a:r>
              <a:rPr lang="en-GB" dirty="0" smtClean="0"/>
              <a:t>Extension to BPMN standard</a:t>
            </a:r>
          </a:p>
          <a:p>
            <a:pPr lvl="1"/>
            <a:r>
              <a:rPr lang="en-GB" dirty="0" smtClean="0"/>
              <a:t>Introduced n</a:t>
            </a:r>
            <a:r>
              <a:rPr lang="en-GB" dirty="0" smtClean="0">
                <a:solidFill>
                  <a:schemeClr val="tx1"/>
                </a:solidFill>
              </a:rPr>
              <a:t>ew concepts and constructs </a:t>
            </a:r>
          </a:p>
          <a:p>
            <a:pPr lvl="1"/>
            <a:r>
              <a:rPr lang="en-GB" dirty="0" smtClean="0">
                <a:solidFill>
                  <a:schemeClr val="tx1"/>
                </a:solidFill>
              </a:rPr>
              <a:t>Aligned new concepts classes to existing classes </a:t>
            </a:r>
          </a:p>
          <a:p>
            <a:pPr lvl="1"/>
            <a:r>
              <a:rPr lang="en-GB" dirty="0" smtClean="0">
                <a:solidFill>
                  <a:schemeClr val="tx1"/>
                </a:solidFill>
              </a:rPr>
              <a:t>Modified the relationship among abstract-syntax </a:t>
            </a:r>
          </a:p>
          <a:p>
            <a:pPr lvl="1">
              <a:buNone/>
            </a:pPr>
            <a:r>
              <a:rPr lang="en-GB" dirty="0" smtClean="0">
                <a:solidFill>
                  <a:schemeClr val="tx1"/>
                </a:solidFill>
              </a:rPr>
              <a:t>   classes and inherited classes</a:t>
            </a:r>
          </a:p>
          <a:p>
            <a:pPr lvl="1"/>
            <a:endParaRPr lang="en-GB" dirty="0" smtClean="0"/>
          </a:p>
          <a:p>
            <a:endParaRPr lang="en-GB" dirty="0"/>
          </a:p>
        </p:txBody>
      </p:sp>
      <p:pic>
        <p:nvPicPr>
          <p:cNvPr id="6" name="Picture 5" descr="coreBPMN.JP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4734124" y="1628800"/>
            <a:ext cx="4409876" cy="4235227"/>
          </a:xfrm>
          <a:prstGeom prst="rect">
            <a:avLst/>
          </a:prstGeom>
        </p:spPr>
      </p:pic>
      <p:grpSp>
        <p:nvGrpSpPr>
          <p:cNvPr id="7" name="Group 6"/>
          <p:cNvGrpSpPr/>
          <p:nvPr/>
        </p:nvGrpSpPr>
        <p:grpSpPr>
          <a:xfrm>
            <a:off x="8303705" y="6209928"/>
            <a:ext cx="840295" cy="648072"/>
            <a:chOff x="-72008" y="1700808"/>
            <a:chExt cx="840295" cy="648072"/>
          </a:xfrm>
        </p:grpSpPr>
        <p:sp>
          <p:nvSpPr>
            <p:cNvPr id="8" name="Oval 7"/>
            <p:cNvSpPr/>
            <p:nvPr/>
          </p:nvSpPr>
          <p:spPr>
            <a:xfrm>
              <a:off x="0" y="1700808"/>
              <a:ext cx="683568" cy="648072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2000" dirty="0"/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-72008" y="1772816"/>
              <a:ext cx="840295" cy="52322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>
              <a:spAutoFit/>
            </a:bodyPr>
            <a:lstStyle/>
            <a:p>
              <a:r>
                <a:rPr lang="en-GB" sz="2800" dirty="0" smtClean="0"/>
                <a:t>RQ4</a:t>
              </a:r>
              <a:endParaRPr lang="en-GB" sz="2800" dirty="0"/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dirty="0" smtClean="0"/>
              <a:t>BPMN Plus</a:t>
            </a:r>
            <a:br>
              <a:rPr lang="en-GB" dirty="0" smtClean="0"/>
            </a:br>
            <a:r>
              <a:rPr lang="en-GB" sz="3100" dirty="0" smtClean="0"/>
              <a:t> Concepts</a:t>
            </a:r>
            <a:endParaRPr lang="en-GB" dirty="0"/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sz="quarter" idx="1"/>
          </p:nvPr>
        </p:nvGraphicFramePr>
        <p:xfrm>
          <a:off x="395536" y="1844824"/>
          <a:ext cx="8298631" cy="425117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grpSp>
        <p:nvGrpSpPr>
          <p:cNvPr id="5" name="Group 4"/>
          <p:cNvGrpSpPr/>
          <p:nvPr/>
        </p:nvGrpSpPr>
        <p:grpSpPr>
          <a:xfrm>
            <a:off x="8303705" y="6209928"/>
            <a:ext cx="840295" cy="648072"/>
            <a:chOff x="-72008" y="1700808"/>
            <a:chExt cx="840295" cy="648072"/>
          </a:xfrm>
        </p:grpSpPr>
        <p:sp>
          <p:nvSpPr>
            <p:cNvPr id="6" name="Oval 5"/>
            <p:cNvSpPr/>
            <p:nvPr/>
          </p:nvSpPr>
          <p:spPr>
            <a:xfrm>
              <a:off x="0" y="1700808"/>
              <a:ext cx="683568" cy="648072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2000" dirty="0"/>
            </a:p>
          </p:txBody>
        </p:sp>
        <p:sp>
          <p:nvSpPr>
            <p:cNvPr id="7" name="TextBox 6"/>
            <p:cNvSpPr txBox="1"/>
            <p:nvPr/>
          </p:nvSpPr>
          <p:spPr>
            <a:xfrm>
              <a:off x="-72008" y="1772816"/>
              <a:ext cx="840295" cy="52322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>
              <a:spAutoFit/>
            </a:bodyPr>
            <a:lstStyle/>
            <a:p>
              <a:r>
                <a:rPr lang="en-GB" sz="2800" dirty="0" smtClean="0"/>
                <a:t>RQ4</a:t>
              </a:r>
              <a:endParaRPr lang="en-GB" sz="2800" dirty="0"/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dirty="0" smtClean="0"/>
              <a:t>BPMN Plus</a:t>
            </a:r>
            <a:br>
              <a:rPr lang="en-GB" dirty="0" smtClean="0"/>
            </a:br>
            <a:r>
              <a:rPr lang="en-GB" sz="3100" dirty="0" smtClean="0"/>
              <a:t>Process</a:t>
            </a:r>
            <a:endParaRPr lang="en-GB" dirty="0"/>
          </a:p>
        </p:txBody>
      </p:sp>
      <p:pic>
        <p:nvPicPr>
          <p:cNvPr id="5" name="Content Placeholder 4" descr="processBPMN.JPG"/>
          <p:cNvPicPr>
            <a:picLocks noGrp="1" noChangeAspect="1"/>
          </p:cNvPicPr>
          <p:nvPr>
            <p:ph sz="quarter" idx="1"/>
          </p:nvPr>
        </p:nvPicPr>
        <p:blipFill>
          <a:blip r:embed="rId2" cstate="print"/>
          <a:stretch>
            <a:fillRect/>
          </a:stretch>
        </p:blipFill>
        <p:spPr>
          <a:xfrm>
            <a:off x="3923929" y="1484783"/>
            <a:ext cx="5220072" cy="4637575"/>
          </a:xfrm>
        </p:spPr>
      </p:pic>
      <p:sp>
        <p:nvSpPr>
          <p:cNvPr id="6" name="Content Placeholder 2"/>
          <p:cNvSpPr txBox="1">
            <a:spLocks/>
          </p:cNvSpPr>
          <p:nvPr/>
        </p:nvSpPr>
        <p:spPr>
          <a:xfrm>
            <a:off x="0" y="1700808"/>
            <a:ext cx="3617984" cy="4495800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marL="320040" marR="0" lvl="0" indent="-320040" algn="l" defTabSz="914400" rtl="0" eaLnBrk="1" fontAlgn="auto" latinLnBrk="0" hangingPunct="1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chemeClr val="accent2"/>
              </a:buClr>
              <a:buSzPct val="60000"/>
              <a:buFont typeface="Wingdings"/>
              <a:buChar char=""/>
              <a:tabLst/>
              <a:defRPr/>
            </a:pPr>
            <a:r>
              <a:rPr kumimoji="0" lang="en-GB" sz="2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Each process has one associated goal</a:t>
            </a:r>
          </a:p>
          <a:p>
            <a:pPr marL="320040" marR="0" lvl="0" indent="-320040" algn="l" defTabSz="914400" rtl="0" eaLnBrk="1" fontAlgn="auto" latinLnBrk="0" hangingPunct="1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chemeClr val="accent2"/>
              </a:buClr>
              <a:buSzPct val="60000"/>
              <a:buFont typeface="Wingdings"/>
              <a:buChar char=""/>
              <a:tabLst/>
              <a:defRPr/>
            </a:pPr>
            <a:endParaRPr kumimoji="0" lang="en-GB" sz="29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graphicFrame>
        <p:nvGraphicFramePr>
          <p:cNvPr id="7" name="Content Placeholder 3"/>
          <p:cNvGraphicFramePr>
            <a:graphicFrameLocks/>
          </p:cNvGraphicFramePr>
          <p:nvPr/>
        </p:nvGraphicFramePr>
        <p:xfrm>
          <a:off x="0" y="5229200"/>
          <a:ext cx="5436096" cy="16288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dirty="0" smtClean="0"/>
              <a:t>BPMN Plus</a:t>
            </a:r>
            <a:br>
              <a:rPr lang="en-GB" dirty="0" smtClean="0"/>
            </a:br>
            <a:r>
              <a:rPr lang="en-GB" sz="3100" dirty="0" smtClean="0"/>
              <a:t>Activity</a:t>
            </a:r>
            <a:endParaRPr lang="en-GB" dirty="0"/>
          </a:p>
        </p:txBody>
      </p:sp>
      <p:graphicFrame>
        <p:nvGraphicFramePr>
          <p:cNvPr id="10" name="Content Placeholder 3"/>
          <p:cNvGraphicFramePr>
            <a:graphicFrameLocks/>
          </p:cNvGraphicFramePr>
          <p:nvPr/>
        </p:nvGraphicFramePr>
        <p:xfrm>
          <a:off x="0" y="5229200"/>
          <a:ext cx="5436096" cy="16288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9" name="Content Placeholder 8" descr="activityBPMN.JPG"/>
          <p:cNvPicPr>
            <a:picLocks noGrp="1" noChangeAspect="1"/>
          </p:cNvPicPr>
          <p:nvPr>
            <p:ph sz="quarter" idx="1"/>
          </p:nvPr>
        </p:nvPicPr>
        <p:blipFill>
          <a:blip r:embed="rId7" cstate="print"/>
          <a:stretch>
            <a:fillRect/>
          </a:stretch>
        </p:blipFill>
        <p:spPr>
          <a:xfrm>
            <a:off x="2498155" y="1700808"/>
            <a:ext cx="6645845" cy="4032448"/>
          </a:xfrm>
        </p:spPr>
      </p:pic>
      <p:sp>
        <p:nvSpPr>
          <p:cNvPr id="6" name="Content Placeholder 2"/>
          <p:cNvSpPr txBox="1">
            <a:spLocks/>
          </p:cNvSpPr>
          <p:nvPr/>
        </p:nvSpPr>
        <p:spPr>
          <a:xfrm>
            <a:off x="0" y="1772816"/>
            <a:ext cx="2771800" cy="4495800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marL="320040" marR="0" lvl="0" indent="-320040" algn="l" defTabSz="914400" rtl="0" eaLnBrk="1" fontAlgn="auto" latinLnBrk="0" hangingPunct="1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chemeClr val="accent2"/>
              </a:buClr>
              <a:buSzPct val="60000"/>
              <a:buFont typeface="Wingdings"/>
              <a:buChar char=""/>
              <a:tabLst/>
              <a:defRPr/>
            </a:pPr>
            <a:r>
              <a:rPr kumimoji="0" lang="en-GB" sz="2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New</a:t>
            </a:r>
            <a:r>
              <a:rPr kumimoji="0" lang="en-GB" sz="2400" b="0" i="0" u="none" strike="noStrike" kern="1200" cap="none" spc="0" normalizeH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types of activities</a:t>
            </a:r>
          </a:p>
          <a:p>
            <a:pPr marL="320040" marR="0" lvl="0" indent="-320040" algn="l" defTabSz="914400" rtl="0" eaLnBrk="1" fontAlgn="auto" latinLnBrk="0" hangingPunct="1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chemeClr val="accent2"/>
              </a:buClr>
              <a:buSzPct val="60000"/>
              <a:buFont typeface="Wingdings"/>
              <a:buChar char=""/>
              <a:tabLst/>
              <a:defRPr/>
            </a:pPr>
            <a:r>
              <a:rPr lang="en-GB" sz="2400" baseline="0" dirty="0" smtClean="0"/>
              <a:t>Each</a:t>
            </a:r>
            <a:r>
              <a:rPr lang="en-GB" sz="2400" dirty="0" smtClean="0"/>
              <a:t> subprocess can have one goal</a:t>
            </a:r>
          </a:p>
          <a:p>
            <a:pPr marL="320040" marR="0" lvl="0" indent="-320040" algn="l" defTabSz="914400" rtl="0" eaLnBrk="1" fontAlgn="auto" latinLnBrk="0" hangingPunct="1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chemeClr val="accent2"/>
              </a:buClr>
              <a:buSzPct val="60000"/>
              <a:buFont typeface="Wingdings"/>
              <a:buChar char=""/>
              <a:tabLst/>
              <a:defRPr/>
            </a:pPr>
            <a:endParaRPr kumimoji="0" lang="en-GB" sz="2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dirty="0" smtClean="0"/>
              <a:t>BPMN Plus</a:t>
            </a:r>
            <a:br>
              <a:rPr lang="en-GB" dirty="0" smtClean="0"/>
            </a:br>
            <a:r>
              <a:rPr lang="en-GB" sz="3100" dirty="0" smtClean="0"/>
              <a:t>Goal</a:t>
            </a:r>
            <a:endParaRPr lang="en-GB" dirty="0"/>
          </a:p>
        </p:txBody>
      </p:sp>
      <p:sp>
        <p:nvSpPr>
          <p:cNvPr id="6" name="Content Placeholder 2"/>
          <p:cNvSpPr txBox="1">
            <a:spLocks/>
          </p:cNvSpPr>
          <p:nvPr/>
        </p:nvSpPr>
        <p:spPr>
          <a:xfrm>
            <a:off x="0" y="1700808"/>
            <a:ext cx="3563888" cy="4495800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marL="320040" marR="0" lvl="0" indent="-320040" algn="l" defTabSz="914400" rtl="0" eaLnBrk="1" fontAlgn="auto" latinLnBrk="0" hangingPunct="1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chemeClr val="accent2"/>
              </a:buClr>
              <a:buSzPct val="60000"/>
              <a:buFont typeface="Wingdings"/>
              <a:buChar char=""/>
              <a:tabLst/>
              <a:defRPr/>
            </a:pPr>
            <a:r>
              <a:rPr kumimoji="0" lang="en-GB" sz="2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Goal define the purpose of process</a:t>
            </a:r>
          </a:p>
          <a:p>
            <a:pPr marL="320040" marR="0" lvl="0" indent="-320040" algn="l" defTabSz="914400" rtl="0" eaLnBrk="1" fontAlgn="auto" latinLnBrk="0" hangingPunct="1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chemeClr val="accent2"/>
              </a:buClr>
              <a:buSzPct val="60000"/>
              <a:buFont typeface="Wingdings"/>
              <a:buChar char=""/>
              <a:tabLst/>
              <a:defRPr/>
            </a:pPr>
            <a:r>
              <a:rPr lang="en-GB" sz="2400" dirty="0" smtClean="0"/>
              <a:t>Each process has one goal</a:t>
            </a:r>
          </a:p>
          <a:p>
            <a:pPr marL="320040" marR="0" lvl="0" indent="-320040" algn="l" defTabSz="914400" rtl="0" eaLnBrk="1" fontAlgn="auto" latinLnBrk="0" hangingPunct="1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chemeClr val="accent2"/>
              </a:buClr>
              <a:buSzPct val="60000"/>
              <a:buFont typeface="Wingdings"/>
              <a:buChar char=""/>
              <a:tabLst/>
              <a:defRPr/>
            </a:pPr>
            <a:r>
              <a:rPr lang="en-GB" sz="2400" dirty="0" smtClean="0"/>
              <a:t>A single goal can be associated to number of sub-processes</a:t>
            </a:r>
          </a:p>
          <a:p>
            <a:pPr marL="320040" marR="0" lvl="0" indent="-320040" algn="l" defTabSz="914400" rtl="0" eaLnBrk="1" fontAlgn="auto" latinLnBrk="0" hangingPunct="1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chemeClr val="accent2"/>
              </a:buClr>
              <a:buSzPct val="60000"/>
              <a:buFont typeface="Wingdings"/>
              <a:buChar char=""/>
              <a:tabLst/>
              <a:defRPr/>
            </a:pPr>
            <a:endParaRPr kumimoji="0" lang="en-GB" sz="2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graphicFrame>
        <p:nvGraphicFramePr>
          <p:cNvPr id="10" name="Content Placeholder 3"/>
          <p:cNvGraphicFramePr>
            <a:graphicFrameLocks/>
          </p:cNvGraphicFramePr>
          <p:nvPr/>
        </p:nvGraphicFramePr>
        <p:xfrm>
          <a:off x="0" y="5229200"/>
          <a:ext cx="5436096" cy="16288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9" name="Content Placeholder 8" descr="goalBPMN.JPG"/>
          <p:cNvPicPr>
            <a:picLocks noGrp="1" noChangeAspect="1"/>
          </p:cNvPicPr>
          <p:nvPr>
            <p:ph sz="quarter" idx="1"/>
          </p:nvPr>
        </p:nvPicPr>
        <p:blipFill>
          <a:blip r:embed="rId7" cstate="print"/>
          <a:stretch>
            <a:fillRect/>
          </a:stretch>
        </p:blipFill>
        <p:spPr>
          <a:xfrm>
            <a:off x="4463480" y="1628800"/>
            <a:ext cx="4680520" cy="3501807"/>
          </a:xfr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dirty="0" smtClean="0"/>
              <a:t>BPMN Plus</a:t>
            </a:r>
            <a:br>
              <a:rPr lang="en-GB" dirty="0" smtClean="0"/>
            </a:br>
            <a:r>
              <a:rPr lang="en-GB" sz="3100" dirty="0" smtClean="0"/>
              <a:t>Data</a:t>
            </a:r>
            <a:endParaRPr lang="en-GB" dirty="0"/>
          </a:p>
        </p:txBody>
      </p:sp>
      <p:graphicFrame>
        <p:nvGraphicFramePr>
          <p:cNvPr id="10" name="Content Placeholder 3"/>
          <p:cNvGraphicFramePr>
            <a:graphicFrameLocks/>
          </p:cNvGraphicFramePr>
          <p:nvPr/>
        </p:nvGraphicFramePr>
        <p:xfrm>
          <a:off x="0" y="5229200"/>
          <a:ext cx="5436096" cy="16288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8" name="Content Placeholder 7" descr="dataBPMN.JPG"/>
          <p:cNvPicPr>
            <a:picLocks noGrp="1" noChangeAspect="1"/>
          </p:cNvPicPr>
          <p:nvPr>
            <p:ph sz="quarter" idx="1"/>
          </p:nvPr>
        </p:nvPicPr>
        <p:blipFill>
          <a:blip r:embed="rId7" cstate="print"/>
          <a:stretch>
            <a:fillRect/>
          </a:stretch>
        </p:blipFill>
        <p:spPr>
          <a:xfrm>
            <a:off x="1645037" y="2204864"/>
            <a:ext cx="7498963" cy="3168352"/>
          </a:xfrm>
        </p:spPr>
      </p:pic>
      <p:sp>
        <p:nvSpPr>
          <p:cNvPr id="6" name="Content Placeholder 2"/>
          <p:cNvSpPr txBox="1">
            <a:spLocks/>
          </p:cNvSpPr>
          <p:nvPr/>
        </p:nvSpPr>
        <p:spPr>
          <a:xfrm>
            <a:off x="0" y="1628800"/>
            <a:ext cx="3419872" cy="4495800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marL="320040" marR="0" lvl="0" indent="-320040" algn="l" defTabSz="914400" rtl="0" eaLnBrk="1" fontAlgn="auto" latinLnBrk="0" hangingPunct="1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chemeClr val="accent2"/>
              </a:buClr>
              <a:buSzPct val="60000"/>
              <a:buFont typeface="Wingdings"/>
              <a:buChar char=""/>
              <a:tabLst/>
              <a:defRPr/>
            </a:pPr>
            <a:r>
              <a:rPr kumimoji="0" lang="en-GB" sz="2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Business rule is introduced as data item</a:t>
            </a:r>
            <a:endParaRPr lang="en-GB" sz="2400" dirty="0" smtClean="0"/>
          </a:p>
          <a:p>
            <a:pPr marL="320040" marR="0" lvl="0" indent="-320040" algn="l" defTabSz="914400" rtl="0" eaLnBrk="1" fontAlgn="auto" latinLnBrk="0" hangingPunct="1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chemeClr val="accent2"/>
              </a:buClr>
              <a:buSzPct val="60000"/>
              <a:buFont typeface="Wingdings"/>
              <a:buChar char=""/>
              <a:tabLst/>
              <a:defRPr/>
            </a:pPr>
            <a:endParaRPr kumimoji="0" lang="en-GB" sz="2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Content Placeholder 13" descr="roleBPMN.JPG"/>
          <p:cNvPicPr>
            <a:picLocks noGrp="1" noChangeAspect="1"/>
          </p:cNvPicPr>
          <p:nvPr>
            <p:ph sz="quarter" idx="1"/>
          </p:nvPr>
        </p:nvPicPr>
        <p:blipFill>
          <a:blip r:embed="rId2" cstate="print"/>
          <a:stretch>
            <a:fillRect/>
          </a:stretch>
        </p:blipFill>
        <p:spPr>
          <a:xfrm>
            <a:off x="2771800" y="2132856"/>
            <a:ext cx="6372200" cy="4392488"/>
          </a:xfr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dirty="0" smtClean="0"/>
              <a:t>BPMN Plus</a:t>
            </a:r>
            <a:br>
              <a:rPr lang="en-GB" dirty="0" smtClean="0"/>
            </a:br>
            <a:r>
              <a:rPr lang="en-GB" sz="3100" dirty="0" smtClean="0"/>
              <a:t>Performer</a:t>
            </a:r>
            <a:endParaRPr lang="en-GB" dirty="0"/>
          </a:p>
        </p:txBody>
      </p:sp>
      <p:sp>
        <p:nvSpPr>
          <p:cNvPr id="6" name="Content Placeholder 2"/>
          <p:cNvSpPr txBox="1">
            <a:spLocks/>
          </p:cNvSpPr>
          <p:nvPr/>
        </p:nvSpPr>
        <p:spPr>
          <a:xfrm>
            <a:off x="0" y="1628800"/>
            <a:ext cx="3419872" cy="4495800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marL="320040" marR="0" lvl="0" indent="-320040" algn="l" defTabSz="914400" rtl="0" eaLnBrk="1" fontAlgn="auto" latinLnBrk="0" hangingPunct="1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chemeClr val="accent2"/>
              </a:buClr>
              <a:buSzPct val="60000"/>
              <a:buFont typeface="Wingdings"/>
              <a:buChar char=""/>
              <a:tabLst/>
              <a:defRPr/>
            </a:pPr>
            <a:r>
              <a:rPr kumimoji="0" lang="en-GB" sz="2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Each performer can</a:t>
            </a:r>
            <a:r>
              <a:rPr kumimoji="0" lang="en-GB" sz="2400" b="0" i="0" u="none" strike="noStrike" kern="1200" cap="none" spc="0" normalizeH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have one or more roles</a:t>
            </a:r>
            <a:endParaRPr lang="en-GB" sz="2400" dirty="0" smtClean="0"/>
          </a:p>
          <a:p>
            <a:pPr marL="320040" marR="0" lvl="0" indent="-320040" algn="l" defTabSz="914400" rtl="0" eaLnBrk="1" fontAlgn="auto" latinLnBrk="0" hangingPunct="1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chemeClr val="accent2"/>
              </a:buClr>
              <a:buSzPct val="60000"/>
              <a:buFont typeface="Wingdings"/>
              <a:buChar char=""/>
              <a:tabLst/>
              <a:defRPr/>
            </a:pPr>
            <a:endParaRPr kumimoji="0" lang="en-GB" sz="2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graphicFrame>
        <p:nvGraphicFramePr>
          <p:cNvPr id="10" name="Content Placeholder 3"/>
          <p:cNvGraphicFramePr>
            <a:graphicFrameLocks/>
          </p:cNvGraphicFramePr>
          <p:nvPr/>
        </p:nvGraphicFramePr>
        <p:xfrm>
          <a:off x="0" y="5229200"/>
          <a:ext cx="5436096" cy="16288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Content Placeholder 7" descr="eventBPMN.JPG"/>
          <p:cNvPicPr>
            <a:picLocks noGrp="1" noChangeAspect="1"/>
          </p:cNvPicPr>
          <p:nvPr>
            <p:ph sz="quarter" idx="1"/>
          </p:nvPr>
        </p:nvPicPr>
        <p:blipFill>
          <a:blip r:embed="rId2" cstate="print"/>
          <a:stretch>
            <a:fillRect/>
          </a:stretch>
        </p:blipFill>
        <p:spPr>
          <a:xfrm>
            <a:off x="2992533" y="1484784"/>
            <a:ext cx="6151467" cy="4536504"/>
          </a:xfr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dirty="0" smtClean="0"/>
              <a:t>BPMN Plus</a:t>
            </a:r>
            <a:br>
              <a:rPr lang="en-GB" dirty="0" smtClean="0"/>
            </a:br>
            <a:r>
              <a:rPr lang="en-GB" sz="3100" dirty="0" smtClean="0"/>
              <a:t>Event</a:t>
            </a:r>
            <a:endParaRPr lang="en-GB" dirty="0"/>
          </a:p>
        </p:txBody>
      </p:sp>
      <p:sp>
        <p:nvSpPr>
          <p:cNvPr id="6" name="Content Placeholder 2"/>
          <p:cNvSpPr txBox="1">
            <a:spLocks/>
          </p:cNvSpPr>
          <p:nvPr/>
        </p:nvSpPr>
        <p:spPr>
          <a:xfrm>
            <a:off x="0" y="1772816"/>
            <a:ext cx="3707904" cy="4495800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marL="320040" marR="0" lvl="0" indent="-320040" algn="l" defTabSz="914400" rtl="0" eaLnBrk="1" fontAlgn="auto" latinLnBrk="0" hangingPunct="1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chemeClr val="accent2"/>
              </a:buClr>
              <a:buSzPct val="60000"/>
              <a:buFont typeface="Wingdings"/>
              <a:buChar char=""/>
              <a:tabLst/>
              <a:defRPr/>
            </a:pPr>
            <a:r>
              <a:rPr lang="en-GB" sz="2400" dirty="0" smtClean="0"/>
              <a:t>To avoid complexity, only two types of events are considered</a:t>
            </a:r>
          </a:p>
          <a:p>
            <a:pPr marL="320040" marR="0" lvl="0" indent="-320040" algn="l" defTabSz="914400" rtl="0" eaLnBrk="1" fontAlgn="auto" latinLnBrk="0" hangingPunct="1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chemeClr val="accent2"/>
              </a:buClr>
              <a:buSzPct val="60000"/>
              <a:buFont typeface="Wingdings"/>
              <a:buChar char=""/>
              <a:tabLst/>
              <a:defRPr/>
            </a:pPr>
            <a:endParaRPr kumimoji="0" lang="en-GB" sz="2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graphicFrame>
        <p:nvGraphicFramePr>
          <p:cNvPr id="10" name="Content Placeholder 3"/>
          <p:cNvGraphicFramePr>
            <a:graphicFrameLocks/>
          </p:cNvGraphicFramePr>
          <p:nvPr/>
        </p:nvGraphicFramePr>
        <p:xfrm>
          <a:off x="0" y="5229200"/>
          <a:ext cx="5436096" cy="16288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Content Placeholder 8" descr="gatewayBPMN.JPG"/>
          <p:cNvPicPr>
            <a:picLocks noGrp="1" noChangeAspect="1"/>
          </p:cNvPicPr>
          <p:nvPr>
            <p:ph sz="quarter" idx="1"/>
          </p:nvPr>
        </p:nvPicPr>
        <p:blipFill>
          <a:blip r:embed="rId2" cstate="print"/>
          <a:stretch>
            <a:fillRect/>
          </a:stretch>
        </p:blipFill>
        <p:spPr>
          <a:xfrm>
            <a:off x="3203848" y="1484784"/>
            <a:ext cx="5940152" cy="4552493"/>
          </a:xfr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dirty="0" smtClean="0"/>
              <a:t>BPMN Plus</a:t>
            </a:r>
            <a:br>
              <a:rPr lang="en-GB" dirty="0" smtClean="0"/>
            </a:br>
            <a:r>
              <a:rPr lang="en-GB" sz="3100" dirty="0" smtClean="0"/>
              <a:t>Gateway</a:t>
            </a:r>
            <a:endParaRPr lang="en-GB" dirty="0"/>
          </a:p>
        </p:txBody>
      </p:sp>
      <p:sp>
        <p:nvSpPr>
          <p:cNvPr id="6" name="Content Placeholder 2"/>
          <p:cNvSpPr txBox="1">
            <a:spLocks/>
          </p:cNvSpPr>
          <p:nvPr/>
        </p:nvSpPr>
        <p:spPr>
          <a:xfrm>
            <a:off x="0" y="1700808"/>
            <a:ext cx="3131840" cy="4495800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marL="320040" marR="0" lvl="0" indent="-320040" algn="l" defTabSz="914400" rtl="0" eaLnBrk="1" fontAlgn="auto" latinLnBrk="0" hangingPunct="1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chemeClr val="accent2"/>
              </a:buClr>
              <a:buSzPct val="60000"/>
              <a:buFont typeface="Wingdings"/>
              <a:buChar char=""/>
              <a:tabLst/>
              <a:defRPr/>
            </a:pPr>
            <a:r>
              <a:rPr lang="en-GB" sz="2400" dirty="0" smtClean="0"/>
              <a:t>To avoid complexity, only three types of gateway are considered</a:t>
            </a:r>
          </a:p>
          <a:p>
            <a:pPr marL="320040" marR="0" lvl="0" indent="-320040" algn="l" defTabSz="914400" rtl="0" eaLnBrk="1" fontAlgn="auto" latinLnBrk="0" hangingPunct="1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chemeClr val="accent2"/>
              </a:buClr>
              <a:buSzPct val="60000"/>
              <a:buFont typeface="Wingdings"/>
              <a:buChar char=""/>
              <a:tabLst/>
              <a:defRPr/>
            </a:pPr>
            <a:endParaRPr kumimoji="0" lang="en-GB" sz="2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graphicFrame>
        <p:nvGraphicFramePr>
          <p:cNvPr id="10" name="Content Placeholder 3"/>
          <p:cNvGraphicFramePr>
            <a:graphicFrameLocks/>
          </p:cNvGraphicFramePr>
          <p:nvPr/>
        </p:nvGraphicFramePr>
        <p:xfrm>
          <a:off x="0" y="5229200"/>
          <a:ext cx="5436096" cy="16288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dirty="0" smtClean="0"/>
              <a:t>BPMN Plus</a:t>
            </a:r>
            <a:br>
              <a:rPr lang="en-GB" dirty="0" smtClean="0"/>
            </a:br>
            <a:r>
              <a:rPr lang="en-GB" sz="3100" dirty="0" smtClean="0"/>
              <a:t>Notations</a:t>
            </a:r>
            <a:endParaRPr lang="en-GB" dirty="0"/>
          </a:p>
        </p:txBody>
      </p:sp>
      <p:pic>
        <p:nvPicPr>
          <p:cNvPr id="8" name="Content Placeholder 7" descr="businessrule.jpg"/>
          <p:cNvPicPr>
            <a:picLocks noGrp="1" noChangeAspect="1"/>
          </p:cNvPicPr>
          <p:nvPr>
            <p:ph sz="quarter" idx="1"/>
          </p:nvPr>
        </p:nvPicPr>
        <p:blipFill>
          <a:blip r:embed="rId2" cstate="print"/>
          <a:stretch>
            <a:fillRect/>
          </a:stretch>
        </p:blipFill>
        <p:spPr>
          <a:xfrm>
            <a:off x="7596336" y="2564904"/>
            <a:ext cx="733425" cy="933450"/>
          </a:xfrm>
        </p:spPr>
      </p:pic>
      <p:grpSp>
        <p:nvGrpSpPr>
          <p:cNvPr id="30" name="Group 29"/>
          <p:cNvGrpSpPr/>
          <p:nvPr/>
        </p:nvGrpSpPr>
        <p:grpSpPr>
          <a:xfrm>
            <a:off x="1331640" y="3933056"/>
            <a:ext cx="1152128" cy="1376863"/>
            <a:chOff x="6660232" y="2060848"/>
            <a:chExt cx="1152128" cy="1376863"/>
          </a:xfrm>
        </p:grpSpPr>
        <p:pic>
          <p:nvPicPr>
            <p:cNvPr id="9" name="Picture 8" descr="descisionBPMN.jpg"/>
            <p:cNvPicPr>
              <a:picLocks noChangeAspect="1"/>
            </p:cNvPicPr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660232" y="2060848"/>
              <a:ext cx="1152128" cy="864096"/>
            </a:xfrm>
            <a:prstGeom prst="rect">
              <a:avLst/>
            </a:prstGeom>
          </p:spPr>
        </p:pic>
        <p:sp>
          <p:nvSpPr>
            <p:cNvPr id="20" name="TextBox 19"/>
            <p:cNvSpPr txBox="1"/>
            <p:nvPr/>
          </p:nvSpPr>
          <p:spPr>
            <a:xfrm>
              <a:off x="6804248" y="2852936"/>
              <a:ext cx="936104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1600" dirty="0" smtClean="0"/>
                <a:t>Decision Activity</a:t>
              </a:r>
              <a:endParaRPr lang="en-GB" sz="1600" dirty="0"/>
            </a:p>
          </p:txBody>
        </p:sp>
      </p:grpSp>
      <p:grpSp>
        <p:nvGrpSpPr>
          <p:cNvPr id="52" name="Group 51"/>
          <p:cNvGrpSpPr/>
          <p:nvPr/>
        </p:nvGrpSpPr>
        <p:grpSpPr>
          <a:xfrm>
            <a:off x="1331640" y="2564904"/>
            <a:ext cx="6120680" cy="1376863"/>
            <a:chOff x="1187624" y="2060848"/>
            <a:chExt cx="6120680" cy="1376863"/>
          </a:xfrm>
        </p:grpSpPr>
        <p:grpSp>
          <p:nvGrpSpPr>
            <p:cNvPr id="35" name="Group 34"/>
            <p:cNvGrpSpPr/>
            <p:nvPr/>
          </p:nvGrpSpPr>
          <p:grpSpPr>
            <a:xfrm>
              <a:off x="1187624" y="2132856"/>
              <a:ext cx="1368152" cy="1130642"/>
              <a:chOff x="2123728" y="2492896"/>
              <a:chExt cx="1368152" cy="1130642"/>
            </a:xfrm>
          </p:grpSpPr>
          <p:pic>
            <p:nvPicPr>
              <p:cNvPr id="15" name="Picture 14" descr="plusUndo.JPG"/>
              <p:cNvPicPr>
                <a:picLocks noChangeAspect="1"/>
              </p:cNvPicPr>
              <p:nvPr/>
            </p:nvPicPr>
            <p:blipFill>
              <a:blip r:embed="rId4" cstate="print"/>
              <a:stretch>
                <a:fillRect/>
              </a:stretch>
            </p:blipFill>
            <p:spPr>
              <a:xfrm>
                <a:off x="2123728" y="2492896"/>
                <a:ext cx="1224136" cy="855579"/>
              </a:xfrm>
              <a:prstGeom prst="rect">
                <a:avLst/>
              </a:prstGeom>
            </p:spPr>
          </p:pic>
          <p:sp>
            <p:nvSpPr>
              <p:cNvPr id="17" name="TextBox 16"/>
              <p:cNvSpPr txBox="1"/>
              <p:nvPr/>
            </p:nvSpPr>
            <p:spPr>
              <a:xfrm>
                <a:off x="2123728" y="3284984"/>
                <a:ext cx="1368152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1600" dirty="0" smtClean="0"/>
                  <a:t>Undo Activity</a:t>
                </a:r>
                <a:endParaRPr lang="en-GB" sz="1600" dirty="0"/>
              </a:p>
            </p:txBody>
          </p:sp>
        </p:grpSp>
        <p:grpSp>
          <p:nvGrpSpPr>
            <p:cNvPr id="27" name="Group 26"/>
            <p:cNvGrpSpPr/>
            <p:nvPr/>
          </p:nvGrpSpPr>
          <p:grpSpPr>
            <a:xfrm>
              <a:off x="2771800" y="2132856"/>
              <a:ext cx="1440160" cy="1304855"/>
              <a:chOff x="3779912" y="2060848"/>
              <a:chExt cx="1440160" cy="1304855"/>
            </a:xfrm>
          </p:grpSpPr>
          <p:pic>
            <p:nvPicPr>
              <p:cNvPr id="11" name="Picture 10" descr="plusCollaborative.JPG"/>
              <p:cNvPicPr>
                <a:picLocks noChangeAspect="1"/>
              </p:cNvPicPr>
              <p:nvPr/>
            </p:nvPicPr>
            <p:blipFill>
              <a:blip r:embed="rId5" cstate="print"/>
              <a:stretch>
                <a:fillRect/>
              </a:stretch>
            </p:blipFill>
            <p:spPr>
              <a:xfrm>
                <a:off x="3779912" y="2060848"/>
                <a:ext cx="1267341" cy="792088"/>
              </a:xfrm>
              <a:prstGeom prst="rect">
                <a:avLst/>
              </a:prstGeom>
            </p:spPr>
          </p:pic>
          <p:sp>
            <p:nvSpPr>
              <p:cNvPr id="18" name="TextBox 17"/>
              <p:cNvSpPr txBox="1"/>
              <p:nvPr/>
            </p:nvSpPr>
            <p:spPr>
              <a:xfrm>
                <a:off x="3851920" y="2780928"/>
                <a:ext cx="1368152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1600" dirty="0" smtClean="0"/>
                  <a:t>Collaborative</a:t>
                </a:r>
              </a:p>
              <a:p>
                <a:r>
                  <a:rPr lang="en-GB" sz="1600" dirty="0" smtClean="0"/>
                  <a:t>Subprocess</a:t>
                </a:r>
                <a:endParaRPr lang="en-GB" sz="1600" dirty="0"/>
              </a:p>
            </p:txBody>
          </p:sp>
        </p:grpSp>
        <p:grpSp>
          <p:nvGrpSpPr>
            <p:cNvPr id="28" name="Group 27"/>
            <p:cNvGrpSpPr/>
            <p:nvPr/>
          </p:nvGrpSpPr>
          <p:grpSpPr>
            <a:xfrm>
              <a:off x="4283968" y="2060848"/>
              <a:ext cx="1800200" cy="1304855"/>
              <a:chOff x="5220072" y="2060848"/>
              <a:chExt cx="1800200" cy="1304855"/>
            </a:xfrm>
          </p:grpSpPr>
          <p:pic>
            <p:nvPicPr>
              <p:cNvPr id="10" name="Picture 9" descr="optionalBPMN.JPG"/>
              <p:cNvPicPr>
                <a:picLocks noChangeAspect="1"/>
              </p:cNvPicPr>
              <p:nvPr/>
            </p:nvPicPr>
            <p:blipFill>
              <a:blip r:embed="rId6" cstate="print"/>
              <a:stretch>
                <a:fillRect/>
              </a:stretch>
            </p:blipFill>
            <p:spPr>
              <a:xfrm>
                <a:off x="5220072" y="2060848"/>
                <a:ext cx="1224136" cy="837566"/>
              </a:xfrm>
              <a:prstGeom prst="rect">
                <a:avLst/>
              </a:prstGeom>
            </p:spPr>
          </p:pic>
          <p:sp>
            <p:nvSpPr>
              <p:cNvPr id="19" name="TextBox 18"/>
              <p:cNvSpPr txBox="1"/>
              <p:nvPr/>
            </p:nvSpPr>
            <p:spPr>
              <a:xfrm>
                <a:off x="5364088" y="2780928"/>
                <a:ext cx="1656184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1600" dirty="0" smtClean="0"/>
                  <a:t>Optional </a:t>
                </a:r>
              </a:p>
              <a:p>
                <a:r>
                  <a:rPr lang="en-GB" sz="1600" dirty="0" smtClean="0"/>
                  <a:t>Activity</a:t>
                </a:r>
                <a:endParaRPr lang="en-GB" sz="1600" dirty="0"/>
              </a:p>
            </p:txBody>
          </p:sp>
        </p:grpSp>
        <p:grpSp>
          <p:nvGrpSpPr>
            <p:cNvPr id="31" name="Group 30"/>
            <p:cNvGrpSpPr/>
            <p:nvPr/>
          </p:nvGrpSpPr>
          <p:grpSpPr>
            <a:xfrm>
              <a:off x="5796136" y="2060848"/>
              <a:ext cx="1512168" cy="1376863"/>
              <a:chOff x="2267744" y="3717032"/>
              <a:chExt cx="1512168" cy="1376863"/>
            </a:xfrm>
          </p:grpSpPr>
          <p:pic>
            <p:nvPicPr>
              <p:cNvPr id="16" name="Picture 15" descr="requiredBPMN.JPG"/>
              <p:cNvPicPr>
                <a:picLocks noChangeAspect="1"/>
              </p:cNvPicPr>
              <p:nvPr/>
            </p:nvPicPr>
            <p:blipFill>
              <a:blip r:embed="rId7" cstate="print"/>
              <a:stretch>
                <a:fillRect/>
              </a:stretch>
            </p:blipFill>
            <p:spPr>
              <a:xfrm>
                <a:off x="2267744" y="3717032"/>
                <a:ext cx="1296144" cy="868692"/>
              </a:xfrm>
              <a:prstGeom prst="rect">
                <a:avLst/>
              </a:prstGeom>
            </p:spPr>
          </p:pic>
          <p:sp>
            <p:nvSpPr>
              <p:cNvPr id="21" name="TextBox 20"/>
              <p:cNvSpPr txBox="1"/>
              <p:nvPr/>
            </p:nvSpPr>
            <p:spPr>
              <a:xfrm>
                <a:off x="2411760" y="4509120"/>
                <a:ext cx="1368152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1600" dirty="0" smtClean="0"/>
                  <a:t>Required Activity</a:t>
                </a:r>
                <a:endParaRPr lang="en-GB" sz="1600" dirty="0"/>
              </a:p>
            </p:txBody>
          </p:sp>
        </p:grpSp>
      </p:grpSp>
      <p:grpSp>
        <p:nvGrpSpPr>
          <p:cNvPr id="32" name="Group 31"/>
          <p:cNvGrpSpPr/>
          <p:nvPr/>
        </p:nvGrpSpPr>
        <p:grpSpPr>
          <a:xfrm>
            <a:off x="4355976" y="4149080"/>
            <a:ext cx="1656184" cy="1058634"/>
            <a:chOff x="3851920" y="3861048"/>
            <a:chExt cx="1656184" cy="1058634"/>
          </a:xfrm>
        </p:grpSpPr>
        <p:pic>
          <p:nvPicPr>
            <p:cNvPr id="12" name="Picture 11" descr="plusMainGoal.JPG"/>
            <p:cNvPicPr>
              <a:picLocks noChangeAspect="1"/>
            </p:cNvPicPr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3851920" y="3861048"/>
              <a:ext cx="1257300" cy="704850"/>
            </a:xfrm>
            <a:prstGeom prst="rect">
              <a:avLst/>
            </a:prstGeom>
          </p:spPr>
        </p:pic>
        <p:sp>
          <p:nvSpPr>
            <p:cNvPr id="22" name="TextBox 21"/>
            <p:cNvSpPr txBox="1"/>
            <p:nvPr/>
          </p:nvSpPr>
          <p:spPr>
            <a:xfrm>
              <a:off x="4139952" y="4581128"/>
              <a:ext cx="1368152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1600" dirty="0" smtClean="0"/>
                <a:t>Goal</a:t>
              </a:r>
              <a:endParaRPr lang="en-GB" sz="1600" dirty="0"/>
            </a:p>
          </p:txBody>
        </p:sp>
      </p:grpSp>
      <p:sp>
        <p:nvSpPr>
          <p:cNvPr id="23" name="TextBox 22"/>
          <p:cNvSpPr txBox="1"/>
          <p:nvPr/>
        </p:nvSpPr>
        <p:spPr>
          <a:xfrm>
            <a:off x="7524328" y="3429000"/>
            <a:ext cx="136815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600" dirty="0" smtClean="0"/>
              <a:t>Business Rule</a:t>
            </a:r>
            <a:endParaRPr lang="en-GB" sz="1600" dirty="0"/>
          </a:p>
        </p:txBody>
      </p:sp>
      <p:grpSp>
        <p:nvGrpSpPr>
          <p:cNvPr id="33" name="Group 32"/>
          <p:cNvGrpSpPr/>
          <p:nvPr/>
        </p:nvGrpSpPr>
        <p:grpSpPr>
          <a:xfrm>
            <a:off x="5940152" y="4077072"/>
            <a:ext cx="1230948" cy="1058634"/>
            <a:chOff x="6588224" y="3861048"/>
            <a:chExt cx="1230948" cy="1058634"/>
          </a:xfrm>
        </p:grpSpPr>
        <p:pic>
          <p:nvPicPr>
            <p:cNvPr id="13" name="Picture 12" descr="plusPerformer.JPG"/>
            <p:cNvPicPr>
              <a:picLocks noChangeAspect="1"/>
            </p:cNvPicPr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6588224" y="3861048"/>
              <a:ext cx="1230948" cy="792088"/>
            </a:xfrm>
            <a:prstGeom prst="rect">
              <a:avLst/>
            </a:prstGeom>
          </p:spPr>
        </p:pic>
        <p:sp>
          <p:nvSpPr>
            <p:cNvPr id="24" name="TextBox 23"/>
            <p:cNvSpPr txBox="1"/>
            <p:nvPr/>
          </p:nvSpPr>
          <p:spPr>
            <a:xfrm>
              <a:off x="7020272" y="4581128"/>
              <a:ext cx="576064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1600" dirty="0" smtClean="0"/>
                <a:t>Role</a:t>
              </a:r>
              <a:endParaRPr lang="en-GB" sz="1600" dirty="0"/>
            </a:p>
          </p:txBody>
        </p:sp>
      </p:grpSp>
      <p:sp>
        <p:nvSpPr>
          <p:cNvPr id="25" name="Content Placeholder 2"/>
          <p:cNvSpPr txBox="1">
            <a:spLocks/>
          </p:cNvSpPr>
          <p:nvPr/>
        </p:nvSpPr>
        <p:spPr>
          <a:xfrm>
            <a:off x="323528" y="1628800"/>
            <a:ext cx="3672408" cy="864096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marL="320040" marR="0" lvl="0" indent="-320040" algn="l" defTabSz="914400" rtl="0" eaLnBrk="1" fontAlgn="auto" latinLnBrk="0" hangingPunct="1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chemeClr val="accent2"/>
              </a:buClr>
              <a:buSzPct val="60000"/>
              <a:buFont typeface="Wingdings"/>
              <a:buChar char=""/>
              <a:tabLst/>
              <a:defRPr/>
            </a:pPr>
            <a:r>
              <a:rPr kumimoji="0" lang="en-GB" sz="29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Proposed</a:t>
            </a:r>
            <a:r>
              <a:rPr kumimoji="0" lang="en-GB" sz="2900" b="0" i="0" u="none" strike="noStrike" kern="1200" cap="none" spc="0" normalizeH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Notations</a:t>
            </a:r>
          </a:p>
          <a:p>
            <a:pPr marL="320040" marR="0" lvl="0" indent="-320040" algn="l" defTabSz="914400" rtl="0" eaLnBrk="1" fontAlgn="auto" latinLnBrk="0" hangingPunct="1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chemeClr val="accent2"/>
              </a:buClr>
              <a:buSzPct val="60000"/>
              <a:buFont typeface="Wingdings"/>
              <a:buChar char=""/>
              <a:tabLst/>
              <a:defRPr/>
            </a:pPr>
            <a:endParaRPr lang="en-GB" sz="2900" baseline="0" dirty="0" smtClean="0"/>
          </a:p>
          <a:p>
            <a:pPr marL="320040" marR="0" lvl="0" indent="-320040" algn="l" defTabSz="914400" rtl="0" eaLnBrk="1" fontAlgn="auto" latinLnBrk="0" hangingPunct="1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chemeClr val="accent2"/>
              </a:buClr>
              <a:buSzPct val="60000"/>
              <a:buFont typeface="Wingdings"/>
              <a:buChar char=""/>
              <a:tabLst/>
              <a:defRPr/>
            </a:pPr>
            <a:endParaRPr kumimoji="0" lang="en-GB" sz="2900" b="0" i="0" u="none" strike="noStrike" kern="1200" cap="none" spc="0" normalizeH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20040" marR="0" lvl="0" indent="-320040" algn="l" defTabSz="914400" rtl="0" eaLnBrk="1" fontAlgn="auto" latinLnBrk="0" hangingPunct="1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chemeClr val="accent2"/>
              </a:buClr>
              <a:buSzPct val="60000"/>
              <a:buFont typeface="Wingdings"/>
              <a:buChar char=""/>
              <a:tabLst/>
              <a:defRPr/>
            </a:pPr>
            <a:endParaRPr lang="en-GB" sz="2900" baseline="0" dirty="0" smtClean="0"/>
          </a:p>
          <a:p>
            <a:pPr marL="320040" marR="0" lvl="0" indent="-320040" algn="l" defTabSz="914400" rtl="0" eaLnBrk="1" fontAlgn="auto" latinLnBrk="0" hangingPunct="1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chemeClr val="accent2"/>
              </a:buClr>
              <a:buSzPct val="60000"/>
              <a:buFont typeface="Wingdings"/>
              <a:buChar char=""/>
              <a:tabLst/>
              <a:defRPr/>
            </a:pPr>
            <a:endParaRPr kumimoji="0" lang="en-GB" sz="2900" b="0" i="0" u="none" strike="noStrike" kern="1200" cap="none" spc="0" normalizeH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1097280" lvl="2" indent="-274320">
              <a:spcBef>
                <a:spcPts val="550"/>
              </a:spcBef>
              <a:buClr>
                <a:schemeClr val="accent1"/>
              </a:buClr>
              <a:buSzPct val="70000"/>
              <a:buFont typeface="Wingdings 2"/>
              <a:buChar char=""/>
            </a:pPr>
            <a:endParaRPr kumimoji="0" lang="en-GB" sz="26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20040" marR="0" lvl="0" indent="-320040" algn="l" defTabSz="914400" rtl="0" eaLnBrk="1" fontAlgn="auto" latinLnBrk="0" hangingPunct="1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chemeClr val="accent2"/>
              </a:buClr>
              <a:buSzPct val="60000"/>
              <a:buFont typeface="Wingdings"/>
              <a:buChar char=""/>
              <a:tabLst/>
              <a:defRPr/>
            </a:pPr>
            <a:endParaRPr kumimoji="0" lang="en-GB" sz="29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grpSp>
        <p:nvGrpSpPr>
          <p:cNvPr id="34" name="Group 33"/>
          <p:cNvGrpSpPr/>
          <p:nvPr/>
        </p:nvGrpSpPr>
        <p:grpSpPr>
          <a:xfrm>
            <a:off x="2987824" y="4077072"/>
            <a:ext cx="1440160" cy="986626"/>
            <a:chOff x="2411760" y="5445224"/>
            <a:chExt cx="1440160" cy="986626"/>
          </a:xfrm>
        </p:grpSpPr>
        <p:pic>
          <p:nvPicPr>
            <p:cNvPr id="14" name="Picture 13" descr="plusRole.JPG"/>
            <p:cNvPicPr>
              <a:picLocks noChangeAspect="1"/>
            </p:cNvPicPr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2411760" y="5445224"/>
              <a:ext cx="1080120" cy="720080"/>
            </a:xfrm>
            <a:prstGeom prst="rect">
              <a:avLst/>
            </a:prstGeom>
          </p:spPr>
        </p:pic>
        <p:sp>
          <p:nvSpPr>
            <p:cNvPr id="26" name="TextBox 25"/>
            <p:cNvSpPr txBox="1"/>
            <p:nvPr/>
          </p:nvSpPr>
          <p:spPr>
            <a:xfrm>
              <a:off x="2483768" y="6093296"/>
              <a:ext cx="1368152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1600" dirty="0" smtClean="0"/>
                <a:t>Performer</a:t>
              </a:r>
              <a:endParaRPr lang="en-GB" sz="1600" dirty="0"/>
            </a:p>
          </p:txBody>
        </p:sp>
      </p:grpSp>
      <p:grpSp>
        <p:nvGrpSpPr>
          <p:cNvPr id="36" name="Group 35"/>
          <p:cNvGrpSpPr/>
          <p:nvPr/>
        </p:nvGrpSpPr>
        <p:grpSpPr>
          <a:xfrm>
            <a:off x="8303705" y="6209928"/>
            <a:ext cx="840295" cy="648072"/>
            <a:chOff x="-72008" y="1700808"/>
            <a:chExt cx="840295" cy="648072"/>
          </a:xfrm>
        </p:grpSpPr>
        <p:sp>
          <p:nvSpPr>
            <p:cNvPr id="37" name="Oval 36"/>
            <p:cNvSpPr/>
            <p:nvPr/>
          </p:nvSpPr>
          <p:spPr>
            <a:xfrm>
              <a:off x="0" y="1700808"/>
              <a:ext cx="683568" cy="648072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2000" dirty="0"/>
            </a:p>
          </p:txBody>
        </p:sp>
        <p:sp>
          <p:nvSpPr>
            <p:cNvPr id="38" name="TextBox 37"/>
            <p:cNvSpPr txBox="1"/>
            <p:nvPr/>
          </p:nvSpPr>
          <p:spPr>
            <a:xfrm>
              <a:off x="-72008" y="1772816"/>
              <a:ext cx="840295" cy="52322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>
              <a:spAutoFit/>
            </a:bodyPr>
            <a:lstStyle/>
            <a:p>
              <a:r>
                <a:rPr lang="en-GB" sz="2800" dirty="0" smtClean="0"/>
                <a:t>RQ4</a:t>
              </a:r>
              <a:endParaRPr lang="en-GB" sz="2800" dirty="0"/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dirty="0" smtClean="0"/>
              <a:t>BPMN Plus</a:t>
            </a:r>
            <a:br>
              <a:rPr lang="en-GB" dirty="0" smtClean="0"/>
            </a:br>
            <a:r>
              <a:rPr lang="en-GB" sz="3100" dirty="0" smtClean="0"/>
              <a:t>Notations</a:t>
            </a:r>
            <a:endParaRPr lang="en-GB" dirty="0"/>
          </a:p>
        </p:txBody>
      </p:sp>
      <p:sp>
        <p:nvSpPr>
          <p:cNvPr id="25" name="Content Placeholder 2"/>
          <p:cNvSpPr txBox="1">
            <a:spLocks/>
          </p:cNvSpPr>
          <p:nvPr/>
        </p:nvSpPr>
        <p:spPr>
          <a:xfrm>
            <a:off x="0" y="1628800"/>
            <a:ext cx="3672408" cy="648072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marL="320040" marR="0" lvl="0" indent="-320040" algn="l" defTabSz="914400" rtl="0" eaLnBrk="1" fontAlgn="auto" latinLnBrk="0" hangingPunct="1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chemeClr val="accent2"/>
              </a:buClr>
              <a:buSzPct val="60000"/>
              <a:buFont typeface="Wingdings"/>
              <a:buChar char=""/>
              <a:tabLst/>
              <a:defRPr/>
            </a:pPr>
            <a:r>
              <a:rPr lang="en-GB" sz="2900" baseline="0" dirty="0" smtClean="0"/>
              <a:t>Adopted</a:t>
            </a:r>
            <a:r>
              <a:rPr lang="en-GB" sz="2900" dirty="0" smtClean="0"/>
              <a:t> from BPMN</a:t>
            </a:r>
            <a:endParaRPr kumimoji="0" lang="en-GB" sz="26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640080" marR="0" lvl="1" indent="-274320" algn="l" defTabSz="914400" rtl="0" eaLnBrk="1" fontAlgn="auto" latinLnBrk="0" hangingPunct="1">
              <a:lnSpc>
                <a:spcPct val="100000"/>
              </a:lnSpc>
              <a:spcBef>
                <a:spcPts val="550"/>
              </a:spcBef>
              <a:spcAft>
                <a:spcPts val="0"/>
              </a:spcAft>
              <a:buClr>
                <a:schemeClr val="accent1"/>
              </a:buClr>
              <a:buSzPct val="70000"/>
              <a:buFont typeface="Wingdings 2"/>
              <a:buChar char=""/>
              <a:tabLst/>
              <a:defRPr/>
            </a:pPr>
            <a:endParaRPr kumimoji="0" lang="en-GB" sz="26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20040" marR="0" lvl="0" indent="-320040" algn="l" defTabSz="914400" rtl="0" eaLnBrk="1" fontAlgn="auto" latinLnBrk="0" hangingPunct="1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chemeClr val="accent2"/>
              </a:buClr>
              <a:buSzPct val="60000"/>
              <a:buFont typeface="Wingdings"/>
              <a:buChar char=""/>
              <a:tabLst/>
              <a:defRPr/>
            </a:pPr>
            <a:endParaRPr kumimoji="0" lang="en-GB" sz="29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grpSp>
        <p:nvGrpSpPr>
          <p:cNvPr id="63" name="Group 62"/>
          <p:cNvGrpSpPr/>
          <p:nvPr/>
        </p:nvGrpSpPr>
        <p:grpSpPr>
          <a:xfrm>
            <a:off x="899592" y="2132856"/>
            <a:ext cx="6585794" cy="1233428"/>
            <a:chOff x="683568" y="2132856"/>
            <a:chExt cx="6585794" cy="1233428"/>
          </a:xfrm>
        </p:grpSpPr>
        <p:pic>
          <p:nvPicPr>
            <p:cNvPr id="38" name="Picture 37" descr="plusCallActivity.JPG"/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572000" y="2132856"/>
              <a:ext cx="1152128" cy="900755"/>
            </a:xfrm>
            <a:prstGeom prst="rect">
              <a:avLst/>
            </a:prstGeom>
          </p:spPr>
        </p:pic>
        <p:pic>
          <p:nvPicPr>
            <p:cNvPr id="47" name="Picture 46" descr="plusHuman.JPG"/>
            <p:cNvPicPr>
              <a:picLocks noChangeAspect="1"/>
            </p:cNvPicPr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940152" y="2276872"/>
              <a:ext cx="1104900" cy="695325"/>
            </a:xfrm>
            <a:prstGeom prst="rect">
              <a:avLst/>
            </a:prstGeom>
          </p:spPr>
        </p:pic>
        <p:pic>
          <p:nvPicPr>
            <p:cNvPr id="50" name="Picture 49" descr="plusSubprocess.JPG"/>
            <p:cNvPicPr>
              <a:picLocks noChangeAspect="1"/>
            </p:cNvPicPr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131840" y="2276872"/>
              <a:ext cx="1114425" cy="733425"/>
            </a:xfrm>
            <a:prstGeom prst="rect">
              <a:avLst/>
            </a:prstGeom>
          </p:spPr>
        </p:pic>
        <p:grpSp>
          <p:nvGrpSpPr>
            <p:cNvPr id="53" name="Group 52"/>
            <p:cNvGrpSpPr/>
            <p:nvPr/>
          </p:nvGrpSpPr>
          <p:grpSpPr>
            <a:xfrm>
              <a:off x="683568" y="2276872"/>
              <a:ext cx="2160240" cy="1089412"/>
              <a:chOff x="683568" y="2276872"/>
              <a:chExt cx="2160240" cy="1089412"/>
            </a:xfrm>
          </p:grpSpPr>
          <p:pic>
            <p:nvPicPr>
              <p:cNvPr id="36" name="Picture 35" descr="laneBPMN.JPG"/>
              <p:cNvPicPr>
                <a:picLocks noChangeAspect="1"/>
              </p:cNvPicPr>
              <p:nvPr/>
            </p:nvPicPr>
            <p:blipFill>
              <a:blip r:embed="rId5" cstate="print"/>
              <a:stretch>
                <a:fillRect/>
              </a:stretch>
            </p:blipFill>
            <p:spPr>
              <a:xfrm>
                <a:off x="683568" y="2276872"/>
                <a:ext cx="2160240" cy="800100"/>
              </a:xfrm>
              <a:prstGeom prst="rect">
                <a:avLst/>
              </a:prstGeom>
            </p:spPr>
          </p:pic>
          <p:sp>
            <p:nvSpPr>
              <p:cNvPr id="52" name="TextBox 51"/>
              <p:cNvSpPr txBox="1"/>
              <p:nvPr/>
            </p:nvSpPr>
            <p:spPr>
              <a:xfrm>
                <a:off x="1403648" y="2996952"/>
                <a:ext cx="61587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GB" dirty="0" smtClean="0"/>
                  <a:t>Lane</a:t>
                </a:r>
                <a:endParaRPr lang="en-GB" dirty="0"/>
              </a:p>
            </p:txBody>
          </p:sp>
        </p:grpSp>
        <p:sp>
          <p:nvSpPr>
            <p:cNvPr id="54" name="TextBox 53"/>
            <p:cNvSpPr txBox="1"/>
            <p:nvPr/>
          </p:nvSpPr>
          <p:spPr>
            <a:xfrm>
              <a:off x="3203848" y="2924944"/>
              <a:ext cx="119955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dirty="0" smtClean="0"/>
                <a:t>Subprocess</a:t>
              </a:r>
              <a:endParaRPr lang="en-GB" dirty="0"/>
            </a:p>
          </p:txBody>
        </p:sp>
        <p:sp>
          <p:nvSpPr>
            <p:cNvPr id="56" name="TextBox 55"/>
            <p:cNvSpPr txBox="1"/>
            <p:nvPr/>
          </p:nvSpPr>
          <p:spPr>
            <a:xfrm>
              <a:off x="4499992" y="2924944"/>
              <a:ext cx="128913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dirty="0" smtClean="0"/>
                <a:t>Call Activity</a:t>
              </a:r>
              <a:endParaRPr lang="en-GB" dirty="0"/>
            </a:p>
          </p:txBody>
        </p:sp>
        <p:sp>
          <p:nvSpPr>
            <p:cNvPr id="57" name="TextBox 56"/>
            <p:cNvSpPr txBox="1"/>
            <p:nvPr/>
          </p:nvSpPr>
          <p:spPr>
            <a:xfrm>
              <a:off x="5940152" y="2924944"/>
              <a:ext cx="132921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dirty="0" smtClean="0"/>
                <a:t>User Activity</a:t>
              </a:r>
              <a:endParaRPr lang="en-GB" dirty="0"/>
            </a:p>
          </p:txBody>
        </p:sp>
      </p:grpSp>
      <p:grpSp>
        <p:nvGrpSpPr>
          <p:cNvPr id="64" name="Group 63"/>
          <p:cNvGrpSpPr/>
          <p:nvPr/>
        </p:nvGrpSpPr>
        <p:grpSpPr>
          <a:xfrm>
            <a:off x="971600" y="3573016"/>
            <a:ext cx="6336704" cy="1233428"/>
            <a:chOff x="1115616" y="3573016"/>
            <a:chExt cx="6336704" cy="1233428"/>
          </a:xfrm>
        </p:grpSpPr>
        <p:pic>
          <p:nvPicPr>
            <p:cNvPr id="42" name="Picture 41" descr="plusDataInput.JPG"/>
            <p:cNvPicPr>
              <a:picLocks noChangeAspect="1"/>
            </p:cNvPicPr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3203848" y="3573016"/>
              <a:ext cx="685800" cy="904875"/>
            </a:xfrm>
            <a:prstGeom prst="rect">
              <a:avLst/>
            </a:prstGeom>
          </p:spPr>
        </p:pic>
        <p:pic>
          <p:nvPicPr>
            <p:cNvPr id="43" name="Picture 42" descr="plusDataObject.JPG"/>
            <p:cNvPicPr>
              <a:picLocks noChangeAspect="1"/>
            </p:cNvPicPr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403648" y="3573016"/>
              <a:ext cx="685800" cy="838200"/>
            </a:xfrm>
            <a:prstGeom prst="rect">
              <a:avLst/>
            </a:prstGeom>
          </p:spPr>
        </p:pic>
        <p:pic>
          <p:nvPicPr>
            <p:cNvPr id="44" name="Picture 43" descr="plusDataOutput.JPG"/>
            <p:cNvPicPr>
              <a:picLocks noChangeAspect="1"/>
            </p:cNvPicPr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4716016" y="3573016"/>
              <a:ext cx="733425" cy="857250"/>
            </a:xfrm>
            <a:prstGeom prst="rect">
              <a:avLst/>
            </a:prstGeom>
          </p:spPr>
        </p:pic>
        <p:pic>
          <p:nvPicPr>
            <p:cNvPr id="45" name="Picture 44" descr="plusDataStore.JPG"/>
            <p:cNvPicPr>
              <a:picLocks noChangeAspect="1"/>
            </p:cNvPicPr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6084168" y="3573016"/>
              <a:ext cx="1162050" cy="864096"/>
            </a:xfrm>
            <a:prstGeom prst="rect">
              <a:avLst/>
            </a:prstGeom>
          </p:spPr>
        </p:pic>
        <p:sp>
          <p:nvSpPr>
            <p:cNvPr id="58" name="TextBox 57"/>
            <p:cNvSpPr txBox="1"/>
            <p:nvPr/>
          </p:nvSpPr>
          <p:spPr>
            <a:xfrm>
              <a:off x="1115616" y="4293096"/>
              <a:ext cx="136815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dirty="0" smtClean="0"/>
                <a:t>Data Object</a:t>
              </a:r>
              <a:endParaRPr lang="en-GB" dirty="0"/>
            </a:p>
          </p:txBody>
        </p:sp>
        <p:sp>
          <p:nvSpPr>
            <p:cNvPr id="60" name="TextBox 59"/>
            <p:cNvSpPr txBox="1"/>
            <p:nvPr/>
          </p:nvSpPr>
          <p:spPr>
            <a:xfrm>
              <a:off x="2987824" y="4365104"/>
              <a:ext cx="129614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dirty="0" smtClean="0"/>
                <a:t>Data Input</a:t>
              </a:r>
              <a:endParaRPr lang="en-GB" dirty="0"/>
            </a:p>
          </p:txBody>
        </p:sp>
        <p:sp>
          <p:nvSpPr>
            <p:cNvPr id="61" name="TextBox 60"/>
            <p:cNvSpPr txBox="1"/>
            <p:nvPr/>
          </p:nvSpPr>
          <p:spPr>
            <a:xfrm>
              <a:off x="4572000" y="4365104"/>
              <a:ext cx="158417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dirty="0" smtClean="0"/>
                <a:t>Data Output</a:t>
              </a:r>
              <a:endParaRPr lang="en-GB" dirty="0"/>
            </a:p>
          </p:txBody>
        </p:sp>
        <p:sp>
          <p:nvSpPr>
            <p:cNvPr id="62" name="TextBox 61"/>
            <p:cNvSpPr txBox="1"/>
            <p:nvPr/>
          </p:nvSpPr>
          <p:spPr>
            <a:xfrm>
              <a:off x="6156176" y="4437112"/>
              <a:ext cx="129614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dirty="0" smtClean="0"/>
                <a:t>Data Store</a:t>
              </a:r>
              <a:endParaRPr lang="en-GB" dirty="0"/>
            </a:p>
          </p:txBody>
        </p:sp>
      </p:grpSp>
      <p:grpSp>
        <p:nvGrpSpPr>
          <p:cNvPr id="74" name="Group 73"/>
          <p:cNvGrpSpPr/>
          <p:nvPr/>
        </p:nvGrpSpPr>
        <p:grpSpPr>
          <a:xfrm>
            <a:off x="1259632" y="5013176"/>
            <a:ext cx="3438093" cy="1089412"/>
            <a:chOff x="1259632" y="5013176"/>
            <a:chExt cx="3438093" cy="1089412"/>
          </a:xfrm>
        </p:grpSpPr>
        <p:pic>
          <p:nvPicPr>
            <p:cNvPr id="40" name="Picture 39" descr="plusEvents.jpg"/>
            <p:cNvPicPr>
              <a:picLocks noChangeAspect="1"/>
            </p:cNvPicPr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1259632" y="5085184"/>
              <a:ext cx="762000" cy="685800"/>
            </a:xfrm>
            <a:prstGeom prst="rect">
              <a:avLst/>
            </a:prstGeom>
          </p:spPr>
        </p:pic>
        <p:sp>
          <p:nvSpPr>
            <p:cNvPr id="55" name="TextBox 54"/>
            <p:cNvSpPr txBox="1"/>
            <p:nvPr/>
          </p:nvSpPr>
          <p:spPr>
            <a:xfrm>
              <a:off x="1331640" y="5733256"/>
              <a:ext cx="66095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dirty="0" smtClean="0"/>
                <a:t>Event</a:t>
              </a:r>
              <a:endParaRPr lang="en-GB" dirty="0"/>
            </a:p>
          </p:txBody>
        </p:sp>
        <p:grpSp>
          <p:nvGrpSpPr>
            <p:cNvPr id="66" name="Group 65"/>
            <p:cNvGrpSpPr/>
            <p:nvPr/>
          </p:nvGrpSpPr>
          <p:grpSpPr>
            <a:xfrm>
              <a:off x="2267744" y="5013176"/>
              <a:ext cx="1223605" cy="1089412"/>
              <a:chOff x="2987824" y="5013176"/>
              <a:chExt cx="1223605" cy="1089412"/>
            </a:xfrm>
          </p:grpSpPr>
          <p:pic>
            <p:nvPicPr>
              <p:cNvPr id="41" name="Picture 40" descr="plusEventsTime.JPG"/>
              <p:cNvPicPr>
                <a:picLocks noChangeAspect="1"/>
              </p:cNvPicPr>
              <p:nvPr/>
            </p:nvPicPr>
            <p:blipFill>
              <a:blip r:embed="rId11" cstate="print"/>
              <a:stretch>
                <a:fillRect/>
              </a:stretch>
            </p:blipFill>
            <p:spPr>
              <a:xfrm>
                <a:off x="3059832" y="5013176"/>
                <a:ext cx="792088" cy="769776"/>
              </a:xfrm>
              <a:prstGeom prst="rect">
                <a:avLst/>
              </a:prstGeom>
            </p:spPr>
          </p:pic>
          <p:sp>
            <p:nvSpPr>
              <p:cNvPr id="65" name="TextBox 64"/>
              <p:cNvSpPr txBox="1"/>
              <p:nvPr/>
            </p:nvSpPr>
            <p:spPr>
              <a:xfrm>
                <a:off x="2987824" y="5733256"/>
                <a:ext cx="122360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GB" dirty="0" smtClean="0"/>
                  <a:t>Timer Event</a:t>
                </a:r>
                <a:endParaRPr lang="en-GB" dirty="0"/>
              </a:p>
            </p:txBody>
          </p:sp>
        </p:grpSp>
        <p:grpSp>
          <p:nvGrpSpPr>
            <p:cNvPr id="68" name="Group 67"/>
            <p:cNvGrpSpPr/>
            <p:nvPr/>
          </p:nvGrpSpPr>
          <p:grpSpPr>
            <a:xfrm>
              <a:off x="3563888" y="5013176"/>
              <a:ext cx="1133837" cy="1089412"/>
              <a:chOff x="4572000" y="5013176"/>
              <a:chExt cx="1133837" cy="1089412"/>
            </a:xfrm>
          </p:grpSpPr>
          <p:pic>
            <p:nvPicPr>
              <p:cNvPr id="39" name="Picture 38" descr="plusEventsUser.JPG"/>
              <p:cNvPicPr>
                <a:picLocks noChangeAspect="1"/>
              </p:cNvPicPr>
              <p:nvPr/>
            </p:nvPicPr>
            <p:blipFill>
              <a:blip r:embed="rId12" cstate="print"/>
              <a:stretch>
                <a:fillRect/>
              </a:stretch>
            </p:blipFill>
            <p:spPr>
              <a:xfrm>
                <a:off x="4716016" y="5013176"/>
                <a:ext cx="842009" cy="757808"/>
              </a:xfrm>
              <a:prstGeom prst="rect">
                <a:avLst/>
              </a:prstGeom>
            </p:spPr>
          </p:pic>
          <p:sp>
            <p:nvSpPr>
              <p:cNvPr id="67" name="TextBox 66"/>
              <p:cNvSpPr txBox="1"/>
              <p:nvPr/>
            </p:nvSpPr>
            <p:spPr>
              <a:xfrm>
                <a:off x="4572000" y="5733256"/>
                <a:ext cx="1133837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GB" dirty="0" smtClean="0"/>
                  <a:t>User Event</a:t>
                </a:r>
                <a:endParaRPr lang="en-GB" dirty="0"/>
              </a:p>
            </p:txBody>
          </p:sp>
        </p:grpSp>
      </p:grpSp>
      <p:grpSp>
        <p:nvGrpSpPr>
          <p:cNvPr id="75" name="Group 74"/>
          <p:cNvGrpSpPr/>
          <p:nvPr/>
        </p:nvGrpSpPr>
        <p:grpSpPr>
          <a:xfrm>
            <a:off x="4860032" y="4941168"/>
            <a:ext cx="3485029" cy="1510427"/>
            <a:chOff x="4860032" y="4941168"/>
            <a:chExt cx="3485029" cy="1510427"/>
          </a:xfrm>
        </p:grpSpPr>
        <p:pic>
          <p:nvPicPr>
            <p:cNvPr id="48" name="Picture 47" descr="plusInclusive.JPG"/>
            <p:cNvPicPr>
              <a:picLocks noChangeAspect="1"/>
            </p:cNvPicPr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7236296" y="4941168"/>
              <a:ext cx="936104" cy="906386"/>
            </a:xfrm>
            <a:prstGeom prst="rect">
              <a:avLst/>
            </a:prstGeom>
          </p:spPr>
        </p:pic>
        <p:pic>
          <p:nvPicPr>
            <p:cNvPr id="49" name="Picture 48" descr="plusParallel.JPG"/>
            <p:cNvPicPr>
              <a:picLocks noChangeAspect="1"/>
            </p:cNvPicPr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6156175" y="4941168"/>
              <a:ext cx="906851" cy="936104"/>
            </a:xfrm>
            <a:prstGeom prst="rect">
              <a:avLst/>
            </a:prstGeom>
          </p:spPr>
        </p:pic>
        <p:grpSp>
          <p:nvGrpSpPr>
            <p:cNvPr id="71" name="Group 70"/>
            <p:cNvGrpSpPr/>
            <p:nvPr/>
          </p:nvGrpSpPr>
          <p:grpSpPr>
            <a:xfrm>
              <a:off x="4860032" y="4941168"/>
              <a:ext cx="1108765" cy="1366411"/>
              <a:chOff x="4860032" y="4941168"/>
              <a:chExt cx="1108765" cy="1366411"/>
            </a:xfrm>
          </p:grpSpPr>
          <p:pic>
            <p:nvPicPr>
              <p:cNvPr id="46" name="Picture 45" descr="plusExlcusive.JPG"/>
              <p:cNvPicPr>
                <a:picLocks noChangeAspect="1"/>
              </p:cNvPicPr>
              <p:nvPr/>
            </p:nvPicPr>
            <p:blipFill>
              <a:blip r:embed="rId15" cstate="print"/>
              <a:stretch>
                <a:fillRect/>
              </a:stretch>
            </p:blipFill>
            <p:spPr>
              <a:xfrm>
                <a:off x="5004048" y="4941168"/>
                <a:ext cx="792088" cy="917155"/>
              </a:xfrm>
              <a:prstGeom prst="rect">
                <a:avLst/>
              </a:prstGeom>
            </p:spPr>
          </p:pic>
          <p:sp>
            <p:nvSpPr>
              <p:cNvPr id="69" name="TextBox 68"/>
              <p:cNvSpPr txBox="1"/>
              <p:nvPr/>
            </p:nvSpPr>
            <p:spPr>
              <a:xfrm>
                <a:off x="4860032" y="5661248"/>
                <a:ext cx="1108765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GB" dirty="0" smtClean="0"/>
                  <a:t>Exclusive</a:t>
                </a:r>
              </a:p>
              <a:p>
                <a:pPr algn="ctr"/>
                <a:r>
                  <a:rPr lang="en-GB" dirty="0" smtClean="0"/>
                  <a:t> Gateway</a:t>
                </a:r>
                <a:endParaRPr lang="en-GB" dirty="0"/>
              </a:p>
            </p:txBody>
          </p:sp>
        </p:grpSp>
        <p:sp>
          <p:nvSpPr>
            <p:cNvPr id="72" name="TextBox 71"/>
            <p:cNvSpPr txBox="1"/>
            <p:nvPr/>
          </p:nvSpPr>
          <p:spPr>
            <a:xfrm>
              <a:off x="6156176" y="5805264"/>
              <a:ext cx="1108765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GB" dirty="0" smtClean="0"/>
                <a:t>Parallel</a:t>
              </a:r>
            </a:p>
            <a:p>
              <a:pPr algn="ctr"/>
              <a:r>
                <a:rPr lang="en-GB" dirty="0" smtClean="0"/>
                <a:t> Gateway</a:t>
              </a:r>
              <a:endParaRPr lang="en-GB" dirty="0"/>
            </a:p>
          </p:txBody>
        </p:sp>
        <p:sp>
          <p:nvSpPr>
            <p:cNvPr id="73" name="TextBox 72"/>
            <p:cNvSpPr txBox="1"/>
            <p:nvPr/>
          </p:nvSpPr>
          <p:spPr>
            <a:xfrm>
              <a:off x="7236296" y="5805264"/>
              <a:ext cx="1108765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GB" dirty="0" smtClean="0"/>
                <a:t>Inclusive</a:t>
              </a:r>
            </a:p>
            <a:p>
              <a:pPr algn="ctr"/>
              <a:r>
                <a:rPr lang="en-GB" dirty="0" smtClean="0"/>
                <a:t> Gateway</a:t>
              </a:r>
              <a:endParaRPr lang="en-GB" dirty="0"/>
            </a:p>
          </p:txBody>
        </p:sp>
      </p:grpSp>
      <p:grpSp>
        <p:nvGrpSpPr>
          <p:cNvPr id="51" name="Group 50"/>
          <p:cNvGrpSpPr/>
          <p:nvPr/>
        </p:nvGrpSpPr>
        <p:grpSpPr>
          <a:xfrm>
            <a:off x="8303705" y="6209928"/>
            <a:ext cx="840295" cy="648072"/>
            <a:chOff x="-72008" y="1700808"/>
            <a:chExt cx="840295" cy="648072"/>
          </a:xfrm>
        </p:grpSpPr>
        <p:sp>
          <p:nvSpPr>
            <p:cNvPr id="59" name="Oval 58"/>
            <p:cNvSpPr/>
            <p:nvPr/>
          </p:nvSpPr>
          <p:spPr>
            <a:xfrm>
              <a:off x="0" y="1700808"/>
              <a:ext cx="683568" cy="648072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2000" dirty="0"/>
            </a:p>
          </p:txBody>
        </p:sp>
        <p:sp>
          <p:nvSpPr>
            <p:cNvPr id="70" name="TextBox 69"/>
            <p:cNvSpPr txBox="1"/>
            <p:nvPr/>
          </p:nvSpPr>
          <p:spPr>
            <a:xfrm>
              <a:off x="-72008" y="1772816"/>
              <a:ext cx="840295" cy="52322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>
              <a:spAutoFit/>
            </a:bodyPr>
            <a:lstStyle/>
            <a:p>
              <a:r>
                <a:rPr lang="en-GB" sz="2800" dirty="0" smtClean="0"/>
                <a:t>RQ4</a:t>
              </a:r>
              <a:endParaRPr lang="en-GB" sz="2800" dirty="0"/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dirty="0" smtClean="0"/>
              <a:t>BPMN Plus</a:t>
            </a:r>
            <a:br>
              <a:rPr lang="en-GB" dirty="0" smtClean="0"/>
            </a:br>
            <a:r>
              <a:rPr lang="en-GB" sz="3100" dirty="0" smtClean="0"/>
              <a:t>Demonstration </a:t>
            </a:r>
            <a:endParaRPr lang="en-GB" dirty="0"/>
          </a:p>
        </p:txBody>
      </p:sp>
      <p:sp>
        <p:nvSpPr>
          <p:cNvPr id="5" name="Pentagon 4"/>
          <p:cNvSpPr/>
          <p:nvPr/>
        </p:nvSpPr>
        <p:spPr>
          <a:xfrm flipH="1">
            <a:off x="9144000" y="836712"/>
            <a:ext cx="1944216" cy="504056"/>
          </a:xfrm>
          <a:prstGeom prst="homePlat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 smtClean="0"/>
              <a:t>Well define start and end event</a:t>
            </a:r>
            <a:endParaRPr lang="en-GB" dirty="0"/>
          </a:p>
        </p:txBody>
      </p:sp>
      <p:sp>
        <p:nvSpPr>
          <p:cNvPr id="6" name="Pentagon 5"/>
          <p:cNvSpPr/>
          <p:nvPr/>
        </p:nvSpPr>
        <p:spPr>
          <a:xfrm flipH="1">
            <a:off x="9144000" y="1412776"/>
            <a:ext cx="1944216" cy="504056"/>
          </a:xfrm>
          <a:prstGeom prst="homePlat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 smtClean="0"/>
              <a:t> Structured and Unstructured Parts</a:t>
            </a:r>
            <a:endParaRPr lang="en-GB" dirty="0"/>
          </a:p>
        </p:txBody>
      </p:sp>
      <p:sp>
        <p:nvSpPr>
          <p:cNvPr id="7" name="Pentagon 6"/>
          <p:cNvSpPr/>
          <p:nvPr/>
        </p:nvSpPr>
        <p:spPr>
          <a:xfrm flipH="1">
            <a:off x="9144000" y="1988840"/>
            <a:ext cx="1944216" cy="504056"/>
          </a:xfrm>
          <a:prstGeom prst="homePlat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 smtClean="0"/>
              <a:t> Expressive Activities</a:t>
            </a:r>
            <a:endParaRPr lang="en-GB" dirty="0"/>
          </a:p>
        </p:txBody>
      </p:sp>
      <p:sp>
        <p:nvSpPr>
          <p:cNvPr id="8" name="Pentagon 7"/>
          <p:cNvSpPr/>
          <p:nvPr/>
        </p:nvSpPr>
        <p:spPr>
          <a:xfrm flipH="1">
            <a:off x="9144000" y="2564904"/>
            <a:ext cx="1944216" cy="504056"/>
          </a:xfrm>
          <a:prstGeom prst="homePlat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 smtClean="0"/>
              <a:t> Data Access levels</a:t>
            </a:r>
            <a:endParaRPr lang="en-GB" dirty="0"/>
          </a:p>
        </p:txBody>
      </p:sp>
      <p:sp>
        <p:nvSpPr>
          <p:cNvPr id="9" name="Pentagon 8"/>
          <p:cNvSpPr/>
          <p:nvPr/>
        </p:nvSpPr>
        <p:spPr>
          <a:xfrm flipH="1">
            <a:off x="9144000" y="3140968"/>
            <a:ext cx="1944216" cy="504056"/>
          </a:xfrm>
          <a:prstGeom prst="homePlat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 smtClean="0"/>
              <a:t> Goal provide process overview</a:t>
            </a:r>
            <a:endParaRPr lang="en-GB" dirty="0"/>
          </a:p>
        </p:txBody>
      </p:sp>
      <p:grpSp>
        <p:nvGrpSpPr>
          <p:cNvPr id="10" name="Group 9"/>
          <p:cNvGrpSpPr/>
          <p:nvPr/>
        </p:nvGrpSpPr>
        <p:grpSpPr>
          <a:xfrm>
            <a:off x="8303705" y="6209928"/>
            <a:ext cx="840295" cy="648072"/>
            <a:chOff x="-72008" y="1700808"/>
            <a:chExt cx="840295" cy="648072"/>
          </a:xfrm>
        </p:grpSpPr>
        <p:sp>
          <p:nvSpPr>
            <p:cNvPr id="11" name="Oval 10"/>
            <p:cNvSpPr/>
            <p:nvPr/>
          </p:nvSpPr>
          <p:spPr>
            <a:xfrm>
              <a:off x="0" y="1700808"/>
              <a:ext cx="683568" cy="648072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2000" dirty="0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-72008" y="1772816"/>
              <a:ext cx="840295" cy="52322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>
              <a:spAutoFit/>
            </a:bodyPr>
            <a:lstStyle/>
            <a:p>
              <a:r>
                <a:rPr lang="en-GB" sz="2800" dirty="0" smtClean="0"/>
                <a:t>RQ4</a:t>
              </a:r>
              <a:endParaRPr lang="en-GB" sz="2800" dirty="0"/>
            </a:p>
          </p:txBody>
        </p:sp>
      </p:grp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1660007"/>
            <a:ext cx="9018091" cy="519799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3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7083 0.01064 L -0.2125 0.00532 " pathEditMode="relative" rAng="0" ptsTypes="AA">
                                      <p:cBhvr>
                                        <p:cTn id="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71" y="-3"/>
                                    </p:animMotion>
                                  </p:childTnLst>
                                </p:cTn>
                              </p:par>
                              <p:par>
                                <p:cTn id="7" presetID="63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7083 0.01064 L -0.2125 0.00532 " pathEditMode="relative" rAng="0" ptsTypes="AA">
                                      <p:cBhvr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71" y="-3"/>
                                    </p:animMotion>
                                  </p:childTnLst>
                                </p:cTn>
                              </p:par>
                              <p:par>
                                <p:cTn id="9" presetID="63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7083 0.01064 L -0.2125 0.00532 " pathEditMode="relative" rAng="0" ptsTypes="AA">
                                      <p:cBhvr>
                                        <p:cTn id="1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71" y="-3"/>
                                    </p:animMotion>
                                  </p:childTnLst>
                                </p:cTn>
                              </p:par>
                              <p:par>
                                <p:cTn id="11" presetID="63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7083 0.01064 L -0.2125 0.00532 " pathEditMode="relative" rAng="0" ptsTypes="AA">
                                      <p:cBhvr>
                                        <p:cTn id="1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71" y="-3"/>
                                    </p:animMotion>
                                  </p:childTnLst>
                                </p:cTn>
                              </p:par>
                              <p:par>
                                <p:cTn id="13" presetID="63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7083 0.01064 L -0.2125 0.00532 " pathEditMode="relative" rAng="0" ptsTypes="AA">
                                      <p:cBhvr>
                                        <p:cTn id="1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71" y="-3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8" grpId="0" animBg="1"/>
      <p:bldP spid="9" grpId="0" animBg="1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dirty="0" smtClean="0"/>
              <a:t>Validation of BPMN Plus</a:t>
            </a:r>
            <a:br>
              <a:rPr lang="en-GB" dirty="0" smtClean="0"/>
            </a:br>
            <a:r>
              <a:rPr lang="en-GB" sz="3100" dirty="0" smtClean="0"/>
              <a:t>Comments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GB" dirty="0" smtClean="0"/>
              <a:t>Conducted Interviews with three BPM consultants of </a:t>
            </a:r>
            <a:r>
              <a:rPr lang="en-GB" dirty="0" err="1" smtClean="0"/>
              <a:t>BiZZdesign</a:t>
            </a:r>
            <a:endParaRPr lang="en-GB" dirty="0" smtClean="0"/>
          </a:p>
          <a:p>
            <a:pPr lvl="1"/>
            <a:r>
              <a:rPr lang="en-GB" dirty="0" smtClean="0"/>
              <a:t>The proposed notations are found to be very useful, especially collaborative subprocess, required, optional and </a:t>
            </a:r>
            <a:r>
              <a:rPr lang="en-GB" dirty="0" err="1" smtClean="0"/>
              <a:t>reexecute</a:t>
            </a:r>
            <a:r>
              <a:rPr lang="en-GB" dirty="0" smtClean="0"/>
              <a:t> activities. </a:t>
            </a:r>
          </a:p>
          <a:p>
            <a:pPr lvl="1"/>
            <a:r>
              <a:rPr lang="en-GB" dirty="0" smtClean="0"/>
              <a:t>Process model are easy to read and communicate as compared to CMMN model</a:t>
            </a:r>
          </a:p>
          <a:p>
            <a:pPr lvl="1"/>
            <a:r>
              <a:rPr lang="en-GB" dirty="0" smtClean="0"/>
              <a:t>Visualization of data access is very powerful</a:t>
            </a:r>
            <a:endParaRPr lang="en-GB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dirty="0" smtClean="0"/>
              <a:t>Validation of BPMN Plus</a:t>
            </a:r>
            <a:br>
              <a:rPr lang="en-GB" dirty="0" smtClean="0"/>
            </a:br>
            <a:r>
              <a:rPr lang="en-GB" sz="3100" dirty="0" smtClean="0"/>
              <a:t>Suggestion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GB" dirty="0" smtClean="0"/>
              <a:t>Recommended changes in BPMN Plus</a:t>
            </a:r>
          </a:p>
          <a:p>
            <a:pPr lvl="1"/>
            <a:r>
              <a:rPr lang="en-GB" dirty="0" smtClean="0"/>
              <a:t>Eliminate Required or Optional task</a:t>
            </a:r>
          </a:p>
          <a:p>
            <a:pPr lvl="1"/>
            <a:r>
              <a:rPr lang="en-GB" dirty="0" smtClean="0"/>
              <a:t>Business rules representation might overcrowd the process model</a:t>
            </a:r>
          </a:p>
          <a:p>
            <a:pPr lvl="1"/>
            <a:r>
              <a:rPr lang="en-GB" dirty="0" smtClean="0"/>
              <a:t>Modify the notations to improve </a:t>
            </a:r>
            <a:r>
              <a:rPr lang="en-GB" dirty="0" err="1" smtClean="0"/>
              <a:t>readibility</a:t>
            </a:r>
            <a:endParaRPr lang="en-GB" dirty="0" smtClean="0"/>
          </a:p>
          <a:p>
            <a:r>
              <a:rPr lang="en-GB" dirty="0" smtClean="0"/>
              <a:t>Assist on use of Concepts</a:t>
            </a:r>
          </a:p>
          <a:p>
            <a:r>
              <a:rPr lang="en-GB" dirty="0" smtClean="0"/>
              <a:t>Introduce BPMN Plus as a Modeling Level</a:t>
            </a:r>
          </a:p>
          <a:p>
            <a:endParaRPr lang="en-GB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Conclusions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GB" dirty="0" smtClean="0"/>
              <a:t>Unstructured business process require optimum level of representation on design-time</a:t>
            </a:r>
          </a:p>
          <a:p>
            <a:endParaRPr lang="en-GB" dirty="0" smtClean="0"/>
          </a:p>
          <a:p>
            <a:r>
              <a:rPr lang="en-GB" dirty="0" smtClean="0"/>
              <a:t>BPMN and CMMN have certain modelling limitation with respect to unstructured business </a:t>
            </a:r>
            <a:r>
              <a:rPr lang="en-GB" dirty="0" smtClean="0"/>
              <a:t>process </a:t>
            </a:r>
            <a:endParaRPr lang="en-GB" dirty="0" smtClean="0"/>
          </a:p>
          <a:p>
            <a:endParaRPr lang="en-GB" dirty="0" smtClean="0"/>
          </a:p>
          <a:p>
            <a:r>
              <a:rPr lang="en-GB" dirty="0" smtClean="0"/>
              <a:t>A BPMN Plus process model represent the optimum design-time definition as well as run-time flexibility</a:t>
            </a:r>
          </a:p>
          <a:p>
            <a:endParaRPr lang="en-GB" dirty="0" smtClean="0"/>
          </a:p>
          <a:p>
            <a:r>
              <a:rPr lang="en-GB" dirty="0" smtClean="0"/>
              <a:t>Notations of BPMN Plus can model structured and unstructured process parts</a:t>
            </a:r>
          </a:p>
          <a:p>
            <a:endParaRPr lang="en-GB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Future Work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en-GB" sz="2700" dirty="0" smtClean="0"/>
              <a:t>Evaluate the BPMN Plus with real case study, and </a:t>
            </a:r>
            <a:r>
              <a:rPr lang="en-GB" sz="2700" dirty="0" smtClean="0"/>
              <a:t>experiments</a:t>
            </a:r>
          </a:p>
          <a:p>
            <a:pPr>
              <a:buNone/>
            </a:pPr>
            <a:endParaRPr lang="en-GB" sz="2700" dirty="0" smtClean="0"/>
          </a:p>
          <a:p>
            <a:r>
              <a:rPr lang="en-GB" sz="2700" dirty="0" smtClean="0"/>
              <a:t>Reassess the capabilities of CMMN with the release of its newer </a:t>
            </a:r>
            <a:r>
              <a:rPr lang="en-GB" sz="2700" dirty="0" smtClean="0"/>
              <a:t>version</a:t>
            </a:r>
          </a:p>
          <a:p>
            <a:endParaRPr lang="en-GB" sz="2700" dirty="0" smtClean="0"/>
          </a:p>
          <a:p>
            <a:r>
              <a:rPr lang="en-GB" sz="2700" dirty="0" smtClean="0"/>
              <a:t>Propose a new process modelling pattern to capture the interactions among knowledge workers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idx="4294967295"/>
          </p:nvPr>
        </p:nvSpPr>
        <p:spPr>
          <a:xfrm>
            <a:off x="0" y="260350"/>
            <a:ext cx="4881563" cy="490538"/>
          </a:xfrm>
        </p:spPr>
        <p:txBody>
          <a:bodyPr>
            <a:noAutofit/>
          </a:bodyPr>
          <a:lstStyle/>
          <a:p>
            <a:r>
              <a:rPr lang="en-GB" dirty="0" smtClean="0"/>
              <a:t>BPMN Plus </a:t>
            </a:r>
            <a:br>
              <a:rPr lang="en-GB" dirty="0" smtClean="0"/>
            </a:br>
            <a:r>
              <a:rPr lang="en-GB" sz="2800" dirty="0" smtClean="0"/>
              <a:t>Demonstration</a:t>
            </a:r>
            <a:endParaRPr lang="en-GB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620688"/>
            <a:ext cx="9167939" cy="62373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Research Questions (1)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pPr>
              <a:buNone/>
            </a:pPr>
            <a:r>
              <a:rPr lang="en-GB" sz="3200" dirty="0" smtClean="0"/>
              <a:t>   What are the differences between structured and unstructured business processes?</a:t>
            </a:r>
          </a:p>
          <a:p>
            <a:endParaRPr lang="en-GB" sz="3200" dirty="0" smtClean="0"/>
          </a:p>
          <a:p>
            <a:pPr>
              <a:buNone/>
            </a:pPr>
            <a:r>
              <a:rPr lang="en-GB" sz="3200" dirty="0" smtClean="0"/>
              <a:t>   What are the differences between BPM and CM in dealing with unstructured business processes?</a:t>
            </a:r>
          </a:p>
        </p:txBody>
      </p:sp>
      <p:grpSp>
        <p:nvGrpSpPr>
          <p:cNvPr id="11" name="Group 10"/>
          <p:cNvGrpSpPr/>
          <p:nvPr/>
        </p:nvGrpSpPr>
        <p:grpSpPr>
          <a:xfrm>
            <a:off x="0" y="1700808"/>
            <a:ext cx="840295" cy="648072"/>
            <a:chOff x="-72008" y="1700808"/>
            <a:chExt cx="840295" cy="648072"/>
          </a:xfrm>
        </p:grpSpPr>
        <p:sp>
          <p:nvSpPr>
            <p:cNvPr id="6" name="Oval 5"/>
            <p:cNvSpPr/>
            <p:nvPr/>
          </p:nvSpPr>
          <p:spPr>
            <a:xfrm>
              <a:off x="0" y="1700808"/>
              <a:ext cx="683568" cy="648072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2000" dirty="0"/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-72008" y="1772816"/>
              <a:ext cx="840295" cy="52322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>
              <a:spAutoFit/>
            </a:bodyPr>
            <a:lstStyle/>
            <a:p>
              <a:r>
                <a:rPr lang="en-GB" sz="2800" dirty="0" smtClean="0"/>
                <a:t>RQ1</a:t>
              </a:r>
              <a:endParaRPr lang="en-GB" sz="2800" dirty="0"/>
            </a:p>
          </p:txBody>
        </p:sp>
      </p:grpSp>
      <p:grpSp>
        <p:nvGrpSpPr>
          <p:cNvPr id="16" name="Group 15"/>
          <p:cNvGrpSpPr/>
          <p:nvPr/>
        </p:nvGrpSpPr>
        <p:grpSpPr>
          <a:xfrm>
            <a:off x="0" y="3356992"/>
            <a:ext cx="840295" cy="648072"/>
            <a:chOff x="-72008" y="1700808"/>
            <a:chExt cx="840295" cy="648072"/>
          </a:xfrm>
        </p:grpSpPr>
        <p:sp>
          <p:nvSpPr>
            <p:cNvPr id="17" name="Oval 16"/>
            <p:cNvSpPr/>
            <p:nvPr/>
          </p:nvSpPr>
          <p:spPr>
            <a:xfrm>
              <a:off x="0" y="1700808"/>
              <a:ext cx="683568" cy="648072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2000" dirty="0"/>
            </a:p>
          </p:txBody>
        </p:sp>
        <p:sp>
          <p:nvSpPr>
            <p:cNvPr id="18" name="TextBox 17"/>
            <p:cNvSpPr txBox="1"/>
            <p:nvPr/>
          </p:nvSpPr>
          <p:spPr>
            <a:xfrm>
              <a:off x="-72008" y="1772816"/>
              <a:ext cx="840295" cy="52322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>
              <a:spAutoFit/>
            </a:bodyPr>
            <a:lstStyle/>
            <a:p>
              <a:r>
                <a:rPr lang="en-GB" sz="2800" dirty="0" smtClean="0"/>
                <a:t>RQ2</a:t>
              </a:r>
              <a:endParaRPr lang="en-GB" sz="2800" dirty="0"/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Research Questions (2)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>
              <a:buNone/>
            </a:pPr>
            <a:r>
              <a:rPr lang="en-GB" sz="3200" dirty="0" smtClean="0"/>
              <a:t>   What are the capabilities of existing modelling notations to deal with unstructured business processes?</a:t>
            </a:r>
          </a:p>
          <a:p>
            <a:endParaRPr lang="en-GB" sz="3200" dirty="0" smtClean="0"/>
          </a:p>
          <a:p>
            <a:pPr>
              <a:buNone/>
            </a:pPr>
            <a:r>
              <a:rPr lang="en-GB" sz="3200" dirty="0" smtClean="0"/>
              <a:t>   How to model an unstructured business process while providing run-time flexibility?</a:t>
            </a:r>
          </a:p>
          <a:p>
            <a:endParaRPr lang="en-GB" dirty="0"/>
          </a:p>
        </p:txBody>
      </p:sp>
      <p:grpSp>
        <p:nvGrpSpPr>
          <p:cNvPr id="9" name="Group 8"/>
          <p:cNvGrpSpPr/>
          <p:nvPr/>
        </p:nvGrpSpPr>
        <p:grpSpPr>
          <a:xfrm>
            <a:off x="0" y="1700808"/>
            <a:ext cx="840295" cy="648072"/>
            <a:chOff x="-72008" y="1700808"/>
            <a:chExt cx="840295" cy="648072"/>
          </a:xfrm>
        </p:grpSpPr>
        <p:sp>
          <p:nvSpPr>
            <p:cNvPr id="10" name="Oval 9"/>
            <p:cNvSpPr/>
            <p:nvPr/>
          </p:nvSpPr>
          <p:spPr>
            <a:xfrm>
              <a:off x="0" y="1700808"/>
              <a:ext cx="683568" cy="648072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2000" dirty="0"/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-72008" y="1772816"/>
              <a:ext cx="840295" cy="52322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>
              <a:spAutoFit/>
            </a:bodyPr>
            <a:lstStyle/>
            <a:p>
              <a:r>
                <a:rPr lang="en-GB" sz="2800" dirty="0" smtClean="0"/>
                <a:t>RQ3</a:t>
              </a:r>
              <a:endParaRPr lang="en-GB" sz="2800" dirty="0"/>
            </a:p>
          </p:txBody>
        </p:sp>
      </p:grpSp>
      <p:grpSp>
        <p:nvGrpSpPr>
          <p:cNvPr id="12" name="Group 11"/>
          <p:cNvGrpSpPr/>
          <p:nvPr/>
        </p:nvGrpSpPr>
        <p:grpSpPr>
          <a:xfrm>
            <a:off x="0" y="3861048"/>
            <a:ext cx="840295" cy="648072"/>
            <a:chOff x="-72008" y="1700808"/>
            <a:chExt cx="840295" cy="648072"/>
          </a:xfrm>
        </p:grpSpPr>
        <p:sp>
          <p:nvSpPr>
            <p:cNvPr id="13" name="Oval 12"/>
            <p:cNvSpPr/>
            <p:nvPr/>
          </p:nvSpPr>
          <p:spPr>
            <a:xfrm>
              <a:off x="0" y="1700808"/>
              <a:ext cx="683568" cy="648072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2000" dirty="0"/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-72008" y="1772816"/>
              <a:ext cx="840295" cy="52322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>
              <a:spAutoFit/>
            </a:bodyPr>
            <a:lstStyle/>
            <a:p>
              <a:r>
                <a:rPr lang="en-GB" sz="2800" dirty="0" smtClean="0"/>
                <a:t>RQ4</a:t>
              </a:r>
              <a:endParaRPr lang="en-GB" sz="2800" dirty="0"/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Research Objective</a:t>
            </a:r>
            <a:endParaRPr lang="en-GB" dirty="0"/>
          </a:p>
        </p:txBody>
      </p:sp>
      <p:sp>
        <p:nvSpPr>
          <p:cNvPr id="4" name="Rounded Rectangle 3"/>
          <p:cNvSpPr/>
          <p:nvPr/>
        </p:nvSpPr>
        <p:spPr>
          <a:xfrm>
            <a:off x="899592" y="2780928"/>
            <a:ext cx="7272808" cy="2304256"/>
          </a:xfrm>
          <a:prstGeom prst="roundRect">
            <a:avLst>
              <a:gd name="adj" fmla="val 23965"/>
            </a:avLst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800" dirty="0" smtClean="0"/>
              <a:t>To investigate the way through which the unstructured business processes can be modelled and managed without limiting their run-time flexibility</a:t>
            </a:r>
            <a:endParaRPr lang="en-GB" sz="20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dirty="0" smtClean="0"/>
              <a:t>Problem</a:t>
            </a:r>
            <a:br>
              <a:rPr lang="en-GB" dirty="0" smtClean="0"/>
            </a:br>
            <a:r>
              <a:rPr lang="en-GB" sz="3100" dirty="0" smtClean="0"/>
              <a:t>Unpredictable Process instances</a:t>
            </a:r>
            <a:endParaRPr lang="en-GB" dirty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endParaRPr lang="en-GB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259632" y="2276872"/>
            <a:ext cx="6552728" cy="323913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31" name="Picture 7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971600" y="2060848"/>
            <a:ext cx="7540856" cy="302433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dirty="0" smtClean="0"/>
              <a:t>Problem</a:t>
            </a:r>
            <a:br>
              <a:rPr lang="en-GB" dirty="0" smtClean="0"/>
            </a:br>
            <a:r>
              <a:rPr lang="en-GB" sz="3100" dirty="0" smtClean="0"/>
              <a:t>Unpredictable Process instances</a:t>
            </a:r>
            <a:endParaRPr lang="en-GB" dirty="0"/>
          </a:p>
        </p:txBody>
      </p:sp>
      <p:sp>
        <p:nvSpPr>
          <p:cNvPr id="5" name="TextBox 4"/>
          <p:cNvSpPr txBox="1"/>
          <p:nvPr/>
        </p:nvSpPr>
        <p:spPr>
          <a:xfrm>
            <a:off x="2483768" y="6021288"/>
            <a:ext cx="359669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dirty="0" smtClean="0"/>
              <a:t>Insurance Claim Registration</a:t>
            </a:r>
            <a:endParaRPr lang="en-GB" sz="2400" dirty="0"/>
          </a:p>
        </p:txBody>
      </p:sp>
      <p:sp>
        <p:nvSpPr>
          <p:cNvPr id="6" name="Oval 5"/>
          <p:cNvSpPr/>
          <p:nvPr/>
        </p:nvSpPr>
        <p:spPr>
          <a:xfrm>
            <a:off x="-468560" y="4005064"/>
            <a:ext cx="216024" cy="216024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grpSp>
        <p:nvGrpSpPr>
          <p:cNvPr id="9" name="Group 8"/>
          <p:cNvGrpSpPr/>
          <p:nvPr/>
        </p:nvGrpSpPr>
        <p:grpSpPr>
          <a:xfrm>
            <a:off x="2267744" y="2636912"/>
            <a:ext cx="1548822" cy="936104"/>
            <a:chOff x="2267744" y="2636912"/>
            <a:chExt cx="1548822" cy="936104"/>
          </a:xfrm>
        </p:grpSpPr>
        <p:sp>
          <p:nvSpPr>
            <p:cNvPr id="7" name="Lightning Bolt 6"/>
            <p:cNvSpPr/>
            <p:nvPr/>
          </p:nvSpPr>
          <p:spPr>
            <a:xfrm>
              <a:off x="2483768" y="2996952"/>
              <a:ext cx="576064" cy="576064"/>
            </a:xfrm>
            <a:prstGeom prst="lightningBolt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2267744" y="2636912"/>
              <a:ext cx="154882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dirty="0" smtClean="0"/>
                <a:t>Incomplete File</a:t>
              </a:r>
              <a:endParaRPr lang="en-GB" dirty="0"/>
            </a:p>
          </p:txBody>
        </p:sp>
      </p:grpSp>
      <p:grpSp>
        <p:nvGrpSpPr>
          <p:cNvPr id="15" name="Group 14"/>
          <p:cNvGrpSpPr/>
          <p:nvPr/>
        </p:nvGrpSpPr>
        <p:grpSpPr>
          <a:xfrm>
            <a:off x="5580112" y="4725144"/>
            <a:ext cx="2314095" cy="945396"/>
            <a:chOff x="5580112" y="4653136"/>
            <a:chExt cx="2314095" cy="945396"/>
          </a:xfrm>
        </p:grpSpPr>
        <p:sp>
          <p:nvSpPr>
            <p:cNvPr id="13" name="Lightning Bolt 12"/>
            <p:cNvSpPr/>
            <p:nvPr/>
          </p:nvSpPr>
          <p:spPr>
            <a:xfrm>
              <a:off x="5796136" y="4653136"/>
              <a:ext cx="576064" cy="576064"/>
            </a:xfrm>
            <a:prstGeom prst="lightningBolt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5580112" y="5229200"/>
              <a:ext cx="231409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dirty="0" smtClean="0"/>
                <a:t>Incorrect policy number</a:t>
              </a:r>
              <a:endParaRPr lang="en-GB" dirty="0"/>
            </a:p>
          </p:txBody>
        </p:sp>
      </p:grpSp>
      <p:pic>
        <p:nvPicPr>
          <p:cNvPr id="1032" name="Picture 8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195736" y="4725144"/>
            <a:ext cx="1370438" cy="792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033" name="Picture 9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7092280" y="4653135"/>
            <a:ext cx="1368152" cy="80331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22" name="Pentagon 21"/>
          <p:cNvSpPr/>
          <p:nvPr/>
        </p:nvSpPr>
        <p:spPr>
          <a:xfrm>
            <a:off x="0" y="1628800"/>
            <a:ext cx="1979712" cy="432048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 smtClean="0"/>
              <a:t> </a:t>
            </a:r>
            <a:r>
              <a:rPr lang="en-GB" sz="2200" b="1" dirty="0" smtClean="0"/>
              <a:t>Run-time</a:t>
            </a:r>
            <a:endParaRPr lang="en-GB" sz="2200" b="1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3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77778E-7 4.85549E-6 L 0.19288 -0.00532 " pathEditMode="relative" rAng="0" ptsTypes="AA">
                                      <p:cBhvr>
                                        <p:cTn id="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96" y="-3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63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19288 -0.00532 L 0.37986 4.85549E-6 " pathEditMode="relative" rAng="0" ptsTypes="AA">
                                      <p:cBhvr>
                                        <p:cTn id="10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93" y="3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0" dur="500"/>
                                        <p:tgtEl>
                                          <p:spTgt spid="10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63" presetClass="path" presetSubtype="0" accel="50000" decel="50000" fill="hold" grpId="3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37986 -3.06358E-6 L 0.5316 0.00509 " pathEditMode="relative" rAng="0" ptsTypes="AA">
                                      <p:cBhvr>
                                        <p:cTn id="24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76" y="3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63" presetClass="path" presetSubtype="0" accel="50000" decel="50000" fill="hold" grpId="5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5316 0.00508 L 0.73629 -0.00532 " pathEditMode="relative" rAng="0" ptsTypes="AA">
                                      <p:cBhvr>
                                        <p:cTn id="2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02" y="-5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8" presetClass="emph" presetSubtype="0" fill="hold" grpId="4" nodeType="click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0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0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6" grpId="1" animBg="1"/>
      <p:bldP spid="6" grpId="3" animBg="1"/>
      <p:bldP spid="6" grpId="4" animBg="1"/>
      <p:bldP spid="6" grpId="5" animBg="1"/>
    </p:bldLst>
  </p:timing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Median">
  <a:themeElements>
    <a:clrScheme name="Median">
      <a:dk1>
        <a:sysClr val="windowText" lastClr="000000"/>
      </a:dk1>
      <a:lt1>
        <a:sysClr val="window" lastClr="FFFFFF"/>
      </a:lt1>
      <a:dk2>
        <a:srgbClr val="775F55"/>
      </a:dk2>
      <a:lt2>
        <a:srgbClr val="EBDDC3"/>
      </a:lt2>
      <a:accent1>
        <a:srgbClr val="94B6D2"/>
      </a:accent1>
      <a:accent2>
        <a:srgbClr val="DD8047"/>
      </a:accent2>
      <a:accent3>
        <a:srgbClr val="A5AB81"/>
      </a:accent3>
      <a:accent4>
        <a:srgbClr val="D8B25C"/>
      </a:accent4>
      <a:accent5>
        <a:srgbClr val="7BA79D"/>
      </a:accent5>
      <a:accent6>
        <a:srgbClr val="968C8C"/>
      </a:accent6>
      <a:hlink>
        <a:srgbClr val="F7B615"/>
      </a:hlink>
      <a:folHlink>
        <a:srgbClr val="704404"/>
      </a:folHlink>
    </a:clrScheme>
    <a:fontScheme name="Median">
      <a:majorFont>
        <a:latin typeface="Tw Cen MT"/>
        <a:ea typeface=""/>
        <a:cs typeface=""/>
        <a:font script="Grek" typeface="Calibri"/>
        <a:font script="Cyrl" typeface="Calibri"/>
        <a:font script="Jpan" typeface="HGPｺﾞｼｯｸE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ajorFont>
      <a:minorFont>
        <a:latin typeface="Tw Cen MT"/>
        <a:ea typeface=""/>
        <a:cs typeface=""/>
        <a:font script="Grek" typeface="Calibri"/>
        <a:font script="Cyrl" typeface="Calibri"/>
        <a:font script="Jpan" typeface="HGPｺﾞｼｯｸE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inorFont>
    </a:fontScheme>
    <a:fmtScheme name="Median">
      <a:fillStyleLst>
        <a:solidFill>
          <a:schemeClr val="phClr"/>
        </a:solidFill>
        <a:solidFill>
          <a:schemeClr val="phClr">
            <a:tint val="50000"/>
          </a:schemeClr>
        </a:solidFill>
        <a:solidFill>
          <a:schemeClr val="phClr"/>
        </a:solidFill>
      </a:fillStyleLst>
      <a:lnStyleLst>
        <a:ln w="100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47625" cap="flat" cmpd="dbl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300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300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  <a:scene3d>
            <a:camera prst="isometricTopDown" fov="0">
              <a:rot lat="0" lon="0" rev="0"/>
            </a:camera>
            <a:lightRig rig="balanced" dir="t">
              <a:rot lat="0" lon="0" rev="13800000"/>
            </a:lightRig>
          </a:scene3d>
          <a:sp3d extrusionH="12700" prstMaterial="plastic">
            <a:bevelT w="38100" h="25400" prst="softRound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shade val="90000"/>
                <a:satMod val="140000"/>
              </a:schemeClr>
              <a:schemeClr val="phClr">
                <a:satMod val="120000"/>
              </a:schemeClr>
            </a:duotone>
          </a:blip>
          <a:tile tx="0" ty="0" sx="100000" sy="100000" flip="none" algn="tl"/>
        </a:blipFill>
        <a:blipFill>
          <a:blip xmlns:r="http://schemas.openxmlformats.org/officeDocument/2006/relationships" r:embed="rId2">
            <a:duotone>
              <a:schemeClr val="phClr">
                <a:shade val="90000"/>
                <a:satMod val="140000"/>
              </a:schemeClr>
              <a:schemeClr val="phClr">
                <a:satMod val="120000"/>
              </a:schemeClr>
            </a:duotone>
          </a:blip>
          <a:tile tx="0" ty="0" sx="100000" sy="100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Verve</Template>
  <TotalTime>3876</TotalTime>
  <Words>1390</Words>
  <Application>Microsoft Office PowerPoint</Application>
  <PresentationFormat>On-screen Show (4:3)</PresentationFormat>
  <Paragraphs>418</Paragraphs>
  <Slides>47</Slides>
  <Notes>9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47</vt:i4>
      </vt:variant>
    </vt:vector>
  </HeadingPairs>
  <TitlesOfParts>
    <vt:vector size="48" baseType="lpstr">
      <vt:lpstr>Median</vt:lpstr>
      <vt:lpstr>BPMN Plus:  A modelling Language for Unstructured Business Processes</vt:lpstr>
      <vt:lpstr>Agenda</vt:lpstr>
      <vt:lpstr>Problem</vt:lpstr>
      <vt:lpstr> Structured Business Process</vt:lpstr>
      <vt:lpstr>Problem Structured Business Process</vt:lpstr>
      <vt:lpstr>Problem Unpredictable Process instances</vt:lpstr>
      <vt:lpstr>Research Question</vt:lpstr>
      <vt:lpstr>Background Business Process Spectrum</vt:lpstr>
      <vt:lpstr>Background Business Process Spectrum</vt:lpstr>
      <vt:lpstr>Background Business Process Spectrum</vt:lpstr>
      <vt:lpstr>Management of Business Process</vt:lpstr>
      <vt:lpstr>Management of Business Process An Experiment</vt:lpstr>
      <vt:lpstr>Business Process Management  Implementation process with Bizagi</vt:lpstr>
      <vt:lpstr>Case Management  Implementation process with Congnoscenti</vt:lpstr>
      <vt:lpstr>Management of Business Process Experiment Result</vt:lpstr>
      <vt:lpstr>Modelling of Business Process Assessment</vt:lpstr>
      <vt:lpstr>Modelling of Business Process Unstructured Process Modelling</vt:lpstr>
      <vt:lpstr>Business Process Model and Notation Introduction</vt:lpstr>
      <vt:lpstr>Unstructured Business Process Example</vt:lpstr>
      <vt:lpstr>Slide 20</vt:lpstr>
      <vt:lpstr>Slide 21</vt:lpstr>
      <vt:lpstr>Slide 22</vt:lpstr>
      <vt:lpstr>Modelling Unstructured Business Process Advantages</vt:lpstr>
      <vt:lpstr>Modelling Unstructured Business Process Disadvantages</vt:lpstr>
      <vt:lpstr>Representational Requirement for Unstructured Business Process</vt:lpstr>
      <vt:lpstr>BPMN Plus</vt:lpstr>
      <vt:lpstr>BPMN Plus  Concepts</vt:lpstr>
      <vt:lpstr>BPMN Plus Process</vt:lpstr>
      <vt:lpstr>BPMN Plus Activity</vt:lpstr>
      <vt:lpstr>BPMN Plus Goal</vt:lpstr>
      <vt:lpstr>BPMN Plus Data</vt:lpstr>
      <vt:lpstr>BPMN Plus Performer</vt:lpstr>
      <vt:lpstr>BPMN Plus Event</vt:lpstr>
      <vt:lpstr>BPMN Plus Gateway</vt:lpstr>
      <vt:lpstr>BPMN Plus Notations</vt:lpstr>
      <vt:lpstr>BPMN Plus Notations</vt:lpstr>
      <vt:lpstr>BPMN Plus Demonstration </vt:lpstr>
      <vt:lpstr>Validation of BPMN Plus Comments</vt:lpstr>
      <vt:lpstr>Validation of BPMN Plus Suggestion</vt:lpstr>
      <vt:lpstr>Conclusions</vt:lpstr>
      <vt:lpstr>Future Work</vt:lpstr>
      <vt:lpstr>BPMN Plus  Demonstration</vt:lpstr>
      <vt:lpstr>Research Questions (1)</vt:lpstr>
      <vt:lpstr>Research Questions (2)</vt:lpstr>
      <vt:lpstr>Research Objective</vt:lpstr>
      <vt:lpstr>Problem Unpredictable Process instances</vt:lpstr>
      <vt:lpstr>Problem Unpredictable Process instances</vt:lpstr>
    </vt:vector>
  </TitlesOfParts>
  <Company>Hewlett-Packard Company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ZaharahJaree</dc:creator>
  <cp:lastModifiedBy>ZaharahJaree</cp:lastModifiedBy>
  <cp:revision>516</cp:revision>
  <dcterms:created xsi:type="dcterms:W3CDTF">2015-07-02T22:03:17Z</dcterms:created>
  <dcterms:modified xsi:type="dcterms:W3CDTF">2015-08-17T13:43:15Z</dcterms:modified>
</cp:coreProperties>
</file>